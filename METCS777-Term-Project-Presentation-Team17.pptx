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6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5143500" cx="9144000"/>
  <p:notesSz cx="6858000" cy="9144000"/>
  <p:embeddedFontLst>
    <p:embeddedFont>
      <p:font typeface="Figtree"/>
      <p:regular r:id="rId25"/>
      <p:bold r:id="rId26"/>
      <p:italic r:id="rId27"/>
      <p:boldItalic r:id="rId28"/>
    </p:embeddedFont>
    <p:embeddedFont>
      <p:font typeface="Figtree SemiBold"/>
      <p:regular r:id="rId29"/>
      <p:bold r:id="rId30"/>
      <p:italic r:id="rId31"/>
      <p:boldItalic r:id="rId32"/>
    </p:embeddedFont>
    <p:embeddedFont>
      <p:font typeface="Barlow Medium"/>
      <p:regular r:id="rId33"/>
      <p:bold r:id="rId34"/>
      <p:italic r:id="rId35"/>
      <p:boldItalic r:id="rId36"/>
    </p:embeddedFont>
    <p:embeddedFont>
      <p:font typeface="Barlow SemiBold"/>
      <p:regular r:id="rId37"/>
      <p:bold r:id="rId38"/>
      <p:italic r:id="rId39"/>
      <p:boldItalic r:id="rId40"/>
    </p:embeddedFont>
    <p:embeddedFont>
      <p:font typeface="Barlow"/>
      <p:regular r:id="rId41"/>
      <p:bold r:id="rId42"/>
      <p:italic r:id="rId43"/>
      <p:boldItalic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FCD35AA-E56B-4F1B-B40D-3B54DAA2E54A}">
  <a:tblStyle styleId="{1FCD35AA-E56B-4F1B-B40D-3B54DAA2E54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BarlowSemiBold-boldItalic.fntdata"/><Relationship Id="rId20" Type="http://schemas.openxmlformats.org/officeDocument/2006/relationships/slide" Target="slides/slide15.xml"/><Relationship Id="rId42" Type="http://schemas.openxmlformats.org/officeDocument/2006/relationships/font" Target="fonts/Barlow-bold.fntdata"/><Relationship Id="rId41" Type="http://schemas.openxmlformats.org/officeDocument/2006/relationships/font" Target="fonts/Barlow-regular.fntdata"/><Relationship Id="rId22" Type="http://schemas.openxmlformats.org/officeDocument/2006/relationships/slide" Target="slides/slide17.xml"/><Relationship Id="rId44" Type="http://schemas.openxmlformats.org/officeDocument/2006/relationships/font" Target="fonts/Barlow-boldItalic.fntdata"/><Relationship Id="rId21" Type="http://schemas.openxmlformats.org/officeDocument/2006/relationships/slide" Target="slides/slide16.xml"/><Relationship Id="rId43" Type="http://schemas.openxmlformats.org/officeDocument/2006/relationships/font" Target="fonts/Barlow-italic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Figtree-bold.fntdata"/><Relationship Id="rId25" Type="http://schemas.openxmlformats.org/officeDocument/2006/relationships/font" Target="fonts/Figtree-regular.fntdata"/><Relationship Id="rId28" Type="http://schemas.openxmlformats.org/officeDocument/2006/relationships/font" Target="fonts/Figtree-boldItalic.fntdata"/><Relationship Id="rId27" Type="http://schemas.openxmlformats.org/officeDocument/2006/relationships/font" Target="fonts/Figtree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FigtreeSemiBold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FigtreeSemiBold-italic.fntdata"/><Relationship Id="rId30" Type="http://schemas.openxmlformats.org/officeDocument/2006/relationships/font" Target="fonts/FigtreeSemiBold-bold.fntdata"/><Relationship Id="rId11" Type="http://schemas.openxmlformats.org/officeDocument/2006/relationships/slide" Target="slides/slide6.xml"/><Relationship Id="rId33" Type="http://schemas.openxmlformats.org/officeDocument/2006/relationships/font" Target="fonts/BarlowMedium-regular.fntdata"/><Relationship Id="rId10" Type="http://schemas.openxmlformats.org/officeDocument/2006/relationships/slide" Target="slides/slide5.xml"/><Relationship Id="rId32" Type="http://schemas.openxmlformats.org/officeDocument/2006/relationships/font" Target="fonts/FigtreeSemiBold-boldItalic.fntdata"/><Relationship Id="rId13" Type="http://schemas.openxmlformats.org/officeDocument/2006/relationships/slide" Target="slides/slide8.xml"/><Relationship Id="rId35" Type="http://schemas.openxmlformats.org/officeDocument/2006/relationships/font" Target="fonts/BarlowMedium-italic.fntdata"/><Relationship Id="rId12" Type="http://schemas.openxmlformats.org/officeDocument/2006/relationships/slide" Target="slides/slide7.xml"/><Relationship Id="rId34" Type="http://schemas.openxmlformats.org/officeDocument/2006/relationships/font" Target="fonts/BarlowMedium-bold.fntdata"/><Relationship Id="rId15" Type="http://schemas.openxmlformats.org/officeDocument/2006/relationships/slide" Target="slides/slide10.xml"/><Relationship Id="rId37" Type="http://schemas.openxmlformats.org/officeDocument/2006/relationships/font" Target="fonts/BarlowSemiBold-regular.fntdata"/><Relationship Id="rId14" Type="http://schemas.openxmlformats.org/officeDocument/2006/relationships/slide" Target="slides/slide9.xml"/><Relationship Id="rId36" Type="http://schemas.openxmlformats.org/officeDocument/2006/relationships/font" Target="fonts/BarlowMedium-boldItalic.fntdata"/><Relationship Id="rId17" Type="http://schemas.openxmlformats.org/officeDocument/2006/relationships/slide" Target="slides/slide12.xml"/><Relationship Id="rId39" Type="http://schemas.openxmlformats.org/officeDocument/2006/relationships/font" Target="fonts/BarlowSemiBold-italic.fntdata"/><Relationship Id="rId16" Type="http://schemas.openxmlformats.org/officeDocument/2006/relationships/slide" Target="slides/slide11.xml"/><Relationship Id="rId38" Type="http://schemas.openxmlformats.org/officeDocument/2006/relationships/font" Target="fonts/BarlowSemiBold-bold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ed3401ed36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9" name="Google Shape;529;ged3401ed3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e207fd22f2_0_250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3" name="Google Shape;593;ge207fd22f2_0_250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e1d838b627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e1d838b627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ge1d838b627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9" name="Google Shape;609;ge1d838b627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ge1d838b627_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1" name="Google Shape;631;ge1d838b627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ge1d838b627_4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4" name="Google Shape;674;ge1d838b627_4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ge1d838b627_4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2" name="Google Shape;692;ge1d838b627_4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g391645319cf_2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4" name="Google Shape;704;g391645319cf_2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Unlike review features that behave strongly together, </a:t>
            </a:r>
            <a:r>
              <a:rPr b="1" lang="en">
                <a:solidFill>
                  <a:schemeClr val="dk1"/>
                </a:solidFill>
              </a:rPr>
              <a:t>price behaves independently</a:t>
            </a:r>
            <a:r>
              <a:rPr lang="en">
                <a:solidFill>
                  <a:schemeClr val="dk1"/>
                </a:solidFill>
              </a:rPr>
              <a:t>, with no single predictor showing a strong linear trend.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Because price is weakly correlated with raw features, we must engineer additional variables—such as log-price, spatial distance to city center, and encoded categorical attributes—to better capture the non-linear and geographic drivers of Airbnb pricing in NYC.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ge1d838b627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2" name="Google Shape;712;ge1d838b627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g27eff44cef2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6" name="Google Shape;806;g27eff44cef2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ge1d838b627_4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8" name="Google Shape;828;ge1d838b627_4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g27eff44cef2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4" name="Google Shape;864;g27eff44cef2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g27eff44cef2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5" name="Google Shape;885;g27eff44cef2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g391645319cf_2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2" name="Google Shape;892;g391645319cf_2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ge1d838b627_4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9" name="Google Shape;899;ge1d838b627_4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ge20d9cf87a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0" name="Google Shape;910;ge20d9cf87a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9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g3ae0269da0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1" name="Google Shape;921;g3ae0269da0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4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ge1d838b627_4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6" name="Google Shape;926;ge1d838b627_4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g2abc14f1a93_0_9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0" name="Google Shape;940;g2abc14f1a93_0_9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624175" y="895100"/>
            <a:ext cx="4806600" cy="249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6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624175" y="3601300"/>
            <a:ext cx="2770800" cy="718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grpSp>
        <p:nvGrpSpPr>
          <p:cNvPr id="12" name="Google Shape;12;p2"/>
          <p:cNvGrpSpPr/>
          <p:nvPr/>
        </p:nvGrpSpPr>
        <p:grpSpPr>
          <a:xfrm>
            <a:off x="-400771" y="-39822"/>
            <a:ext cx="10182198" cy="5636372"/>
            <a:chOff x="-400771" y="-39822"/>
            <a:chExt cx="10182198" cy="5636372"/>
          </a:xfrm>
        </p:grpSpPr>
        <p:sp>
          <p:nvSpPr>
            <p:cNvPr id="13" name="Google Shape;13;p2"/>
            <p:cNvSpPr/>
            <p:nvPr/>
          </p:nvSpPr>
          <p:spPr>
            <a:xfrm>
              <a:off x="7498676" y="3198512"/>
              <a:ext cx="2282751" cy="2398037"/>
            </a:xfrm>
            <a:custGeom>
              <a:rect b="b" l="l" r="r" t="t"/>
              <a:pathLst>
                <a:path extrusionOk="0" h="282704" w="269113">
                  <a:moveTo>
                    <a:pt x="0" y="247780"/>
                  </a:moveTo>
                  <a:cubicBezTo>
                    <a:pt x="4572" y="232413"/>
                    <a:pt x="18923" y="221745"/>
                    <a:pt x="34036" y="216474"/>
                  </a:cubicBezTo>
                  <a:cubicBezTo>
                    <a:pt x="49149" y="211204"/>
                    <a:pt x="65405" y="210251"/>
                    <a:pt x="81217" y="207584"/>
                  </a:cubicBezTo>
                  <a:cubicBezTo>
                    <a:pt x="110998" y="202631"/>
                    <a:pt x="140081" y="191392"/>
                    <a:pt x="163513" y="172405"/>
                  </a:cubicBezTo>
                  <a:cubicBezTo>
                    <a:pt x="186944" y="153419"/>
                    <a:pt x="204470" y="126368"/>
                    <a:pt x="209042" y="96523"/>
                  </a:cubicBezTo>
                  <a:cubicBezTo>
                    <a:pt x="213614" y="66677"/>
                    <a:pt x="204343" y="34420"/>
                    <a:pt x="182563" y="13592"/>
                  </a:cubicBezTo>
                  <a:cubicBezTo>
                    <a:pt x="172085" y="3622"/>
                    <a:pt x="156528" y="-3807"/>
                    <a:pt x="143383" y="2098"/>
                  </a:cubicBezTo>
                  <a:cubicBezTo>
                    <a:pt x="130239" y="8004"/>
                    <a:pt x="125413" y="24260"/>
                    <a:pt x="124651" y="38610"/>
                  </a:cubicBezTo>
                  <a:cubicBezTo>
                    <a:pt x="122365" y="80394"/>
                    <a:pt x="142177" y="122812"/>
                    <a:pt x="175768" y="147831"/>
                  </a:cubicBezTo>
                  <a:cubicBezTo>
                    <a:pt x="190246" y="158626"/>
                    <a:pt x="207010" y="166309"/>
                    <a:pt x="220599" y="178184"/>
                  </a:cubicBezTo>
                  <a:cubicBezTo>
                    <a:pt x="250063" y="203901"/>
                    <a:pt x="260350" y="244605"/>
                    <a:pt x="269113" y="282705"/>
                  </a:cubicBezTo>
                </a:path>
              </a:pathLst>
            </a:custGeom>
            <a:noFill/>
            <a:ln cap="rnd" cmpd="sng" w="12700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" name="Google Shape;14;p2"/>
            <p:cNvGrpSpPr/>
            <p:nvPr/>
          </p:nvGrpSpPr>
          <p:grpSpPr>
            <a:xfrm>
              <a:off x="-400771" y="-39822"/>
              <a:ext cx="9684100" cy="5028346"/>
              <a:chOff x="-400771" y="-39822"/>
              <a:chExt cx="9684100" cy="5028346"/>
            </a:xfrm>
          </p:grpSpPr>
          <p:grpSp>
            <p:nvGrpSpPr>
              <p:cNvPr id="15" name="Google Shape;15;p2"/>
              <p:cNvGrpSpPr/>
              <p:nvPr/>
            </p:nvGrpSpPr>
            <p:grpSpPr>
              <a:xfrm>
                <a:off x="6086042" y="-39822"/>
                <a:ext cx="1380465" cy="390131"/>
                <a:chOff x="8640762" y="5785103"/>
                <a:chExt cx="730250" cy="206375"/>
              </a:xfrm>
            </p:grpSpPr>
            <p:sp>
              <p:nvSpPr>
                <p:cNvPr id="16" name="Google Shape;16;p2"/>
                <p:cNvSpPr/>
                <p:nvPr/>
              </p:nvSpPr>
              <p:spPr>
                <a:xfrm>
                  <a:off x="8799512" y="5785103"/>
                  <a:ext cx="412750" cy="206375"/>
                </a:xfrm>
                <a:custGeom>
                  <a:rect b="b" l="l" r="r" t="t"/>
                  <a:pathLst>
                    <a:path extrusionOk="0" h="206375" w="412750">
                      <a:moveTo>
                        <a:pt x="0" y="206375"/>
                      </a:moveTo>
                      <a:cubicBezTo>
                        <a:pt x="0" y="92393"/>
                        <a:pt x="92393" y="0"/>
                        <a:pt x="206375" y="0"/>
                      </a:cubicBezTo>
                      <a:cubicBezTo>
                        <a:pt x="320357" y="0"/>
                        <a:pt x="412750" y="92393"/>
                        <a:pt x="412750" y="206375"/>
                      </a:cubicBezTo>
                      <a:lnTo>
                        <a:pt x="0" y="206375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" name="Google Shape;17;p2"/>
                <p:cNvSpPr/>
                <p:nvPr/>
              </p:nvSpPr>
              <p:spPr>
                <a:xfrm>
                  <a:off x="8640762" y="5880353"/>
                  <a:ext cx="222250" cy="111125"/>
                </a:xfrm>
                <a:custGeom>
                  <a:rect b="b" l="l" r="r" t="t"/>
                  <a:pathLst>
                    <a:path extrusionOk="0" h="111125" w="222250">
                      <a:moveTo>
                        <a:pt x="0" y="111125"/>
                      </a:moveTo>
                      <a:cubicBezTo>
                        <a:pt x="0" y="49784"/>
                        <a:pt x="49784" y="0"/>
                        <a:pt x="111125" y="0"/>
                      </a:cubicBezTo>
                      <a:cubicBezTo>
                        <a:pt x="172466" y="0"/>
                        <a:pt x="222250" y="49784"/>
                        <a:pt x="222250" y="111125"/>
                      </a:cubicBezTo>
                      <a:lnTo>
                        <a:pt x="0" y="111125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" name="Google Shape;18;p2"/>
                <p:cNvSpPr/>
                <p:nvPr/>
              </p:nvSpPr>
              <p:spPr>
                <a:xfrm>
                  <a:off x="9148762" y="5880353"/>
                  <a:ext cx="222250" cy="111125"/>
                </a:xfrm>
                <a:custGeom>
                  <a:rect b="b" l="l" r="r" t="t"/>
                  <a:pathLst>
                    <a:path extrusionOk="0" h="111125" w="222250">
                      <a:moveTo>
                        <a:pt x="0" y="111125"/>
                      </a:moveTo>
                      <a:cubicBezTo>
                        <a:pt x="0" y="49784"/>
                        <a:pt x="49784" y="0"/>
                        <a:pt x="111125" y="0"/>
                      </a:cubicBezTo>
                      <a:cubicBezTo>
                        <a:pt x="172466" y="0"/>
                        <a:pt x="222250" y="49784"/>
                        <a:pt x="222250" y="111125"/>
                      </a:cubicBezTo>
                      <a:lnTo>
                        <a:pt x="0" y="111125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9" name="Google Shape;19;p2"/>
              <p:cNvGrpSpPr/>
              <p:nvPr/>
            </p:nvGrpSpPr>
            <p:grpSpPr>
              <a:xfrm>
                <a:off x="-400771" y="490710"/>
                <a:ext cx="1059885" cy="299533"/>
                <a:chOff x="10448480" y="3783774"/>
                <a:chExt cx="730250" cy="206375"/>
              </a:xfrm>
            </p:grpSpPr>
            <p:sp>
              <p:nvSpPr>
                <p:cNvPr id="20" name="Google Shape;20;p2"/>
                <p:cNvSpPr/>
                <p:nvPr/>
              </p:nvSpPr>
              <p:spPr>
                <a:xfrm>
                  <a:off x="10607230" y="3783774"/>
                  <a:ext cx="412750" cy="206375"/>
                </a:xfrm>
                <a:custGeom>
                  <a:rect b="b" l="l" r="r" t="t"/>
                  <a:pathLst>
                    <a:path extrusionOk="0" h="206375" w="412750">
                      <a:moveTo>
                        <a:pt x="0" y="206375"/>
                      </a:moveTo>
                      <a:cubicBezTo>
                        <a:pt x="0" y="92392"/>
                        <a:pt x="92392" y="0"/>
                        <a:pt x="206375" y="0"/>
                      </a:cubicBezTo>
                      <a:cubicBezTo>
                        <a:pt x="320357" y="0"/>
                        <a:pt x="412750" y="92392"/>
                        <a:pt x="412750" y="206375"/>
                      </a:cubicBezTo>
                      <a:lnTo>
                        <a:pt x="0" y="206375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" name="Google Shape;21;p2"/>
                <p:cNvSpPr/>
                <p:nvPr/>
              </p:nvSpPr>
              <p:spPr>
                <a:xfrm>
                  <a:off x="10448480" y="3879024"/>
                  <a:ext cx="222250" cy="111125"/>
                </a:xfrm>
                <a:custGeom>
                  <a:rect b="b" l="l" r="r" t="t"/>
                  <a:pathLst>
                    <a:path extrusionOk="0" h="111125" w="222250">
                      <a:moveTo>
                        <a:pt x="0" y="111125"/>
                      </a:moveTo>
                      <a:cubicBezTo>
                        <a:pt x="0" y="49784"/>
                        <a:pt x="49784" y="0"/>
                        <a:pt x="111125" y="0"/>
                      </a:cubicBezTo>
                      <a:cubicBezTo>
                        <a:pt x="172529" y="0"/>
                        <a:pt x="222250" y="49784"/>
                        <a:pt x="222250" y="111125"/>
                      </a:cubicBezTo>
                      <a:lnTo>
                        <a:pt x="0" y="111125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2" name="Google Shape;22;p2"/>
                <p:cNvSpPr/>
                <p:nvPr/>
              </p:nvSpPr>
              <p:spPr>
                <a:xfrm>
                  <a:off x="10956480" y="3879024"/>
                  <a:ext cx="222250" cy="111125"/>
                </a:xfrm>
                <a:custGeom>
                  <a:rect b="b" l="l" r="r" t="t"/>
                  <a:pathLst>
                    <a:path extrusionOk="0" h="111125" w="222250">
                      <a:moveTo>
                        <a:pt x="0" y="111125"/>
                      </a:moveTo>
                      <a:cubicBezTo>
                        <a:pt x="0" y="49784"/>
                        <a:pt x="49784" y="0"/>
                        <a:pt x="111125" y="0"/>
                      </a:cubicBezTo>
                      <a:cubicBezTo>
                        <a:pt x="172529" y="0"/>
                        <a:pt x="222250" y="49784"/>
                        <a:pt x="222250" y="111125"/>
                      </a:cubicBezTo>
                      <a:lnTo>
                        <a:pt x="0" y="111125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3" name="Google Shape;23;p2"/>
              <p:cNvGrpSpPr/>
              <p:nvPr/>
            </p:nvGrpSpPr>
            <p:grpSpPr>
              <a:xfrm>
                <a:off x="1351605" y="206942"/>
                <a:ext cx="571500" cy="206375"/>
                <a:chOff x="10607230" y="6115367"/>
                <a:chExt cx="571500" cy="206375"/>
              </a:xfrm>
            </p:grpSpPr>
            <p:sp>
              <p:nvSpPr>
                <p:cNvPr id="24" name="Google Shape;24;p2"/>
                <p:cNvSpPr/>
                <p:nvPr/>
              </p:nvSpPr>
              <p:spPr>
                <a:xfrm>
                  <a:off x="10607230" y="6115367"/>
                  <a:ext cx="412750" cy="206375"/>
                </a:xfrm>
                <a:custGeom>
                  <a:rect b="b" l="l" r="r" t="t"/>
                  <a:pathLst>
                    <a:path extrusionOk="0" h="206375" w="412750">
                      <a:moveTo>
                        <a:pt x="0" y="206375"/>
                      </a:moveTo>
                      <a:cubicBezTo>
                        <a:pt x="0" y="92392"/>
                        <a:pt x="92392" y="0"/>
                        <a:pt x="206375" y="0"/>
                      </a:cubicBezTo>
                      <a:cubicBezTo>
                        <a:pt x="320357" y="0"/>
                        <a:pt x="412750" y="92392"/>
                        <a:pt x="412750" y="206375"/>
                      </a:cubicBezTo>
                      <a:lnTo>
                        <a:pt x="0" y="206375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" name="Google Shape;25;p2"/>
                <p:cNvSpPr/>
                <p:nvPr/>
              </p:nvSpPr>
              <p:spPr>
                <a:xfrm>
                  <a:off x="10956480" y="6210617"/>
                  <a:ext cx="222250" cy="111125"/>
                </a:xfrm>
                <a:custGeom>
                  <a:rect b="b" l="l" r="r" t="t"/>
                  <a:pathLst>
                    <a:path extrusionOk="0" h="111125" w="222250">
                      <a:moveTo>
                        <a:pt x="0" y="111125"/>
                      </a:moveTo>
                      <a:cubicBezTo>
                        <a:pt x="0" y="49721"/>
                        <a:pt x="49784" y="0"/>
                        <a:pt x="111125" y="0"/>
                      </a:cubicBezTo>
                      <a:cubicBezTo>
                        <a:pt x="172529" y="0"/>
                        <a:pt x="222250" y="49721"/>
                        <a:pt x="222250" y="111125"/>
                      </a:cubicBezTo>
                      <a:lnTo>
                        <a:pt x="0" y="111125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6" name="Google Shape;26;p2"/>
              <p:cNvGrpSpPr/>
              <p:nvPr/>
            </p:nvGrpSpPr>
            <p:grpSpPr>
              <a:xfrm>
                <a:off x="3167562" y="4715474"/>
                <a:ext cx="603250" cy="273050"/>
                <a:chOff x="8640762" y="3990149"/>
                <a:chExt cx="603250" cy="273050"/>
              </a:xfrm>
            </p:grpSpPr>
            <p:sp>
              <p:nvSpPr>
                <p:cNvPr id="27" name="Google Shape;27;p2"/>
                <p:cNvSpPr/>
                <p:nvPr/>
              </p:nvSpPr>
              <p:spPr>
                <a:xfrm>
                  <a:off x="8640762" y="4152074"/>
                  <a:ext cx="222250" cy="111125"/>
                </a:xfrm>
                <a:custGeom>
                  <a:rect b="b" l="l" r="r" t="t"/>
                  <a:pathLst>
                    <a:path extrusionOk="0" h="111125" w="222250">
                      <a:moveTo>
                        <a:pt x="0" y="111125"/>
                      </a:moveTo>
                      <a:cubicBezTo>
                        <a:pt x="0" y="49784"/>
                        <a:pt x="49784" y="0"/>
                        <a:pt x="111125" y="0"/>
                      </a:cubicBezTo>
                      <a:cubicBezTo>
                        <a:pt x="172466" y="0"/>
                        <a:pt x="222250" y="49784"/>
                        <a:pt x="222250" y="111125"/>
                      </a:cubicBezTo>
                      <a:lnTo>
                        <a:pt x="0" y="111125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" name="Google Shape;28;p2"/>
                <p:cNvSpPr/>
                <p:nvPr/>
              </p:nvSpPr>
              <p:spPr>
                <a:xfrm>
                  <a:off x="8863012" y="3990149"/>
                  <a:ext cx="381000" cy="19050"/>
                </a:xfrm>
                <a:custGeom>
                  <a:rect b="b" l="l" r="r" t="t"/>
                  <a:pathLst>
                    <a:path extrusionOk="0" h="19050" w="381000">
                      <a:moveTo>
                        <a:pt x="0" y="0"/>
                      </a:moveTo>
                      <a:lnTo>
                        <a:pt x="381000" y="0"/>
                      </a:lnTo>
                      <a:lnTo>
                        <a:pt x="381000" y="19050"/>
                      </a:lnTo>
                      <a:lnTo>
                        <a:pt x="0" y="1905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29" name="Google Shape;29;p2"/>
              <p:cNvSpPr/>
              <p:nvPr/>
            </p:nvSpPr>
            <p:spPr>
              <a:xfrm>
                <a:off x="8812318" y="921651"/>
                <a:ext cx="471011" cy="47101"/>
              </a:xfrm>
              <a:custGeom>
                <a:rect b="b" l="l" r="r" t="t"/>
                <a:pathLst>
                  <a:path extrusionOk="0" h="19050" w="190500">
                    <a:moveTo>
                      <a:pt x="0" y="0"/>
                    </a:moveTo>
                    <a:lnTo>
                      <a:pt x="190500" y="0"/>
                    </a:lnTo>
                    <a:lnTo>
                      <a:pt x="190500" y="19050"/>
                    </a:lnTo>
                    <a:lnTo>
                      <a:pt x="0" y="1905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" name="Google Shape;30;p2"/>
              <p:cNvSpPr/>
              <p:nvPr/>
            </p:nvSpPr>
            <p:spPr>
              <a:xfrm>
                <a:off x="975455" y="258212"/>
                <a:ext cx="190500" cy="19050"/>
              </a:xfrm>
              <a:custGeom>
                <a:rect b="b" l="l" r="r" t="t"/>
                <a:pathLst>
                  <a:path extrusionOk="0" h="19050" w="190500">
                    <a:moveTo>
                      <a:pt x="0" y="0"/>
                    </a:moveTo>
                    <a:lnTo>
                      <a:pt x="190500" y="0"/>
                    </a:lnTo>
                    <a:lnTo>
                      <a:pt x="190500" y="19050"/>
                    </a:lnTo>
                    <a:lnTo>
                      <a:pt x="0" y="1905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" name="Google Shape;31;p2"/>
              <p:cNvSpPr/>
              <p:nvPr/>
            </p:nvSpPr>
            <p:spPr>
              <a:xfrm>
                <a:off x="8553571" y="1085849"/>
                <a:ext cx="222250" cy="111125"/>
              </a:xfrm>
              <a:custGeom>
                <a:rect b="b" l="l" r="r" t="t"/>
                <a:pathLst>
                  <a:path extrusionOk="0" h="111125" w="222250">
                    <a:moveTo>
                      <a:pt x="0" y="111125"/>
                    </a:moveTo>
                    <a:cubicBezTo>
                      <a:pt x="0" y="49784"/>
                      <a:pt x="49721" y="0"/>
                      <a:pt x="111125" y="0"/>
                    </a:cubicBezTo>
                    <a:cubicBezTo>
                      <a:pt x="172530" y="0"/>
                      <a:pt x="222250" y="49784"/>
                      <a:pt x="222250" y="111125"/>
                    </a:cubicBezTo>
                    <a:lnTo>
                      <a:pt x="0" y="111125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"/>
          <p:cNvSpPr txBox="1"/>
          <p:nvPr>
            <p:ph type="title"/>
          </p:nvPr>
        </p:nvSpPr>
        <p:spPr>
          <a:xfrm>
            <a:off x="4593375" y="2531900"/>
            <a:ext cx="3273600" cy="800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4" name="Google Shape;34;p3"/>
          <p:cNvSpPr txBox="1"/>
          <p:nvPr>
            <p:ph hasCustomPrompt="1" idx="2" type="title"/>
          </p:nvPr>
        </p:nvSpPr>
        <p:spPr>
          <a:xfrm>
            <a:off x="5019007" y="1458373"/>
            <a:ext cx="1268400" cy="7722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8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35" name="Google Shape;35;p3"/>
          <p:cNvSpPr txBox="1"/>
          <p:nvPr>
            <p:ph idx="1" type="subTitle"/>
          </p:nvPr>
        </p:nvSpPr>
        <p:spPr>
          <a:xfrm>
            <a:off x="4593375" y="3332300"/>
            <a:ext cx="3273600" cy="71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9" name="Google Shape;39;p4"/>
          <p:cNvSpPr txBox="1"/>
          <p:nvPr>
            <p:ph idx="1" type="body"/>
          </p:nvPr>
        </p:nvSpPr>
        <p:spPr>
          <a:xfrm>
            <a:off x="720000" y="1264225"/>
            <a:ext cx="77040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Darker Grotesque SemiBold"/>
              <a:buChar char="●"/>
              <a:defRPr sz="1200"/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●"/>
              <a:defRPr>
                <a:solidFill>
                  <a:srgbClr val="434343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●"/>
              <a:defRPr>
                <a:solidFill>
                  <a:srgbClr val="434343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grpSp>
        <p:nvGrpSpPr>
          <p:cNvPr id="40" name="Google Shape;40;p4"/>
          <p:cNvGrpSpPr/>
          <p:nvPr/>
        </p:nvGrpSpPr>
        <p:grpSpPr>
          <a:xfrm flipH="1" rot="1258319">
            <a:off x="660234" y="4814271"/>
            <a:ext cx="5696067" cy="5375422"/>
            <a:chOff x="-2482208" y="3351602"/>
            <a:chExt cx="1509803" cy="1507801"/>
          </a:xfrm>
        </p:grpSpPr>
        <p:sp>
          <p:nvSpPr>
            <p:cNvPr id="41" name="Google Shape;41;p4"/>
            <p:cNvSpPr/>
            <p:nvPr/>
          </p:nvSpPr>
          <p:spPr>
            <a:xfrm>
              <a:off x="-2482208" y="3351602"/>
              <a:ext cx="1509803" cy="1507801"/>
            </a:xfrm>
            <a:custGeom>
              <a:rect b="b" l="l" r="r" t="t"/>
              <a:pathLst>
                <a:path extrusionOk="0" h="1507801" w="1509803">
                  <a:moveTo>
                    <a:pt x="1509803" y="755000"/>
                  </a:moveTo>
                  <a:cubicBezTo>
                    <a:pt x="1509866" y="791703"/>
                    <a:pt x="1505104" y="840535"/>
                    <a:pt x="1499770" y="876793"/>
                  </a:cubicBezTo>
                  <a:cubicBezTo>
                    <a:pt x="1496595" y="898383"/>
                    <a:pt x="1490753" y="927022"/>
                    <a:pt x="1484466" y="947977"/>
                  </a:cubicBezTo>
                  <a:cubicBezTo>
                    <a:pt x="1484466" y="948040"/>
                    <a:pt x="1484466" y="948040"/>
                    <a:pt x="1484466" y="948040"/>
                  </a:cubicBezTo>
                  <a:cubicBezTo>
                    <a:pt x="1479323" y="964994"/>
                    <a:pt x="1472909" y="987791"/>
                    <a:pt x="1467004" y="1004492"/>
                  </a:cubicBezTo>
                  <a:cubicBezTo>
                    <a:pt x="1466940" y="1004555"/>
                    <a:pt x="1466940" y="1004682"/>
                    <a:pt x="1466940" y="1004746"/>
                  </a:cubicBezTo>
                  <a:cubicBezTo>
                    <a:pt x="1460463" y="1022843"/>
                    <a:pt x="1451510" y="1046910"/>
                    <a:pt x="1443064" y="1064118"/>
                  </a:cubicBezTo>
                  <a:cubicBezTo>
                    <a:pt x="1435381" y="1079739"/>
                    <a:pt x="1425538" y="1100694"/>
                    <a:pt x="1417156" y="1115871"/>
                  </a:cubicBezTo>
                  <a:cubicBezTo>
                    <a:pt x="1407822" y="1132698"/>
                    <a:pt x="1394550" y="1154733"/>
                    <a:pt x="1383946" y="1170735"/>
                  </a:cubicBezTo>
                  <a:cubicBezTo>
                    <a:pt x="1352704" y="1217724"/>
                    <a:pt x="1321906" y="1252078"/>
                    <a:pt x="1308825" y="1265985"/>
                  </a:cubicBezTo>
                  <a:cubicBezTo>
                    <a:pt x="1289140" y="1286876"/>
                    <a:pt x="1261708" y="1315006"/>
                    <a:pt x="1219671" y="1347899"/>
                  </a:cubicBezTo>
                  <a:cubicBezTo>
                    <a:pt x="1207543" y="1357361"/>
                    <a:pt x="1191096" y="1369553"/>
                    <a:pt x="1178269" y="1378062"/>
                  </a:cubicBezTo>
                  <a:cubicBezTo>
                    <a:pt x="1160870" y="1389555"/>
                    <a:pt x="1136994" y="1403906"/>
                    <a:pt x="1118960" y="1414321"/>
                  </a:cubicBezTo>
                  <a:cubicBezTo>
                    <a:pt x="1089306" y="1431466"/>
                    <a:pt x="1043141" y="1450960"/>
                    <a:pt x="1033489" y="1454643"/>
                  </a:cubicBezTo>
                  <a:cubicBezTo>
                    <a:pt x="1017170" y="1460866"/>
                    <a:pt x="995199" y="1468740"/>
                    <a:pt x="978562" y="1473947"/>
                  </a:cubicBezTo>
                  <a:cubicBezTo>
                    <a:pt x="962433" y="1478964"/>
                    <a:pt x="940589" y="1484742"/>
                    <a:pt x="924142" y="1488552"/>
                  </a:cubicBezTo>
                  <a:cubicBezTo>
                    <a:pt x="895123" y="1495220"/>
                    <a:pt x="865849" y="1500236"/>
                    <a:pt x="836449" y="1503411"/>
                  </a:cubicBezTo>
                  <a:cubicBezTo>
                    <a:pt x="815811" y="1505634"/>
                    <a:pt x="795110" y="1507030"/>
                    <a:pt x="774409" y="1507539"/>
                  </a:cubicBezTo>
                  <a:cubicBezTo>
                    <a:pt x="754089" y="1508110"/>
                    <a:pt x="733706" y="1507729"/>
                    <a:pt x="713259" y="1506586"/>
                  </a:cubicBezTo>
                  <a:cubicBezTo>
                    <a:pt x="690526" y="1505379"/>
                    <a:pt x="667729" y="1503093"/>
                    <a:pt x="644933" y="1499728"/>
                  </a:cubicBezTo>
                  <a:cubicBezTo>
                    <a:pt x="630836" y="1497696"/>
                    <a:pt x="618009" y="1495347"/>
                    <a:pt x="607150" y="1493187"/>
                  </a:cubicBezTo>
                  <a:cubicBezTo>
                    <a:pt x="593244" y="1490393"/>
                    <a:pt x="582576" y="1487854"/>
                    <a:pt x="576480" y="1486393"/>
                  </a:cubicBezTo>
                  <a:cubicBezTo>
                    <a:pt x="546762" y="1479345"/>
                    <a:pt x="517806" y="1469566"/>
                    <a:pt x="517552" y="1469502"/>
                  </a:cubicBezTo>
                  <a:cubicBezTo>
                    <a:pt x="488532" y="1459533"/>
                    <a:pt x="476086" y="1455024"/>
                    <a:pt x="440844" y="1439340"/>
                  </a:cubicBezTo>
                  <a:cubicBezTo>
                    <a:pt x="422873" y="1431339"/>
                    <a:pt x="399442" y="1419337"/>
                    <a:pt x="382424" y="1409431"/>
                  </a:cubicBezTo>
                  <a:cubicBezTo>
                    <a:pt x="369343" y="1401811"/>
                    <a:pt x="351944" y="1391651"/>
                    <a:pt x="339498" y="1383079"/>
                  </a:cubicBezTo>
                  <a:cubicBezTo>
                    <a:pt x="319686" y="1369426"/>
                    <a:pt x="293778" y="1350503"/>
                    <a:pt x="274982" y="1335454"/>
                  </a:cubicBezTo>
                  <a:cubicBezTo>
                    <a:pt x="249264" y="1314879"/>
                    <a:pt x="218403" y="1283574"/>
                    <a:pt x="195607" y="1259889"/>
                  </a:cubicBezTo>
                  <a:cubicBezTo>
                    <a:pt x="180621" y="1244267"/>
                    <a:pt x="162079" y="1222042"/>
                    <a:pt x="149760" y="1204262"/>
                  </a:cubicBezTo>
                  <a:cubicBezTo>
                    <a:pt x="138330" y="1187753"/>
                    <a:pt x="122836" y="1166035"/>
                    <a:pt x="112168" y="1149017"/>
                  </a:cubicBezTo>
                  <a:cubicBezTo>
                    <a:pt x="103024" y="1134349"/>
                    <a:pt x="91848" y="1114156"/>
                    <a:pt x="83783" y="1098853"/>
                  </a:cubicBezTo>
                  <a:cubicBezTo>
                    <a:pt x="74639" y="1081517"/>
                    <a:pt x="63908" y="1057641"/>
                    <a:pt x="56351" y="1039543"/>
                  </a:cubicBezTo>
                  <a:cubicBezTo>
                    <a:pt x="49620" y="1023287"/>
                    <a:pt x="42254" y="1000935"/>
                    <a:pt x="36222" y="984362"/>
                  </a:cubicBezTo>
                  <a:cubicBezTo>
                    <a:pt x="29554" y="965947"/>
                    <a:pt x="22823" y="940547"/>
                    <a:pt x="19013" y="921370"/>
                  </a:cubicBezTo>
                  <a:cubicBezTo>
                    <a:pt x="11965" y="885810"/>
                    <a:pt x="4345" y="837867"/>
                    <a:pt x="1868" y="801736"/>
                  </a:cubicBezTo>
                  <a:cubicBezTo>
                    <a:pt x="-481" y="768589"/>
                    <a:pt x="-1116" y="724012"/>
                    <a:pt x="2948" y="691055"/>
                  </a:cubicBezTo>
                  <a:cubicBezTo>
                    <a:pt x="5361" y="671371"/>
                    <a:pt x="7139" y="644891"/>
                    <a:pt x="11266" y="625460"/>
                  </a:cubicBezTo>
                  <a:cubicBezTo>
                    <a:pt x="15013" y="607934"/>
                    <a:pt x="19267" y="584312"/>
                    <a:pt x="23776" y="566977"/>
                  </a:cubicBezTo>
                  <a:cubicBezTo>
                    <a:pt x="28665" y="548117"/>
                    <a:pt x="35460" y="522907"/>
                    <a:pt x="42572" y="504747"/>
                  </a:cubicBezTo>
                  <a:cubicBezTo>
                    <a:pt x="48985" y="488427"/>
                    <a:pt x="56923" y="466392"/>
                    <a:pt x="64035" y="450391"/>
                  </a:cubicBezTo>
                  <a:cubicBezTo>
                    <a:pt x="71972" y="432610"/>
                    <a:pt x="83402" y="409242"/>
                    <a:pt x="92737" y="392161"/>
                  </a:cubicBezTo>
                  <a:cubicBezTo>
                    <a:pt x="100992" y="377111"/>
                    <a:pt x="112676" y="357427"/>
                    <a:pt x="122137" y="343139"/>
                  </a:cubicBezTo>
                  <a:cubicBezTo>
                    <a:pt x="133059" y="326629"/>
                    <a:pt x="147918" y="304722"/>
                    <a:pt x="160555" y="289481"/>
                  </a:cubicBezTo>
                  <a:cubicBezTo>
                    <a:pt x="181700" y="263954"/>
                    <a:pt x="210720" y="230490"/>
                    <a:pt x="234850" y="207757"/>
                  </a:cubicBezTo>
                  <a:cubicBezTo>
                    <a:pt x="249328" y="194168"/>
                    <a:pt x="269394" y="176832"/>
                    <a:pt x="284761" y="164323"/>
                  </a:cubicBezTo>
                  <a:cubicBezTo>
                    <a:pt x="296762" y="154544"/>
                    <a:pt x="313272" y="142225"/>
                    <a:pt x="326163" y="133653"/>
                  </a:cubicBezTo>
                  <a:cubicBezTo>
                    <a:pt x="336894" y="126477"/>
                    <a:pt x="349975" y="118159"/>
                    <a:pt x="362675" y="110348"/>
                  </a:cubicBezTo>
                  <a:cubicBezTo>
                    <a:pt x="370422" y="105522"/>
                    <a:pt x="378106" y="100950"/>
                    <a:pt x="384964" y="96949"/>
                  </a:cubicBezTo>
                  <a:cubicBezTo>
                    <a:pt x="396330" y="90282"/>
                    <a:pt x="411888" y="82091"/>
                    <a:pt x="423826" y="76503"/>
                  </a:cubicBezTo>
                  <a:cubicBezTo>
                    <a:pt x="435510" y="71042"/>
                    <a:pt x="451004" y="63803"/>
                    <a:pt x="462878" y="58723"/>
                  </a:cubicBezTo>
                  <a:cubicBezTo>
                    <a:pt x="472784" y="54531"/>
                    <a:pt x="486310" y="49451"/>
                    <a:pt x="496343" y="45642"/>
                  </a:cubicBezTo>
                  <a:cubicBezTo>
                    <a:pt x="512726" y="39418"/>
                    <a:pt x="535141" y="32560"/>
                    <a:pt x="552032" y="27861"/>
                  </a:cubicBezTo>
                  <a:cubicBezTo>
                    <a:pt x="560224" y="25575"/>
                    <a:pt x="571146" y="22591"/>
                    <a:pt x="579464" y="20749"/>
                  </a:cubicBezTo>
                  <a:cubicBezTo>
                    <a:pt x="595149" y="17257"/>
                    <a:pt x="616167" y="12875"/>
                    <a:pt x="632042" y="10081"/>
                  </a:cubicBezTo>
                  <a:cubicBezTo>
                    <a:pt x="643853" y="7986"/>
                    <a:pt x="671539" y="4176"/>
                    <a:pt x="692939" y="2525"/>
                  </a:cubicBezTo>
                  <a:cubicBezTo>
                    <a:pt x="714719" y="874"/>
                    <a:pt x="772504" y="-3508"/>
                    <a:pt x="846228" y="5510"/>
                  </a:cubicBezTo>
                  <a:cubicBezTo>
                    <a:pt x="865151" y="7859"/>
                    <a:pt x="881216" y="10462"/>
                    <a:pt x="892265" y="12494"/>
                  </a:cubicBezTo>
                  <a:cubicBezTo>
                    <a:pt x="902489" y="14336"/>
                    <a:pt x="908394" y="15669"/>
                    <a:pt x="908521" y="15669"/>
                  </a:cubicBezTo>
                  <a:cubicBezTo>
                    <a:pt x="923825" y="19098"/>
                    <a:pt x="944145" y="23988"/>
                    <a:pt x="959258" y="28052"/>
                  </a:cubicBezTo>
                  <a:cubicBezTo>
                    <a:pt x="963258" y="29131"/>
                    <a:pt x="967894" y="30465"/>
                    <a:pt x="972466" y="31862"/>
                  </a:cubicBezTo>
                  <a:cubicBezTo>
                    <a:pt x="979387" y="33957"/>
                    <a:pt x="986563" y="36243"/>
                    <a:pt x="992468" y="38212"/>
                  </a:cubicBezTo>
                  <a:cubicBezTo>
                    <a:pt x="1004025" y="42022"/>
                    <a:pt x="1019329" y="47610"/>
                    <a:pt x="1030695" y="52055"/>
                  </a:cubicBezTo>
                  <a:cubicBezTo>
                    <a:pt x="1039458" y="55548"/>
                    <a:pt x="1050253" y="60119"/>
                    <a:pt x="1059969" y="64374"/>
                  </a:cubicBezTo>
                  <a:cubicBezTo>
                    <a:pt x="1060794" y="64692"/>
                    <a:pt x="1061556" y="65073"/>
                    <a:pt x="1062382" y="65454"/>
                  </a:cubicBezTo>
                  <a:cubicBezTo>
                    <a:pt x="1063525" y="65961"/>
                    <a:pt x="1064731" y="66533"/>
                    <a:pt x="1065874" y="67041"/>
                  </a:cubicBezTo>
                  <a:cubicBezTo>
                    <a:pt x="1067017" y="67549"/>
                    <a:pt x="1068097" y="67993"/>
                    <a:pt x="1069240" y="68501"/>
                  </a:cubicBezTo>
                  <a:cubicBezTo>
                    <a:pt x="1072097" y="69772"/>
                    <a:pt x="1075018" y="71105"/>
                    <a:pt x="1078130" y="72629"/>
                  </a:cubicBezTo>
                  <a:cubicBezTo>
                    <a:pt x="1084734" y="75741"/>
                    <a:pt x="1091782" y="79297"/>
                    <a:pt x="1098767" y="82916"/>
                  </a:cubicBezTo>
                  <a:cubicBezTo>
                    <a:pt x="1108927" y="88186"/>
                    <a:pt x="1119087" y="93711"/>
                    <a:pt x="1127723" y="98410"/>
                  </a:cubicBezTo>
                  <a:cubicBezTo>
                    <a:pt x="1134645" y="102665"/>
                    <a:pt x="1142265" y="107363"/>
                    <a:pt x="1150139" y="112253"/>
                  </a:cubicBezTo>
                  <a:cubicBezTo>
                    <a:pt x="1171856" y="125779"/>
                    <a:pt x="1195478" y="141018"/>
                    <a:pt x="1213258" y="155052"/>
                  </a:cubicBezTo>
                  <a:cubicBezTo>
                    <a:pt x="1229831" y="168133"/>
                    <a:pt x="1251485" y="186104"/>
                    <a:pt x="1267106" y="200264"/>
                  </a:cubicBezTo>
                  <a:cubicBezTo>
                    <a:pt x="1269328" y="202232"/>
                    <a:pt x="1271614" y="204392"/>
                    <a:pt x="1274027" y="206550"/>
                  </a:cubicBezTo>
                  <a:cubicBezTo>
                    <a:pt x="1279171" y="211376"/>
                    <a:pt x="1284568" y="216647"/>
                    <a:pt x="1289775" y="221917"/>
                  </a:cubicBezTo>
                  <a:cubicBezTo>
                    <a:pt x="1289839" y="221981"/>
                    <a:pt x="1289902" y="222044"/>
                    <a:pt x="1289966" y="222108"/>
                  </a:cubicBezTo>
                  <a:cubicBezTo>
                    <a:pt x="1295871" y="228013"/>
                    <a:pt x="1301586" y="233982"/>
                    <a:pt x="1306412" y="239253"/>
                  </a:cubicBezTo>
                  <a:cubicBezTo>
                    <a:pt x="1307682" y="240586"/>
                    <a:pt x="1308952" y="242047"/>
                    <a:pt x="1310286" y="243507"/>
                  </a:cubicBezTo>
                  <a:cubicBezTo>
                    <a:pt x="1319620" y="253922"/>
                    <a:pt x="1330352" y="266304"/>
                    <a:pt x="1339940" y="277861"/>
                  </a:cubicBezTo>
                  <a:cubicBezTo>
                    <a:pt x="1343941" y="282687"/>
                    <a:pt x="1347814" y="287386"/>
                    <a:pt x="1351243" y="291704"/>
                  </a:cubicBezTo>
                  <a:cubicBezTo>
                    <a:pt x="1361848" y="305103"/>
                    <a:pt x="1375056" y="323708"/>
                    <a:pt x="1384517" y="337932"/>
                  </a:cubicBezTo>
                  <a:cubicBezTo>
                    <a:pt x="1395503" y="354442"/>
                    <a:pt x="1409092" y="377175"/>
                    <a:pt x="1418617" y="394510"/>
                  </a:cubicBezTo>
                  <a:cubicBezTo>
                    <a:pt x="1427062" y="409750"/>
                    <a:pt x="1436841" y="430832"/>
                    <a:pt x="1444334" y="446580"/>
                  </a:cubicBezTo>
                  <a:cubicBezTo>
                    <a:pt x="1452780" y="464234"/>
                    <a:pt x="1461860" y="488744"/>
                    <a:pt x="1468401" y="507223"/>
                  </a:cubicBezTo>
                  <a:cubicBezTo>
                    <a:pt x="1474243" y="523987"/>
                    <a:pt x="1480402" y="546847"/>
                    <a:pt x="1485546" y="563865"/>
                  </a:cubicBezTo>
                  <a:cubicBezTo>
                    <a:pt x="1491197" y="582661"/>
                    <a:pt x="1496722" y="608442"/>
                    <a:pt x="1499262" y="627936"/>
                  </a:cubicBezTo>
                  <a:cubicBezTo>
                    <a:pt x="1501548" y="645971"/>
                    <a:pt x="1505421" y="669973"/>
                    <a:pt x="1506882" y="688071"/>
                  </a:cubicBezTo>
                  <a:cubicBezTo>
                    <a:pt x="1508660" y="708073"/>
                    <a:pt x="1509803" y="734934"/>
                    <a:pt x="1509803" y="7550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4"/>
            <p:cNvSpPr/>
            <p:nvPr/>
          </p:nvSpPr>
          <p:spPr>
            <a:xfrm>
              <a:off x="-2229486" y="3409650"/>
              <a:ext cx="564133" cy="751379"/>
            </a:xfrm>
            <a:custGeom>
              <a:rect b="b" l="l" r="r" t="t"/>
              <a:pathLst>
                <a:path extrusionOk="0" h="751379" w="564133">
                  <a:moveTo>
                    <a:pt x="561565" y="167235"/>
                  </a:moveTo>
                  <a:cubicBezTo>
                    <a:pt x="555914" y="175236"/>
                    <a:pt x="541944" y="178792"/>
                    <a:pt x="532673" y="179935"/>
                  </a:cubicBezTo>
                  <a:cubicBezTo>
                    <a:pt x="524291" y="180951"/>
                    <a:pt x="516417" y="177077"/>
                    <a:pt x="508225" y="177966"/>
                  </a:cubicBezTo>
                  <a:cubicBezTo>
                    <a:pt x="495335" y="179363"/>
                    <a:pt x="484159" y="191682"/>
                    <a:pt x="477555" y="201779"/>
                  </a:cubicBezTo>
                  <a:cubicBezTo>
                    <a:pt x="476094" y="204001"/>
                    <a:pt x="479650" y="206033"/>
                    <a:pt x="481047" y="203874"/>
                  </a:cubicBezTo>
                  <a:cubicBezTo>
                    <a:pt x="481238" y="203557"/>
                    <a:pt x="481492" y="203239"/>
                    <a:pt x="481746" y="202922"/>
                  </a:cubicBezTo>
                  <a:cubicBezTo>
                    <a:pt x="485873" y="200699"/>
                    <a:pt x="490064" y="198540"/>
                    <a:pt x="494573" y="197143"/>
                  </a:cubicBezTo>
                  <a:cubicBezTo>
                    <a:pt x="497049" y="196191"/>
                    <a:pt x="499589" y="195683"/>
                    <a:pt x="502193" y="195492"/>
                  </a:cubicBezTo>
                  <a:cubicBezTo>
                    <a:pt x="504415" y="198350"/>
                    <a:pt x="506638" y="201271"/>
                    <a:pt x="508860" y="204128"/>
                  </a:cubicBezTo>
                  <a:cubicBezTo>
                    <a:pt x="508797" y="207430"/>
                    <a:pt x="503336" y="210732"/>
                    <a:pt x="502828" y="214669"/>
                  </a:cubicBezTo>
                  <a:cubicBezTo>
                    <a:pt x="502320" y="218289"/>
                    <a:pt x="503907" y="221019"/>
                    <a:pt x="506574" y="223305"/>
                  </a:cubicBezTo>
                  <a:cubicBezTo>
                    <a:pt x="508543" y="225020"/>
                    <a:pt x="511083" y="225718"/>
                    <a:pt x="513178" y="227179"/>
                  </a:cubicBezTo>
                  <a:cubicBezTo>
                    <a:pt x="522894" y="233846"/>
                    <a:pt x="523021" y="244133"/>
                    <a:pt x="510067" y="248832"/>
                  </a:cubicBezTo>
                  <a:cubicBezTo>
                    <a:pt x="502891" y="251436"/>
                    <a:pt x="494700" y="251817"/>
                    <a:pt x="487270" y="253976"/>
                  </a:cubicBezTo>
                  <a:cubicBezTo>
                    <a:pt x="480349" y="256008"/>
                    <a:pt x="473618" y="258484"/>
                    <a:pt x="467077" y="261405"/>
                  </a:cubicBezTo>
                  <a:cubicBezTo>
                    <a:pt x="452726" y="267819"/>
                    <a:pt x="438947" y="276391"/>
                    <a:pt x="427453" y="287123"/>
                  </a:cubicBezTo>
                  <a:cubicBezTo>
                    <a:pt x="409546" y="299315"/>
                    <a:pt x="388972" y="301537"/>
                    <a:pt x="377860" y="322302"/>
                  </a:cubicBezTo>
                  <a:cubicBezTo>
                    <a:pt x="371002" y="335129"/>
                    <a:pt x="365668" y="348464"/>
                    <a:pt x="354809" y="358687"/>
                  </a:cubicBezTo>
                  <a:cubicBezTo>
                    <a:pt x="346046" y="366942"/>
                    <a:pt x="335442" y="372721"/>
                    <a:pt x="325218" y="378880"/>
                  </a:cubicBezTo>
                  <a:cubicBezTo>
                    <a:pt x="307756" y="389358"/>
                    <a:pt x="293214" y="400915"/>
                    <a:pt x="285848" y="420536"/>
                  </a:cubicBezTo>
                  <a:cubicBezTo>
                    <a:pt x="277339" y="443015"/>
                    <a:pt x="277720" y="469114"/>
                    <a:pt x="262290" y="488481"/>
                  </a:cubicBezTo>
                  <a:cubicBezTo>
                    <a:pt x="255559" y="464669"/>
                    <a:pt x="265909" y="431014"/>
                    <a:pt x="241843" y="415710"/>
                  </a:cubicBezTo>
                  <a:cubicBezTo>
                    <a:pt x="233334" y="410313"/>
                    <a:pt x="217332" y="405550"/>
                    <a:pt x="207299" y="408979"/>
                  </a:cubicBezTo>
                  <a:cubicBezTo>
                    <a:pt x="203171" y="410313"/>
                    <a:pt x="202155" y="412345"/>
                    <a:pt x="200314" y="415964"/>
                  </a:cubicBezTo>
                  <a:cubicBezTo>
                    <a:pt x="198663" y="419139"/>
                    <a:pt x="198218" y="424092"/>
                    <a:pt x="195043" y="426696"/>
                  </a:cubicBezTo>
                  <a:cubicBezTo>
                    <a:pt x="192313" y="428982"/>
                    <a:pt x="185518" y="428410"/>
                    <a:pt x="182661" y="427648"/>
                  </a:cubicBezTo>
                  <a:cubicBezTo>
                    <a:pt x="177644" y="426251"/>
                    <a:pt x="173263" y="423076"/>
                    <a:pt x="168818" y="420600"/>
                  </a:cubicBezTo>
                  <a:cubicBezTo>
                    <a:pt x="156689" y="414123"/>
                    <a:pt x="147482" y="414440"/>
                    <a:pt x="136369" y="422695"/>
                  </a:cubicBezTo>
                  <a:cubicBezTo>
                    <a:pt x="123161" y="432601"/>
                    <a:pt x="112747" y="445936"/>
                    <a:pt x="102460" y="458700"/>
                  </a:cubicBezTo>
                  <a:cubicBezTo>
                    <a:pt x="84553" y="480861"/>
                    <a:pt x="64741" y="508357"/>
                    <a:pt x="70520" y="538583"/>
                  </a:cubicBezTo>
                  <a:cubicBezTo>
                    <a:pt x="72869" y="551092"/>
                    <a:pt x="80362" y="562967"/>
                    <a:pt x="92808" y="567221"/>
                  </a:cubicBezTo>
                  <a:cubicBezTo>
                    <a:pt x="103603" y="570904"/>
                    <a:pt x="116367" y="568555"/>
                    <a:pt x="123098" y="558966"/>
                  </a:cubicBezTo>
                  <a:cubicBezTo>
                    <a:pt x="123415" y="558522"/>
                    <a:pt x="123415" y="558014"/>
                    <a:pt x="123288" y="557569"/>
                  </a:cubicBezTo>
                  <a:cubicBezTo>
                    <a:pt x="134210" y="546266"/>
                    <a:pt x="144180" y="534138"/>
                    <a:pt x="160055" y="529375"/>
                  </a:cubicBezTo>
                  <a:cubicBezTo>
                    <a:pt x="165770" y="527661"/>
                    <a:pt x="172437" y="526645"/>
                    <a:pt x="178343" y="528169"/>
                  </a:cubicBezTo>
                  <a:cubicBezTo>
                    <a:pt x="188884" y="531026"/>
                    <a:pt x="186344" y="543917"/>
                    <a:pt x="180629" y="550711"/>
                  </a:cubicBezTo>
                  <a:cubicBezTo>
                    <a:pt x="175993" y="556172"/>
                    <a:pt x="171104" y="561252"/>
                    <a:pt x="166976" y="567094"/>
                  </a:cubicBezTo>
                  <a:cubicBezTo>
                    <a:pt x="160436" y="576365"/>
                    <a:pt x="149958" y="591669"/>
                    <a:pt x="150466" y="603670"/>
                  </a:cubicBezTo>
                  <a:cubicBezTo>
                    <a:pt x="150784" y="610782"/>
                    <a:pt x="156181" y="614656"/>
                    <a:pt x="162404" y="616180"/>
                  </a:cubicBezTo>
                  <a:cubicBezTo>
                    <a:pt x="162595" y="616370"/>
                    <a:pt x="162722" y="616624"/>
                    <a:pt x="163039" y="616624"/>
                  </a:cubicBezTo>
                  <a:cubicBezTo>
                    <a:pt x="163928" y="616688"/>
                    <a:pt x="164944" y="616751"/>
                    <a:pt x="165960" y="616815"/>
                  </a:cubicBezTo>
                  <a:cubicBezTo>
                    <a:pt x="167548" y="617005"/>
                    <a:pt x="169199" y="617069"/>
                    <a:pt x="170723" y="617005"/>
                  </a:cubicBezTo>
                  <a:cubicBezTo>
                    <a:pt x="170977" y="617005"/>
                    <a:pt x="171167" y="616942"/>
                    <a:pt x="171358" y="616878"/>
                  </a:cubicBezTo>
                  <a:cubicBezTo>
                    <a:pt x="181772" y="616751"/>
                    <a:pt x="194408" y="616561"/>
                    <a:pt x="195424" y="627737"/>
                  </a:cubicBezTo>
                  <a:cubicBezTo>
                    <a:pt x="196250" y="636881"/>
                    <a:pt x="187423" y="648057"/>
                    <a:pt x="183867" y="656185"/>
                  </a:cubicBezTo>
                  <a:cubicBezTo>
                    <a:pt x="178724" y="668123"/>
                    <a:pt x="174596" y="681394"/>
                    <a:pt x="177454" y="694412"/>
                  </a:cubicBezTo>
                  <a:cubicBezTo>
                    <a:pt x="179676" y="704762"/>
                    <a:pt x="185963" y="715049"/>
                    <a:pt x="195742" y="719748"/>
                  </a:cubicBezTo>
                  <a:cubicBezTo>
                    <a:pt x="200568" y="722034"/>
                    <a:pt x="205775" y="720637"/>
                    <a:pt x="210347" y="722352"/>
                  </a:cubicBezTo>
                  <a:cubicBezTo>
                    <a:pt x="227428" y="728765"/>
                    <a:pt x="205838" y="756705"/>
                    <a:pt x="193964" y="750482"/>
                  </a:cubicBezTo>
                  <a:cubicBezTo>
                    <a:pt x="192313" y="748323"/>
                    <a:pt x="190662" y="744958"/>
                    <a:pt x="189201" y="743751"/>
                  </a:cubicBezTo>
                  <a:cubicBezTo>
                    <a:pt x="184883" y="740132"/>
                    <a:pt x="179295" y="738671"/>
                    <a:pt x="174977" y="734734"/>
                  </a:cubicBezTo>
                  <a:cubicBezTo>
                    <a:pt x="166405" y="726860"/>
                    <a:pt x="159610" y="716446"/>
                    <a:pt x="154530" y="706032"/>
                  </a:cubicBezTo>
                  <a:cubicBezTo>
                    <a:pt x="146783" y="690157"/>
                    <a:pt x="146910" y="666662"/>
                    <a:pt x="133448" y="654089"/>
                  </a:cubicBezTo>
                  <a:cubicBezTo>
                    <a:pt x="126209" y="647422"/>
                    <a:pt x="115732" y="646342"/>
                    <a:pt x="108302" y="639738"/>
                  </a:cubicBezTo>
                  <a:cubicBezTo>
                    <a:pt x="99666" y="632055"/>
                    <a:pt x="97825" y="622149"/>
                    <a:pt x="93570" y="612052"/>
                  </a:cubicBezTo>
                  <a:cubicBezTo>
                    <a:pt x="90713" y="605258"/>
                    <a:pt x="86077" y="601130"/>
                    <a:pt x="80807" y="599416"/>
                  </a:cubicBezTo>
                  <a:cubicBezTo>
                    <a:pt x="80616" y="599098"/>
                    <a:pt x="80362" y="598844"/>
                    <a:pt x="79854" y="598654"/>
                  </a:cubicBezTo>
                  <a:cubicBezTo>
                    <a:pt x="76743" y="597574"/>
                    <a:pt x="74393" y="597892"/>
                    <a:pt x="71599" y="598844"/>
                  </a:cubicBezTo>
                  <a:cubicBezTo>
                    <a:pt x="69059" y="599225"/>
                    <a:pt x="66519" y="600051"/>
                    <a:pt x="63979" y="601321"/>
                  </a:cubicBezTo>
                  <a:cubicBezTo>
                    <a:pt x="58899" y="602273"/>
                    <a:pt x="54137" y="601321"/>
                    <a:pt x="49374" y="596939"/>
                  </a:cubicBezTo>
                  <a:cubicBezTo>
                    <a:pt x="39595" y="587922"/>
                    <a:pt x="30007" y="578651"/>
                    <a:pt x="21752" y="568174"/>
                  </a:cubicBezTo>
                  <a:cubicBezTo>
                    <a:pt x="2575" y="543726"/>
                    <a:pt x="-2315" y="514897"/>
                    <a:pt x="924" y="484544"/>
                  </a:cubicBezTo>
                  <a:cubicBezTo>
                    <a:pt x="3972" y="455779"/>
                    <a:pt x="13243" y="428220"/>
                    <a:pt x="17116" y="399645"/>
                  </a:cubicBezTo>
                  <a:cubicBezTo>
                    <a:pt x="18958" y="386056"/>
                    <a:pt x="19085" y="372784"/>
                    <a:pt x="17942" y="359195"/>
                  </a:cubicBezTo>
                  <a:cubicBezTo>
                    <a:pt x="17688" y="344717"/>
                    <a:pt x="16164" y="330303"/>
                    <a:pt x="17180" y="315761"/>
                  </a:cubicBezTo>
                  <a:cubicBezTo>
                    <a:pt x="18704" y="293219"/>
                    <a:pt x="30134" y="275121"/>
                    <a:pt x="42389" y="256897"/>
                  </a:cubicBezTo>
                  <a:cubicBezTo>
                    <a:pt x="66075" y="221718"/>
                    <a:pt x="100873" y="192825"/>
                    <a:pt x="141068" y="177966"/>
                  </a:cubicBezTo>
                  <a:cubicBezTo>
                    <a:pt x="156880" y="172124"/>
                    <a:pt x="172755" y="169203"/>
                    <a:pt x="185582" y="157456"/>
                  </a:cubicBezTo>
                  <a:cubicBezTo>
                    <a:pt x="198853" y="145391"/>
                    <a:pt x="208124" y="129452"/>
                    <a:pt x="220634" y="116689"/>
                  </a:cubicBezTo>
                  <a:cubicBezTo>
                    <a:pt x="228127" y="109069"/>
                    <a:pt x="236255" y="102084"/>
                    <a:pt x="244891" y="95924"/>
                  </a:cubicBezTo>
                  <a:cubicBezTo>
                    <a:pt x="251114" y="91479"/>
                    <a:pt x="258035" y="87669"/>
                    <a:pt x="263433" y="82208"/>
                  </a:cubicBezTo>
                  <a:cubicBezTo>
                    <a:pt x="271434" y="74080"/>
                    <a:pt x="275307" y="62206"/>
                    <a:pt x="268132" y="52427"/>
                  </a:cubicBezTo>
                  <a:cubicBezTo>
                    <a:pt x="267560" y="51665"/>
                    <a:pt x="266290" y="52363"/>
                    <a:pt x="266862" y="53125"/>
                  </a:cubicBezTo>
                  <a:cubicBezTo>
                    <a:pt x="266925" y="53252"/>
                    <a:pt x="266989" y="53379"/>
                    <a:pt x="267052" y="53506"/>
                  </a:cubicBezTo>
                  <a:cubicBezTo>
                    <a:pt x="266227" y="52871"/>
                    <a:pt x="265338" y="52236"/>
                    <a:pt x="264258" y="51665"/>
                  </a:cubicBezTo>
                  <a:cubicBezTo>
                    <a:pt x="259496" y="49188"/>
                    <a:pt x="254035" y="49506"/>
                    <a:pt x="248891" y="50585"/>
                  </a:cubicBezTo>
                  <a:cubicBezTo>
                    <a:pt x="238287" y="52808"/>
                    <a:pt x="228952" y="57507"/>
                    <a:pt x="217967" y="58586"/>
                  </a:cubicBezTo>
                  <a:cubicBezTo>
                    <a:pt x="214538" y="58904"/>
                    <a:pt x="203679" y="60428"/>
                    <a:pt x="200949" y="58269"/>
                  </a:cubicBezTo>
                  <a:cubicBezTo>
                    <a:pt x="192186" y="51284"/>
                    <a:pt x="210220" y="45759"/>
                    <a:pt x="212569" y="45061"/>
                  </a:cubicBezTo>
                  <a:cubicBezTo>
                    <a:pt x="221586" y="42203"/>
                    <a:pt x="231238" y="40933"/>
                    <a:pt x="240509" y="39028"/>
                  </a:cubicBezTo>
                  <a:cubicBezTo>
                    <a:pt x="260956" y="34964"/>
                    <a:pt x="281403" y="30646"/>
                    <a:pt x="301152" y="23852"/>
                  </a:cubicBezTo>
                  <a:cubicBezTo>
                    <a:pt x="320202" y="17311"/>
                    <a:pt x="338109" y="7532"/>
                    <a:pt x="357667" y="2643"/>
                  </a:cubicBezTo>
                  <a:cubicBezTo>
                    <a:pt x="371891" y="-977"/>
                    <a:pt x="387893" y="-3136"/>
                    <a:pt x="396275" y="11787"/>
                  </a:cubicBezTo>
                  <a:cubicBezTo>
                    <a:pt x="398370" y="15597"/>
                    <a:pt x="397862" y="17565"/>
                    <a:pt x="402371" y="18835"/>
                  </a:cubicBezTo>
                  <a:cubicBezTo>
                    <a:pt x="407197" y="20296"/>
                    <a:pt x="412658" y="18454"/>
                    <a:pt x="417738" y="20042"/>
                  </a:cubicBezTo>
                  <a:cubicBezTo>
                    <a:pt x="425104" y="21820"/>
                    <a:pt x="428596" y="26709"/>
                    <a:pt x="428279" y="34774"/>
                  </a:cubicBezTo>
                  <a:cubicBezTo>
                    <a:pt x="428152" y="35726"/>
                    <a:pt x="428088" y="36679"/>
                    <a:pt x="428215" y="37631"/>
                  </a:cubicBezTo>
                  <a:cubicBezTo>
                    <a:pt x="429930" y="41187"/>
                    <a:pt x="430057" y="41505"/>
                    <a:pt x="434311" y="42203"/>
                  </a:cubicBezTo>
                  <a:cubicBezTo>
                    <a:pt x="442058" y="43410"/>
                    <a:pt x="452218" y="40743"/>
                    <a:pt x="459394" y="38393"/>
                  </a:cubicBezTo>
                  <a:cubicBezTo>
                    <a:pt x="463013" y="37250"/>
                    <a:pt x="466442" y="35790"/>
                    <a:pt x="469871" y="34202"/>
                  </a:cubicBezTo>
                  <a:cubicBezTo>
                    <a:pt x="472030" y="33123"/>
                    <a:pt x="474253" y="32043"/>
                    <a:pt x="476412" y="30964"/>
                  </a:cubicBezTo>
                  <a:cubicBezTo>
                    <a:pt x="482444" y="26392"/>
                    <a:pt x="487715" y="27979"/>
                    <a:pt x="492287" y="35726"/>
                  </a:cubicBezTo>
                  <a:cubicBezTo>
                    <a:pt x="491334" y="36679"/>
                    <a:pt x="491842" y="37949"/>
                    <a:pt x="492731" y="38520"/>
                  </a:cubicBezTo>
                  <a:cubicBezTo>
                    <a:pt x="486572" y="53189"/>
                    <a:pt x="468220" y="55665"/>
                    <a:pt x="453044" y="63476"/>
                  </a:cubicBezTo>
                  <a:cubicBezTo>
                    <a:pt x="439582" y="70334"/>
                    <a:pt x="422310" y="81319"/>
                    <a:pt x="412975" y="93448"/>
                  </a:cubicBezTo>
                  <a:cubicBezTo>
                    <a:pt x="409546" y="97893"/>
                    <a:pt x="407133" y="103735"/>
                    <a:pt x="408403" y="109450"/>
                  </a:cubicBezTo>
                  <a:cubicBezTo>
                    <a:pt x="410118" y="117197"/>
                    <a:pt x="418373" y="121007"/>
                    <a:pt x="420722" y="128563"/>
                  </a:cubicBezTo>
                  <a:cubicBezTo>
                    <a:pt x="425167" y="143232"/>
                    <a:pt x="417992" y="158980"/>
                    <a:pt x="427009" y="172632"/>
                  </a:cubicBezTo>
                  <a:cubicBezTo>
                    <a:pt x="427771" y="173775"/>
                    <a:pt x="429104" y="173648"/>
                    <a:pt x="429993" y="172950"/>
                  </a:cubicBezTo>
                  <a:cubicBezTo>
                    <a:pt x="430565" y="173140"/>
                    <a:pt x="431200" y="173013"/>
                    <a:pt x="431708" y="172378"/>
                  </a:cubicBezTo>
                  <a:cubicBezTo>
                    <a:pt x="447710" y="153836"/>
                    <a:pt x="464918" y="136374"/>
                    <a:pt x="472856" y="112688"/>
                  </a:cubicBezTo>
                  <a:cubicBezTo>
                    <a:pt x="476856" y="100814"/>
                    <a:pt x="479714" y="85891"/>
                    <a:pt x="489683" y="77319"/>
                  </a:cubicBezTo>
                  <a:cubicBezTo>
                    <a:pt x="495906" y="71985"/>
                    <a:pt x="508098" y="72302"/>
                    <a:pt x="510892" y="81002"/>
                  </a:cubicBezTo>
                  <a:cubicBezTo>
                    <a:pt x="511781" y="83796"/>
                    <a:pt x="511718" y="87034"/>
                    <a:pt x="511781" y="89955"/>
                  </a:cubicBezTo>
                  <a:cubicBezTo>
                    <a:pt x="511908" y="95035"/>
                    <a:pt x="511337" y="100179"/>
                    <a:pt x="511083" y="105259"/>
                  </a:cubicBezTo>
                  <a:cubicBezTo>
                    <a:pt x="510956" y="105386"/>
                    <a:pt x="510765" y="105513"/>
                    <a:pt x="510638" y="105576"/>
                  </a:cubicBezTo>
                  <a:cubicBezTo>
                    <a:pt x="510067" y="106148"/>
                    <a:pt x="510384" y="106973"/>
                    <a:pt x="510956" y="107354"/>
                  </a:cubicBezTo>
                  <a:cubicBezTo>
                    <a:pt x="510892" y="107735"/>
                    <a:pt x="510892" y="108180"/>
                    <a:pt x="510892" y="108561"/>
                  </a:cubicBezTo>
                  <a:cubicBezTo>
                    <a:pt x="510892" y="109323"/>
                    <a:pt x="512162" y="109513"/>
                    <a:pt x="512226" y="108751"/>
                  </a:cubicBezTo>
                  <a:cubicBezTo>
                    <a:pt x="512289" y="108180"/>
                    <a:pt x="512416" y="107608"/>
                    <a:pt x="512543" y="107037"/>
                  </a:cubicBezTo>
                  <a:cubicBezTo>
                    <a:pt x="515845" y="104497"/>
                    <a:pt x="519084" y="102020"/>
                    <a:pt x="522767" y="99988"/>
                  </a:cubicBezTo>
                  <a:cubicBezTo>
                    <a:pt x="525497" y="98401"/>
                    <a:pt x="528355" y="97131"/>
                    <a:pt x="531339" y="96051"/>
                  </a:cubicBezTo>
                  <a:cubicBezTo>
                    <a:pt x="534070" y="98337"/>
                    <a:pt x="536800" y="100623"/>
                    <a:pt x="539594" y="102846"/>
                  </a:cubicBezTo>
                  <a:cubicBezTo>
                    <a:pt x="540737" y="105449"/>
                    <a:pt x="539023" y="111101"/>
                    <a:pt x="539150" y="113958"/>
                  </a:cubicBezTo>
                  <a:cubicBezTo>
                    <a:pt x="539340" y="116244"/>
                    <a:pt x="539721" y="118594"/>
                    <a:pt x="540356" y="120753"/>
                  </a:cubicBezTo>
                  <a:cubicBezTo>
                    <a:pt x="541880" y="126404"/>
                    <a:pt x="544865" y="131548"/>
                    <a:pt x="548357" y="136183"/>
                  </a:cubicBezTo>
                  <a:cubicBezTo>
                    <a:pt x="554580" y="145073"/>
                    <a:pt x="570265" y="154916"/>
                    <a:pt x="561565" y="16723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p4"/>
            <p:cNvSpPr/>
            <p:nvPr/>
          </p:nvSpPr>
          <p:spPr>
            <a:xfrm>
              <a:off x="-1722403" y="3384353"/>
              <a:ext cx="98344" cy="110816"/>
            </a:xfrm>
            <a:custGeom>
              <a:rect b="b" l="l" r="r" t="t"/>
              <a:pathLst>
                <a:path extrusionOk="0" h="110816" w="98344">
                  <a:moveTo>
                    <a:pt x="96964" y="103505"/>
                  </a:moveTo>
                  <a:cubicBezTo>
                    <a:pt x="97282" y="105410"/>
                    <a:pt x="97663" y="107315"/>
                    <a:pt x="98044" y="109220"/>
                  </a:cubicBezTo>
                  <a:cubicBezTo>
                    <a:pt x="93789" y="111570"/>
                    <a:pt x="90233" y="111316"/>
                    <a:pt x="87376" y="108522"/>
                  </a:cubicBezTo>
                  <a:cubicBezTo>
                    <a:pt x="75819" y="101854"/>
                    <a:pt x="66802" y="85916"/>
                    <a:pt x="59944" y="74803"/>
                  </a:cubicBezTo>
                  <a:cubicBezTo>
                    <a:pt x="56642" y="69405"/>
                    <a:pt x="53657" y="63500"/>
                    <a:pt x="55308" y="56833"/>
                  </a:cubicBezTo>
                  <a:cubicBezTo>
                    <a:pt x="55880" y="54420"/>
                    <a:pt x="57086" y="52324"/>
                    <a:pt x="57340" y="49784"/>
                  </a:cubicBezTo>
                  <a:cubicBezTo>
                    <a:pt x="57658" y="46291"/>
                    <a:pt x="56896" y="42863"/>
                    <a:pt x="55435" y="39624"/>
                  </a:cubicBezTo>
                  <a:cubicBezTo>
                    <a:pt x="51498" y="31242"/>
                    <a:pt x="43307" y="26289"/>
                    <a:pt x="35115" y="22923"/>
                  </a:cubicBezTo>
                  <a:cubicBezTo>
                    <a:pt x="20764" y="17145"/>
                    <a:pt x="8128" y="13081"/>
                    <a:pt x="0" y="0"/>
                  </a:cubicBezTo>
                  <a:cubicBezTo>
                    <a:pt x="64" y="64"/>
                    <a:pt x="64" y="64"/>
                    <a:pt x="127" y="64"/>
                  </a:cubicBezTo>
                  <a:cubicBezTo>
                    <a:pt x="698" y="508"/>
                    <a:pt x="1333" y="953"/>
                    <a:pt x="1714" y="1270"/>
                  </a:cubicBezTo>
                  <a:cubicBezTo>
                    <a:pt x="4445" y="3239"/>
                    <a:pt x="7557" y="5080"/>
                    <a:pt x="10858" y="5905"/>
                  </a:cubicBezTo>
                  <a:cubicBezTo>
                    <a:pt x="11938" y="6159"/>
                    <a:pt x="12636" y="5334"/>
                    <a:pt x="12636" y="4572"/>
                  </a:cubicBezTo>
                  <a:cubicBezTo>
                    <a:pt x="36068" y="12827"/>
                    <a:pt x="59880" y="20066"/>
                    <a:pt x="83121" y="28892"/>
                  </a:cubicBezTo>
                  <a:cubicBezTo>
                    <a:pt x="88392" y="30861"/>
                    <a:pt x="90995" y="32385"/>
                    <a:pt x="94551" y="37021"/>
                  </a:cubicBezTo>
                  <a:cubicBezTo>
                    <a:pt x="99568" y="43434"/>
                    <a:pt x="98552" y="48451"/>
                    <a:pt x="97409" y="56324"/>
                  </a:cubicBezTo>
                  <a:cubicBezTo>
                    <a:pt x="96583" y="62230"/>
                    <a:pt x="95631" y="68072"/>
                    <a:pt x="95314" y="74041"/>
                  </a:cubicBezTo>
                  <a:cubicBezTo>
                    <a:pt x="94932" y="81788"/>
                    <a:pt x="95250" y="89598"/>
                    <a:pt x="96139" y="97282"/>
                  </a:cubicBezTo>
                  <a:cubicBezTo>
                    <a:pt x="96266" y="99314"/>
                    <a:pt x="96647" y="101409"/>
                    <a:pt x="96964" y="10350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4"/>
            <p:cNvSpPr/>
            <p:nvPr/>
          </p:nvSpPr>
          <p:spPr>
            <a:xfrm>
              <a:off x="-1592927" y="3382896"/>
              <a:ext cx="397129" cy="307338"/>
            </a:xfrm>
            <a:custGeom>
              <a:rect b="b" l="l" r="r" t="t"/>
              <a:pathLst>
                <a:path extrusionOk="0" h="307338" w="397129">
                  <a:moveTo>
                    <a:pt x="397129" y="230564"/>
                  </a:moveTo>
                  <a:cubicBezTo>
                    <a:pt x="393383" y="232659"/>
                    <a:pt x="389636" y="234692"/>
                    <a:pt x="385826" y="236787"/>
                  </a:cubicBezTo>
                  <a:cubicBezTo>
                    <a:pt x="379667" y="236724"/>
                    <a:pt x="370459" y="226183"/>
                    <a:pt x="366141" y="221928"/>
                  </a:cubicBezTo>
                  <a:cubicBezTo>
                    <a:pt x="361125" y="217039"/>
                    <a:pt x="356489" y="211768"/>
                    <a:pt x="351790" y="206625"/>
                  </a:cubicBezTo>
                  <a:cubicBezTo>
                    <a:pt x="342138" y="196211"/>
                    <a:pt x="331851" y="186940"/>
                    <a:pt x="319596" y="179637"/>
                  </a:cubicBezTo>
                  <a:cubicBezTo>
                    <a:pt x="312547" y="175446"/>
                    <a:pt x="299021" y="166493"/>
                    <a:pt x="290195" y="170874"/>
                  </a:cubicBezTo>
                  <a:cubicBezTo>
                    <a:pt x="281432" y="175256"/>
                    <a:pt x="282512" y="189734"/>
                    <a:pt x="283528" y="197608"/>
                  </a:cubicBezTo>
                  <a:cubicBezTo>
                    <a:pt x="284163" y="202942"/>
                    <a:pt x="285496" y="208022"/>
                    <a:pt x="287147" y="212975"/>
                  </a:cubicBezTo>
                  <a:cubicBezTo>
                    <a:pt x="286957" y="213292"/>
                    <a:pt x="286957" y="213737"/>
                    <a:pt x="287211" y="214181"/>
                  </a:cubicBezTo>
                  <a:cubicBezTo>
                    <a:pt x="287528" y="214880"/>
                    <a:pt x="287973" y="215515"/>
                    <a:pt x="288290" y="216150"/>
                  </a:cubicBezTo>
                  <a:cubicBezTo>
                    <a:pt x="291275" y="224024"/>
                    <a:pt x="295212" y="231517"/>
                    <a:pt x="299466" y="238946"/>
                  </a:cubicBezTo>
                  <a:cubicBezTo>
                    <a:pt x="300038" y="240089"/>
                    <a:pt x="301435" y="239518"/>
                    <a:pt x="301625" y="238502"/>
                  </a:cubicBezTo>
                  <a:cubicBezTo>
                    <a:pt x="302832" y="240534"/>
                    <a:pt x="304102" y="242565"/>
                    <a:pt x="305308" y="244534"/>
                  </a:cubicBezTo>
                  <a:cubicBezTo>
                    <a:pt x="311214" y="254313"/>
                    <a:pt x="319596" y="264664"/>
                    <a:pt x="322580" y="275840"/>
                  </a:cubicBezTo>
                  <a:cubicBezTo>
                    <a:pt x="326962" y="291715"/>
                    <a:pt x="313627" y="312606"/>
                    <a:pt x="295402" y="306129"/>
                  </a:cubicBezTo>
                  <a:cubicBezTo>
                    <a:pt x="284988" y="302446"/>
                    <a:pt x="277876" y="291016"/>
                    <a:pt x="271463" y="282634"/>
                  </a:cubicBezTo>
                  <a:cubicBezTo>
                    <a:pt x="264922" y="274062"/>
                    <a:pt x="258636" y="265362"/>
                    <a:pt x="252540" y="256409"/>
                  </a:cubicBezTo>
                  <a:cubicBezTo>
                    <a:pt x="248412" y="250376"/>
                    <a:pt x="245364" y="247900"/>
                    <a:pt x="246761" y="240343"/>
                  </a:cubicBezTo>
                  <a:cubicBezTo>
                    <a:pt x="248476" y="231263"/>
                    <a:pt x="250127" y="235834"/>
                    <a:pt x="256413" y="232659"/>
                  </a:cubicBezTo>
                  <a:cubicBezTo>
                    <a:pt x="267335" y="227135"/>
                    <a:pt x="256032" y="213419"/>
                    <a:pt x="250254" y="208466"/>
                  </a:cubicBezTo>
                  <a:cubicBezTo>
                    <a:pt x="244285" y="203322"/>
                    <a:pt x="237109" y="199830"/>
                    <a:pt x="230061" y="196338"/>
                  </a:cubicBezTo>
                  <a:cubicBezTo>
                    <a:pt x="226505" y="194623"/>
                    <a:pt x="222695" y="192972"/>
                    <a:pt x="219329" y="190813"/>
                  </a:cubicBezTo>
                  <a:cubicBezTo>
                    <a:pt x="210693" y="185034"/>
                    <a:pt x="212662" y="180272"/>
                    <a:pt x="212916" y="171446"/>
                  </a:cubicBezTo>
                  <a:cubicBezTo>
                    <a:pt x="213170" y="163190"/>
                    <a:pt x="211455" y="156777"/>
                    <a:pt x="206502" y="150046"/>
                  </a:cubicBezTo>
                  <a:cubicBezTo>
                    <a:pt x="200596" y="141918"/>
                    <a:pt x="190754" y="137156"/>
                    <a:pt x="185420" y="128710"/>
                  </a:cubicBezTo>
                  <a:cubicBezTo>
                    <a:pt x="178435" y="117725"/>
                    <a:pt x="187008" y="111692"/>
                    <a:pt x="185293" y="101215"/>
                  </a:cubicBezTo>
                  <a:cubicBezTo>
                    <a:pt x="184277" y="94865"/>
                    <a:pt x="179261" y="89658"/>
                    <a:pt x="174308" y="85975"/>
                  </a:cubicBezTo>
                  <a:cubicBezTo>
                    <a:pt x="159703" y="75243"/>
                    <a:pt x="139700" y="71370"/>
                    <a:pt x="122682" y="66290"/>
                  </a:cubicBezTo>
                  <a:cubicBezTo>
                    <a:pt x="110744" y="62734"/>
                    <a:pt x="98806" y="58860"/>
                    <a:pt x="87693" y="53018"/>
                  </a:cubicBezTo>
                  <a:cubicBezTo>
                    <a:pt x="77851" y="47875"/>
                    <a:pt x="68898" y="41080"/>
                    <a:pt x="58738" y="36572"/>
                  </a:cubicBezTo>
                  <a:cubicBezTo>
                    <a:pt x="40196" y="28253"/>
                    <a:pt x="18352" y="30539"/>
                    <a:pt x="826" y="19998"/>
                  </a:cubicBezTo>
                  <a:cubicBezTo>
                    <a:pt x="699" y="19681"/>
                    <a:pt x="508" y="19427"/>
                    <a:pt x="0" y="19363"/>
                  </a:cubicBezTo>
                  <a:cubicBezTo>
                    <a:pt x="762" y="17903"/>
                    <a:pt x="1524" y="16506"/>
                    <a:pt x="2286" y="15109"/>
                  </a:cubicBezTo>
                  <a:cubicBezTo>
                    <a:pt x="3874" y="15172"/>
                    <a:pt x="5525" y="15363"/>
                    <a:pt x="7112" y="15553"/>
                  </a:cubicBezTo>
                  <a:cubicBezTo>
                    <a:pt x="10224" y="15934"/>
                    <a:pt x="13399" y="16378"/>
                    <a:pt x="16637" y="16759"/>
                  </a:cubicBezTo>
                  <a:cubicBezTo>
                    <a:pt x="22924" y="17522"/>
                    <a:pt x="29274" y="18347"/>
                    <a:pt x="35560" y="19109"/>
                  </a:cubicBezTo>
                  <a:cubicBezTo>
                    <a:pt x="37084" y="19300"/>
                    <a:pt x="37783" y="17395"/>
                    <a:pt x="37211" y="16252"/>
                  </a:cubicBezTo>
                  <a:cubicBezTo>
                    <a:pt x="34290" y="10790"/>
                    <a:pt x="30925" y="5711"/>
                    <a:pt x="27178" y="884"/>
                  </a:cubicBezTo>
                  <a:cubicBezTo>
                    <a:pt x="41339" y="-1338"/>
                    <a:pt x="57976" y="1139"/>
                    <a:pt x="71882" y="2726"/>
                  </a:cubicBezTo>
                  <a:cubicBezTo>
                    <a:pt x="88138" y="4568"/>
                    <a:pt x="103632" y="8505"/>
                    <a:pt x="118745" y="14728"/>
                  </a:cubicBezTo>
                  <a:cubicBezTo>
                    <a:pt x="150114" y="27555"/>
                    <a:pt x="180912" y="42033"/>
                    <a:pt x="211963" y="55749"/>
                  </a:cubicBezTo>
                  <a:cubicBezTo>
                    <a:pt x="226568" y="62162"/>
                    <a:pt x="241618" y="67687"/>
                    <a:pt x="253365" y="78863"/>
                  </a:cubicBezTo>
                  <a:cubicBezTo>
                    <a:pt x="263525" y="88578"/>
                    <a:pt x="272606" y="97405"/>
                    <a:pt x="284798" y="104644"/>
                  </a:cubicBezTo>
                  <a:cubicBezTo>
                    <a:pt x="310071" y="119820"/>
                    <a:pt x="333502" y="136711"/>
                    <a:pt x="354775" y="157031"/>
                  </a:cubicBezTo>
                  <a:cubicBezTo>
                    <a:pt x="342202" y="152713"/>
                    <a:pt x="329311" y="149538"/>
                    <a:pt x="316103" y="147379"/>
                  </a:cubicBezTo>
                  <a:cubicBezTo>
                    <a:pt x="314770" y="147189"/>
                    <a:pt x="313754" y="147887"/>
                    <a:pt x="313627" y="149221"/>
                  </a:cubicBezTo>
                  <a:cubicBezTo>
                    <a:pt x="312484" y="160778"/>
                    <a:pt x="326327" y="162302"/>
                    <a:pt x="334074" y="166493"/>
                  </a:cubicBezTo>
                  <a:cubicBezTo>
                    <a:pt x="348552" y="174494"/>
                    <a:pt x="355600" y="187384"/>
                    <a:pt x="366141" y="199259"/>
                  </a:cubicBezTo>
                  <a:cubicBezTo>
                    <a:pt x="371221" y="204910"/>
                    <a:pt x="377317" y="209292"/>
                    <a:pt x="383223" y="214054"/>
                  </a:cubicBezTo>
                  <a:cubicBezTo>
                    <a:pt x="385699" y="216022"/>
                    <a:pt x="388239" y="218055"/>
                    <a:pt x="390398" y="220340"/>
                  </a:cubicBezTo>
                  <a:cubicBezTo>
                    <a:pt x="393256" y="223452"/>
                    <a:pt x="395542" y="226754"/>
                    <a:pt x="397129" y="23056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45;p4"/>
            <p:cNvSpPr/>
            <p:nvPr/>
          </p:nvSpPr>
          <p:spPr>
            <a:xfrm>
              <a:off x="-1277852" y="3656432"/>
              <a:ext cx="292298" cy="606315"/>
            </a:xfrm>
            <a:custGeom>
              <a:rect b="b" l="l" r="r" t="t"/>
              <a:pathLst>
                <a:path extrusionOk="0" h="606315" w="292298">
                  <a:moveTo>
                    <a:pt x="290015" y="544657"/>
                  </a:moveTo>
                  <a:cubicBezTo>
                    <a:pt x="287031" y="565549"/>
                    <a:pt x="281633" y="585996"/>
                    <a:pt x="276045" y="606316"/>
                  </a:cubicBezTo>
                  <a:cubicBezTo>
                    <a:pt x="269505" y="557548"/>
                    <a:pt x="263980" y="508526"/>
                    <a:pt x="256170" y="460012"/>
                  </a:cubicBezTo>
                  <a:cubicBezTo>
                    <a:pt x="253693" y="444708"/>
                    <a:pt x="247343" y="428452"/>
                    <a:pt x="229817" y="426611"/>
                  </a:cubicBezTo>
                  <a:cubicBezTo>
                    <a:pt x="212482" y="424833"/>
                    <a:pt x="198829" y="437215"/>
                    <a:pt x="188923" y="449852"/>
                  </a:cubicBezTo>
                  <a:cubicBezTo>
                    <a:pt x="177112" y="464838"/>
                    <a:pt x="153236" y="502874"/>
                    <a:pt x="131646" y="479380"/>
                  </a:cubicBezTo>
                  <a:cubicBezTo>
                    <a:pt x="116279" y="462615"/>
                    <a:pt x="103897" y="443311"/>
                    <a:pt x="89355" y="425849"/>
                  </a:cubicBezTo>
                  <a:cubicBezTo>
                    <a:pt x="82497" y="417657"/>
                    <a:pt x="75258" y="409783"/>
                    <a:pt x="67130" y="402735"/>
                  </a:cubicBezTo>
                  <a:cubicBezTo>
                    <a:pt x="59129" y="395686"/>
                    <a:pt x="49985" y="389844"/>
                    <a:pt x="42683" y="382034"/>
                  </a:cubicBezTo>
                  <a:cubicBezTo>
                    <a:pt x="26109" y="364000"/>
                    <a:pt x="27506" y="338854"/>
                    <a:pt x="24903" y="316184"/>
                  </a:cubicBezTo>
                  <a:cubicBezTo>
                    <a:pt x="23887" y="307294"/>
                    <a:pt x="22299" y="298468"/>
                    <a:pt x="18870" y="290149"/>
                  </a:cubicBezTo>
                  <a:cubicBezTo>
                    <a:pt x="16330" y="283990"/>
                    <a:pt x="12203" y="278275"/>
                    <a:pt x="10361" y="271861"/>
                  </a:cubicBezTo>
                  <a:cubicBezTo>
                    <a:pt x="8202" y="264368"/>
                    <a:pt x="9155" y="256113"/>
                    <a:pt x="9472" y="248430"/>
                  </a:cubicBezTo>
                  <a:cubicBezTo>
                    <a:pt x="10361" y="222585"/>
                    <a:pt x="12203" y="196296"/>
                    <a:pt x="11695" y="170452"/>
                  </a:cubicBezTo>
                  <a:cubicBezTo>
                    <a:pt x="16584" y="145242"/>
                    <a:pt x="15822" y="119271"/>
                    <a:pt x="8329" y="94633"/>
                  </a:cubicBezTo>
                  <a:cubicBezTo>
                    <a:pt x="5091" y="83901"/>
                    <a:pt x="-10975" y="50183"/>
                    <a:pt x="12711" y="51834"/>
                  </a:cubicBezTo>
                  <a:cubicBezTo>
                    <a:pt x="17918" y="52151"/>
                    <a:pt x="23950" y="54501"/>
                    <a:pt x="27570" y="49357"/>
                  </a:cubicBezTo>
                  <a:cubicBezTo>
                    <a:pt x="29411" y="46754"/>
                    <a:pt x="29284" y="43071"/>
                    <a:pt x="29602" y="39959"/>
                  </a:cubicBezTo>
                  <a:cubicBezTo>
                    <a:pt x="30554" y="31324"/>
                    <a:pt x="31824" y="22370"/>
                    <a:pt x="36079" y="14623"/>
                  </a:cubicBezTo>
                  <a:cubicBezTo>
                    <a:pt x="40270" y="7130"/>
                    <a:pt x="47890" y="399"/>
                    <a:pt x="56843" y="18"/>
                  </a:cubicBezTo>
                  <a:cubicBezTo>
                    <a:pt x="65416" y="-363"/>
                    <a:pt x="71639" y="5479"/>
                    <a:pt x="76465" y="11702"/>
                  </a:cubicBezTo>
                  <a:cubicBezTo>
                    <a:pt x="85990" y="23957"/>
                    <a:pt x="97801" y="45484"/>
                    <a:pt x="116660" y="36276"/>
                  </a:cubicBezTo>
                  <a:cubicBezTo>
                    <a:pt x="117676" y="35768"/>
                    <a:pt x="117803" y="34435"/>
                    <a:pt x="117359" y="33546"/>
                  </a:cubicBezTo>
                  <a:cubicBezTo>
                    <a:pt x="113485" y="25799"/>
                    <a:pt x="112469" y="18052"/>
                    <a:pt x="114120" y="9860"/>
                  </a:cubicBezTo>
                  <a:cubicBezTo>
                    <a:pt x="116724" y="11575"/>
                    <a:pt x="119899" y="11765"/>
                    <a:pt x="123391" y="10559"/>
                  </a:cubicBezTo>
                  <a:cubicBezTo>
                    <a:pt x="125741" y="9733"/>
                    <a:pt x="127582" y="8019"/>
                    <a:pt x="129678" y="6558"/>
                  </a:cubicBezTo>
                  <a:cubicBezTo>
                    <a:pt x="133805" y="3701"/>
                    <a:pt x="137044" y="2113"/>
                    <a:pt x="140917" y="2494"/>
                  </a:cubicBezTo>
                  <a:cubicBezTo>
                    <a:pt x="140727" y="3447"/>
                    <a:pt x="141044" y="4653"/>
                    <a:pt x="142314" y="5034"/>
                  </a:cubicBezTo>
                  <a:cubicBezTo>
                    <a:pt x="163396" y="11829"/>
                    <a:pt x="171715" y="33165"/>
                    <a:pt x="178065" y="52469"/>
                  </a:cubicBezTo>
                  <a:cubicBezTo>
                    <a:pt x="184224" y="71138"/>
                    <a:pt x="192098" y="88537"/>
                    <a:pt x="200925" y="106063"/>
                  </a:cubicBezTo>
                  <a:cubicBezTo>
                    <a:pt x="219721" y="143528"/>
                    <a:pt x="235913" y="182072"/>
                    <a:pt x="248423" y="222141"/>
                  </a:cubicBezTo>
                  <a:cubicBezTo>
                    <a:pt x="273696" y="303738"/>
                    <a:pt x="282332" y="388955"/>
                    <a:pt x="290333" y="473601"/>
                  </a:cubicBezTo>
                  <a:cubicBezTo>
                    <a:pt x="292555" y="497477"/>
                    <a:pt x="293444" y="520972"/>
                    <a:pt x="290015" y="54465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" name="Google Shape;46;p4"/>
            <p:cNvSpPr/>
            <p:nvPr/>
          </p:nvSpPr>
          <p:spPr>
            <a:xfrm>
              <a:off x="-2037169" y="4093698"/>
              <a:ext cx="605062" cy="748170"/>
            </a:xfrm>
            <a:custGeom>
              <a:rect b="b" l="l" r="r" t="t"/>
              <a:pathLst>
                <a:path extrusionOk="0" h="748170" w="605062">
                  <a:moveTo>
                    <a:pt x="566289" y="359106"/>
                  </a:moveTo>
                  <a:cubicBezTo>
                    <a:pt x="546668" y="385585"/>
                    <a:pt x="557526" y="418351"/>
                    <a:pt x="543874" y="446799"/>
                  </a:cubicBezTo>
                  <a:cubicBezTo>
                    <a:pt x="530602" y="474295"/>
                    <a:pt x="502853" y="491757"/>
                    <a:pt x="477516" y="506743"/>
                  </a:cubicBezTo>
                  <a:cubicBezTo>
                    <a:pt x="454085" y="520650"/>
                    <a:pt x="429383" y="534747"/>
                    <a:pt x="412556" y="556718"/>
                  </a:cubicBezTo>
                  <a:cubicBezTo>
                    <a:pt x="403666" y="568275"/>
                    <a:pt x="400046" y="581927"/>
                    <a:pt x="392744" y="594183"/>
                  </a:cubicBezTo>
                  <a:cubicBezTo>
                    <a:pt x="384933" y="607264"/>
                    <a:pt x="372170" y="610947"/>
                    <a:pt x="359025" y="616471"/>
                  </a:cubicBezTo>
                  <a:cubicBezTo>
                    <a:pt x="344992" y="622313"/>
                    <a:pt x="340039" y="629679"/>
                    <a:pt x="333689" y="642951"/>
                  </a:cubicBezTo>
                  <a:cubicBezTo>
                    <a:pt x="326196" y="658699"/>
                    <a:pt x="308606" y="660350"/>
                    <a:pt x="296732" y="671526"/>
                  </a:cubicBezTo>
                  <a:cubicBezTo>
                    <a:pt x="278507" y="688671"/>
                    <a:pt x="277491" y="716547"/>
                    <a:pt x="292350" y="735089"/>
                  </a:cubicBezTo>
                  <a:cubicBezTo>
                    <a:pt x="292795" y="736677"/>
                    <a:pt x="293303" y="738201"/>
                    <a:pt x="294128" y="739598"/>
                  </a:cubicBezTo>
                  <a:cubicBezTo>
                    <a:pt x="296033" y="742709"/>
                    <a:pt x="298700" y="742963"/>
                    <a:pt x="300796" y="745376"/>
                  </a:cubicBezTo>
                  <a:cubicBezTo>
                    <a:pt x="304288" y="745821"/>
                    <a:pt x="303780" y="746710"/>
                    <a:pt x="299335" y="748170"/>
                  </a:cubicBezTo>
                  <a:cubicBezTo>
                    <a:pt x="297621" y="747535"/>
                    <a:pt x="295970" y="746900"/>
                    <a:pt x="294319" y="746265"/>
                  </a:cubicBezTo>
                  <a:cubicBezTo>
                    <a:pt x="291588" y="745059"/>
                    <a:pt x="289112" y="743408"/>
                    <a:pt x="286572" y="741757"/>
                  </a:cubicBezTo>
                  <a:cubicBezTo>
                    <a:pt x="281111" y="738137"/>
                    <a:pt x="276158" y="733629"/>
                    <a:pt x="270760" y="729819"/>
                  </a:cubicBezTo>
                  <a:cubicBezTo>
                    <a:pt x="260219" y="722262"/>
                    <a:pt x="243963" y="719913"/>
                    <a:pt x="237042" y="708483"/>
                  </a:cubicBezTo>
                  <a:cubicBezTo>
                    <a:pt x="232470" y="700990"/>
                    <a:pt x="229168" y="692608"/>
                    <a:pt x="225866" y="684289"/>
                  </a:cubicBezTo>
                  <a:cubicBezTo>
                    <a:pt x="226564" y="683718"/>
                    <a:pt x="226945" y="682702"/>
                    <a:pt x="226310" y="681876"/>
                  </a:cubicBezTo>
                  <a:cubicBezTo>
                    <a:pt x="225231" y="680416"/>
                    <a:pt x="224151" y="678892"/>
                    <a:pt x="223072" y="677495"/>
                  </a:cubicBezTo>
                  <a:cubicBezTo>
                    <a:pt x="221357" y="673367"/>
                    <a:pt x="219579" y="669240"/>
                    <a:pt x="217611" y="665366"/>
                  </a:cubicBezTo>
                  <a:cubicBezTo>
                    <a:pt x="217166" y="664541"/>
                    <a:pt x="215896" y="665112"/>
                    <a:pt x="216150" y="665938"/>
                  </a:cubicBezTo>
                  <a:cubicBezTo>
                    <a:pt x="216531" y="667144"/>
                    <a:pt x="216976" y="668414"/>
                    <a:pt x="217420" y="669621"/>
                  </a:cubicBezTo>
                  <a:cubicBezTo>
                    <a:pt x="203196" y="649555"/>
                    <a:pt x="190369" y="628663"/>
                    <a:pt x="182686" y="605105"/>
                  </a:cubicBezTo>
                  <a:cubicBezTo>
                    <a:pt x="172399" y="573736"/>
                    <a:pt x="175066" y="541033"/>
                    <a:pt x="172526" y="508585"/>
                  </a:cubicBezTo>
                  <a:cubicBezTo>
                    <a:pt x="170811" y="486296"/>
                    <a:pt x="165985" y="463627"/>
                    <a:pt x="153476" y="444767"/>
                  </a:cubicBezTo>
                  <a:cubicBezTo>
                    <a:pt x="147951" y="436385"/>
                    <a:pt x="140903" y="428956"/>
                    <a:pt x="132457" y="423558"/>
                  </a:cubicBezTo>
                  <a:cubicBezTo>
                    <a:pt x="122043" y="416827"/>
                    <a:pt x="109915" y="414795"/>
                    <a:pt x="98548" y="410350"/>
                  </a:cubicBezTo>
                  <a:cubicBezTo>
                    <a:pt x="71815" y="399873"/>
                    <a:pt x="68957" y="372885"/>
                    <a:pt x="62417" y="348438"/>
                  </a:cubicBezTo>
                  <a:cubicBezTo>
                    <a:pt x="60067" y="339548"/>
                    <a:pt x="57146" y="330594"/>
                    <a:pt x="52130" y="322784"/>
                  </a:cubicBezTo>
                  <a:cubicBezTo>
                    <a:pt x="46097" y="313322"/>
                    <a:pt x="37271" y="306909"/>
                    <a:pt x="28444" y="300305"/>
                  </a:cubicBezTo>
                  <a:cubicBezTo>
                    <a:pt x="14982" y="290272"/>
                    <a:pt x="-1845" y="276111"/>
                    <a:pt x="4759" y="257061"/>
                  </a:cubicBezTo>
                  <a:cubicBezTo>
                    <a:pt x="7870" y="248044"/>
                    <a:pt x="16824" y="239154"/>
                    <a:pt x="14919" y="228931"/>
                  </a:cubicBezTo>
                  <a:cubicBezTo>
                    <a:pt x="14030" y="223914"/>
                    <a:pt x="10728" y="221882"/>
                    <a:pt x="7426" y="218390"/>
                  </a:cubicBezTo>
                  <a:cubicBezTo>
                    <a:pt x="1457" y="212103"/>
                    <a:pt x="-1274" y="206325"/>
                    <a:pt x="568" y="197308"/>
                  </a:cubicBezTo>
                  <a:cubicBezTo>
                    <a:pt x="3616" y="182131"/>
                    <a:pt x="17713" y="171971"/>
                    <a:pt x="25841" y="159462"/>
                  </a:cubicBezTo>
                  <a:cubicBezTo>
                    <a:pt x="33524" y="147778"/>
                    <a:pt x="38477" y="134379"/>
                    <a:pt x="40382" y="120600"/>
                  </a:cubicBezTo>
                  <a:cubicBezTo>
                    <a:pt x="42160" y="107519"/>
                    <a:pt x="38604" y="93231"/>
                    <a:pt x="42287" y="80595"/>
                  </a:cubicBezTo>
                  <a:cubicBezTo>
                    <a:pt x="44954" y="71578"/>
                    <a:pt x="53463" y="67895"/>
                    <a:pt x="60194" y="62116"/>
                  </a:cubicBezTo>
                  <a:cubicBezTo>
                    <a:pt x="60702" y="62561"/>
                    <a:pt x="61528" y="62624"/>
                    <a:pt x="61845" y="61926"/>
                  </a:cubicBezTo>
                  <a:cubicBezTo>
                    <a:pt x="62226" y="61037"/>
                    <a:pt x="62671" y="60211"/>
                    <a:pt x="63052" y="59322"/>
                  </a:cubicBezTo>
                  <a:cubicBezTo>
                    <a:pt x="64195" y="58052"/>
                    <a:pt x="65274" y="56719"/>
                    <a:pt x="66100" y="55195"/>
                  </a:cubicBezTo>
                  <a:cubicBezTo>
                    <a:pt x="67497" y="52718"/>
                    <a:pt x="68640" y="49924"/>
                    <a:pt x="69719" y="47003"/>
                  </a:cubicBezTo>
                  <a:cubicBezTo>
                    <a:pt x="76260" y="36399"/>
                    <a:pt x="84388" y="26810"/>
                    <a:pt x="94040" y="18873"/>
                  </a:cubicBezTo>
                  <a:cubicBezTo>
                    <a:pt x="101152" y="13031"/>
                    <a:pt x="108962" y="7951"/>
                    <a:pt x="117344" y="4014"/>
                  </a:cubicBezTo>
                  <a:cubicBezTo>
                    <a:pt x="123885" y="902"/>
                    <a:pt x="134489" y="-3289"/>
                    <a:pt x="139188" y="4204"/>
                  </a:cubicBezTo>
                  <a:cubicBezTo>
                    <a:pt x="142173" y="8840"/>
                    <a:pt x="141157" y="15634"/>
                    <a:pt x="140268" y="20778"/>
                  </a:cubicBezTo>
                  <a:cubicBezTo>
                    <a:pt x="140077" y="21984"/>
                    <a:pt x="140712" y="23127"/>
                    <a:pt x="142109" y="23127"/>
                  </a:cubicBezTo>
                  <a:cubicBezTo>
                    <a:pt x="163826" y="23445"/>
                    <a:pt x="185480" y="24207"/>
                    <a:pt x="207133" y="25731"/>
                  </a:cubicBezTo>
                  <a:cubicBezTo>
                    <a:pt x="218436" y="26493"/>
                    <a:pt x="231136" y="26302"/>
                    <a:pt x="242122" y="29287"/>
                  </a:cubicBezTo>
                  <a:cubicBezTo>
                    <a:pt x="253107" y="32271"/>
                    <a:pt x="258949" y="40209"/>
                    <a:pt x="263902" y="49861"/>
                  </a:cubicBezTo>
                  <a:cubicBezTo>
                    <a:pt x="271078" y="63894"/>
                    <a:pt x="277174" y="76721"/>
                    <a:pt x="289620" y="87008"/>
                  </a:cubicBezTo>
                  <a:cubicBezTo>
                    <a:pt x="301050" y="96406"/>
                    <a:pt x="315020" y="102566"/>
                    <a:pt x="329625" y="104471"/>
                  </a:cubicBezTo>
                  <a:cubicBezTo>
                    <a:pt x="337435" y="105487"/>
                    <a:pt x="344674" y="104407"/>
                    <a:pt x="352485" y="104090"/>
                  </a:cubicBezTo>
                  <a:cubicBezTo>
                    <a:pt x="366455" y="103518"/>
                    <a:pt x="373694" y="111773"/>
                    <a:pt x="382266" y="121425"/>
                  </a:cubicBezTo>
                  <a:cubicBezTo>
                    <a:pt x="395982" y="136856"/>
                    <a:pt x="410143" y="155779"/>
                    <a:pt x="405444" y="177750"/>
                  </a:cubicBezTo>
                  <a:cubicBezTo>
                    <a:pt x="402967" y="189116"/>
                    <a:pt x="396300" y="193752"/>
                    <a:pt x="387791" y="200610"/>
                  </a:cubicBezTo>
                  <a:cubicBezTo>
                    <a:pt x="384489" y="203277"/>
                    <a:pt x="381123" y="206388"/>
                    <a:pt x="382266" y="211087"/>
                  </a:cubicBezTo>
                  <a:cubicBezTo>
                    <a:pt x="384171" y="219215"/>
                    <a:pt x="397633" y="222200"/>
                    <a:pt x="407603" y="223470"/>
                  </a:cubicBezTo>
                  <a:cubicBezTo>
                    <a:pt x="413064" y="227343"/>
                    <a:pt x="420176" y="225756"/>
                    <a:pt x="425573" y="221438"/>
                  </a:cubicBezTo>
                  <a:cubicBezTo>
                    <a:pt x="431098" y="216929"/>
                    <a:pt x="434400" y="210008"/>
                    <a:pt x="440559" y="206198"/>
                  </a:cubicBezTo>
                  <a:cubicBezTo>
                    <a:pt x="446719" y="202324"/>
                    <a:pt x="454466" y="201562"/>
                    <a:pt x="461514" y="203023"/>
                  </a:cubicBezTo>
                  <a:cubicBezTo>
                    <a:pt x="467674" y="204356"/>
                    <a:pt x="473579" y="207468"/>
                    <a:pt x="477834" y="212103"/>
                  </a:cubicBezTo>
                  <a:cubicBezTo>
                    <a:pt x="482977" y="217755"/>
                    <a:pt x="482469" y="223914"/>
                    <a:pt x="485581" y="230391"/>
                  </a:cubicBezTo>
                  <a:cubicBezTo>
                    <a:pt x="490978" y="241631"/>
                    <a:pt x="504948" y="236043"/>
                    <a:pt x="514473" y="235090"/>
                  </a:cubicBezTo>
                  <a:cubicBezTo>
                    <a:pt x="533269" y="233122"/>
                    <a:pt x="553970" y="232868"/>
                    <a:pt x="572322" y="237694"/>
                  </a:cubicBezTo>
                  <a:cubicBezTo>
                    <a:pt x="589848" y="242266"/>
                    <a:pt x="600960" y="255855"/>
                    <a:pt x="604135" y="273381"/>
                  </a:cubicBezTo>
                  <a:cubicBezTo>
                    <a:pt x="610231" y="307544"/>
                    <a:pt x="584958" y="333960"/>
                    <a:pt x="566289" y="35910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7" name="Google Shape;47;p4"/>
          <p:cNvGrpSpPr/>
          <p:nvPr/>
        </p:nvGrpSpPr>
        <p:grpSpPr>
          <a:xfrm>
            <a:off x="-1097578" y="-140125"/>
            <a:ext cx="11399276" cy="5713231"/>
            <a:chOff x="-1097578" y="-140125"/>
            <a:chExt cx="11399276" cy="5713231"/>
          </a:xfrm>
        </p:grpSpPr>
        <p:grpSp>
          <p:nvGrpSpPr>
            <p:cNvPr id="48" name="Google Shape;48;p4"/>
            <p:cNvGrpSpPr/>
            <p:nvPr/>
          </p:nvGrpSpPr>
          <p:grpSpPr>
            <a:xfrm>
              <a:off x="207821" y="-54172"/>
              <a:ext cx="9314069" cy="5039264"/>
              <a:chOff x="207821" y="-54172"/>
              <a:chExt cx="9314069" cy="5039264"/>
            </a:xfrm>
          </p:grpSpPr>
          <p:grpSp>
            <p:nvGrpSpPr>
              <p:cNvPr id="49" name="Google Shape;49;p4"/>
              <p:cNvGrpSpPr/>
              <p:nvPr/>
            </p:nvGrpSpPr>
            <p:grpSpPr>
              <a:xfrm>
                <a:off x="8617548" y="3711095"/>
                <a:ext cx="904342" cy="255575"/>
                <a:chOff x="10448480" y="3783774"/>
                <a:chExt cx="730250" cy="206375"/>
              </a:xfrm>
            </p:grpSpPr>
            <p:sp>
              <p:nvSpPr>
                <p:cNvPr id="50" name="Google Shape;50;p4"/>
                <p:cNvSpPr/>
                <p:nvPr/>
              </p:nvSpPr>
              <p:spPr>
                <a:xfrm>
                  <a:off x="10607230" y="3783774"/>
                  <a:ext cx="412750" cy="206375"/>
                </a:xfrm>
                <a:custGeom>
                  <a:rect b="b" l="l" r="r" t="t"/>
                  <a:pathLst>
                    <a:path extrusionOk="0" h="206375" w="412750">
                      <a:moveTo>
                        <a:pt x="0" y="206375"/>
                      </a:moveTo>
                      <a:cubicBezTo>
                        <a:pt x="0" y="92392"/>
                        <a:pt x="92392" y="0"/>
                        <a:pt x="206375" y="0"/>
                      </a:cubicBezTo>
                      <a:cubicBezTo>
                        <a:pt x="320357" y="0"/>
                        <a:pt x="412750" y="92392"/>
                        <a:pt x="412750" y="206375"/>
                      </a:cubicBezTo>
                      <a:lnTo>
                        <a:pt x="0" y="206375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1" name="Google Shape;51;p4"/>
                <p:cNvSpPr/>
                <p:nvPr/>
              </p:nvSpPr>
              <p:spPr>
                <a:xfrm>
                  <a:off x="10448480" y="3879024"/>
                  <a:ext cx="222250" cy="111125"/>
                </a:xfrm>
                <a:custGeom>
                  <a:rect b="b" l="l" r="r" t="t"/>
                  <a:pathLst>
                    <a:path extrusionOk="0" h="111125" w="222250">
                      <a:moveTo>
                        <a:pt x="0" y="111125"/>
                      </a:moveTo>
                      <a:cubicBezTo>
                        <a:pt x="0" y="49784"/>
                        <a:pt x="49784" y="0"/>
                        <a:pt x="111125" y="0"/>
                      </a:cubicBezTo>
                      <a:cubicBezTo>
                        <a:pt x="172529" y="0"/>
                        <a:pt x="222250" y="49784"/>
                        <a:pt x="222250" y="111125"/>
                      </a:cubicBezTo>
                      <a:lnTo>
                        <a:pt x="0" y="111125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2" name="Google Shape;52;p4"/>
                <p:cNvSpPr/>
                <p:nvPr/>
              </p:nvSpPr>
              <p:spPr>
                <a:xfrm>
                  <a:off x="10956480" y="3879024"/>
                  <a:ext cx="222250" cy="111125"/>
                </a:xfrm>
                <a:custGeom>
                  <a:rect b="b" l="l" r="r" t="t"/>
                  <a:pathLst>
                    <a:path extrusionOk="0" h="111125" w="222250">
                      <a:moveTo>
                        <a:pt x="0" y="111125"/>
                      </a:moveTo>
                      <a:cubicBezTo>
                        <a:pt x="0" y="49784"/>
                        <a:pt x="49784" y="0"/>
                        <a:pt x="111125" y="0"/>
                      </a:cubicBezTo>
                      <a:cubicBezTo>
                        <a:pt x="172529" y="0"/>
                        <a:pt x="222250" y="49784"/>
                        <a:pt x="222250" y="111125"/>
                      </a:cubicBezTo>
                      <a:lnTo>
                        <a:pt x="0" y="111125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53" name="Google Shape;53;p4"/>
              <p:cNvGrpSpPr/>
              <p:nvPr/>
            </p:nvGrpSpPr>
            <p:grpSpPr>
              <a:xfrm>
                <a:off x="5879005" y="4778717"/>
                <a:ext cx="571500" cy="206375"/>
                <a:chOff x="10607230" y="6115367"/>
                <a:chExt cx="571500" cy="206375"/>
              </a:xfrm>
            </p:grpSpPr>
            <p:sp>
              <p:nvSpPr>
                <p:cNvPr id="54" name="Google Shape;54;p4"/>
                <p:cNvSpPr/>
                <p:nvPr/>
              </p:nvSpPr>
              <p:spPr>
                <a:xfrm>
                  <a:off x="10607230" y="6115367"/>
                  <a:ext cx="412750" cy="206375"/>
                </a:xfrm>
                <a:custGeom>
                  <a:rect b="b" l="l" r="r" t="t"/>
                  <a:pathLst>
                    <a:path extrusionOk="0" h="206375" w="412750">
                      <a:moveTo>
                        <a:pt x="0" y="206375"/>
                      </a:moveTo>
                      <a:cubicBezTo>
                        <a:pt x="0" y="92392"/>
                        <a:pt x="92392" y="0"/>
                        <a:pt x="206375" y="0"/>
                      </a:cubicBezTo>
                      <a:cubicBezTo>
                        <a:pt x="320357" y="0"/>
                        <a:pt x="412750" y="92392"/>
                        <a:pt x="412750" y="206375"/>
                      </a:cubicBezTo>
                      <a:lnTo>
                        <a:pt x="0" y="206375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5" name="Google Shape;55;p4"/>
                <p:cNvSpPr/>
                <p:nvPr/>
              </p:nvSpPr>
              <p:spPr>
                <a:xfrm>
                  <a:off x="10956480" y="6210617"/>
                  <a:ext cx="222250" cy="111125"/>
                </a:xfrm>
                <a:custGeom>
                  <a:rect b="b" l="l" r="r" t="t"/>
                  <a:pathLst>
                    <a:path extrusionOk="0" h="111125" w="222250">
                      <a:moveTo>
                        <a:pt x="0" y="111125"/>
                      </a:moveTo>
                      <a:cubicBezTo>
                        <a:pt x="0" y="49721"/>
                        <a:pt x="49784" y="0"/>
                        <a:pt x="111125" y="0"/>
                      </a:cubicBezTo>
                      <a:cubicBezTo>
                        <a:pt x="172529" y="0"/>
                        <a:pt x="222250" y="49721"/>
                        <a:pt x="222250" y="111125"/>
                      </a:cubicBezTo>
                      <a:lnTo>
                        <a:pt x="0" y="111125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56" name="Google Shape;56;p4"/>
              <p:cNvGrpSpPr/>
              <p:nvPr/>
            </p:nvGrpSpPr>
            <p:grpSpPr>
              <a:xfrm>
                <a:off x="1148692" y="-54172"/>
                <a:ext cx="1380465" cy="390131"/>
                <a:chOff x="8640762" y="5785103"/>
                <a:chExt cx="730250" cy="206375"/>
              </a:xfrm>
            </p:grpSpPr>
            <p:sp>
              <p:nvSpPr>
                <p:cNvPr id="57" name="Google Shape;57;p4"/>
                <p:cNvSpPr/>
                <p:nvPr/>
              </p:nvSpPr>
              <p:spPr>
                <a:xfrm>
                  <a:off x="8799512" y="5785103"/>
                  <a:ext cx="412750" cy="206375"/>
                </a:xfrm>
                <a:custGeom>
                  <a:rect b="b" l="l" r="r" t="t"/>
                  <a:pathLst>
                    <a:path extrusionOk="0" h="206375" w="412750">
                      <a:moveTo>
                        <a:pt x="0" y="206375"/>
                      </a:moveTo>
                      <a:cubicBezTo>
                        <a:pt x="0" y="92393"/>
                        <a:pt x="92393" y="0"/>
                        <a:pt x="206375" y="0"/>
                      </a:cubicBezTo>
                      <a:cubicBezTo>
                        <a:pt x="320357" y="0"/>
                        <a:pt x="412750" y="92393"/>
                        <a:pt x="412750" y="206375"/>
                      </a:cubicBezTo>
                      <a:lnTo>
                        <a:pt x="0" y="206375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8" name="Google Shape;58;p4"/>
                <p:cNvSpPr/>
                <p:nvPr/>
              </p:nvSpPr>
              <p:spPr>
                <a:xfrm>
                  <a:off x="8640762" y="5880353"/>
                  <a:ext cx="222250" cy="111125"/>
                </a:xfrm>
                <a:custGeom>
                  <a:rect b="b" l="l" r="r" t="t"/>
                  <a:pathLst>
                    <a:path extrusionOk="0" h="111125" w="222250">
                      <a:moveTo>
                        <a:pt x="0" y="111125"/>
                      </a:moveTo>
                      <a:cubicBezTo>
                        <a:pt x="0" y="49784"/>
                        <a:pt x="49784" y="0"/>
                        <a:pt x="111125" y="0"/>
                      </a:cubicBezTo>
                      <a:cubicBezTo>
                        <a:pt x="172466" y="0"/>
                        <a:pt x="222250" y="49784"/>
                        <a:pt x="222250" y="111125"/>
                      </a:cubicBezTo>
                      <a:lnTo>
                        <a:pt x="0" y="111125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9" name="Google Shape;59;p4"/>
                <p:cNvSpPr/>
                <p:nvPr/>
              </p:nvSpPr>
              <p:spPr>
                <a:xfrm>
                  <a:off x="9148762" y="5880353"/>
                  <a:ext cx="222250" cy="111125"/>
                </a:xfrm>
                <a:custGeom>
                  <a:rect b="b" l="l" r="r" t="t"/>
                  <a:pathLst>
                    <a:path extrusionOk="0" h="111125" w="222250">
                      <a:moveTo>
                        <a:pt x="0" y="111125"/>
                      </a:moveTo>
                      <a:cubicBezTo>
                        <a:pt x="0" y="49784"/>
                        <a:pt x="49784" y="0"/>
                        <a:pt x="111125" y="0"/>
                      </a:cubicBezTo>
                      <a:cubicBezTo>
                        <a:pt x="172466" y="0"/>
                        <a:pt x="222250" y="49784"/>
                        <a:pt x="222250" y="111125"/>
                      </a:cubicBezTo>
                      <a:lnTo>
                        <a:pt x="0" y="111125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60" name="Google Shape;60;p4"/>
              <p:cNvSpPr/>
              <p:nvPr/>
            </p:nvSpPr>
            <p:spPr>
              <a:xfrm>
                <a:off x="207821" y="224824"/>
                <a:ext cx="222250" cy="111125"/>
              </a:xfrm>
              <a:custGeom>
                <a:rect b="b" l="l" r="r" t="t"/>
                <a:pathLst>
                  <a:path extrusionOk="0" h="111125" w="222250">
                    <a:moveTo>
                      <a:pt x="0" y="111125"/>
                    </a:moveTo>
                    <a:cubicBezTo>
                      <a:pt x="0" y="49784"/>
                      <a:pt x="49721" y="0"/>
                      <a:pt x="111125" y="0"/>
                    </a:cubicBezTo>
                    <a:cubicBezTo>
                      <a:pt x="172530" y="0"/>
                      <a:pt x="222250" y="49784"/>
                      <a:pt x="222250" y="111125"/>
                    </a:cubicBezTo>
                    <a:lnTo>
                      <a:pt x="0" y="111125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1" name="Google Shape;61;p4"/>
            <p:cNvGrpSpPr/>
            <p:nvPr/>
          </p:nvGrpSpPr>
          <p:grpSpPr>
            <a:xfrm>
              <a:off x="-1097578" y="-140125"/>
              <a:ext cx="11399276" cy="5713231"/>
              <a:chOff x="-1097578" y="-140125"/>
              <a:chExt cx="11399276" cy="5713231"/>
            </a:xfrm>
          </p:grpSpPr>
          <p:grpSp>
            <p:nvGrpSpPr>
              <p:cNvPr id="62" name="Google Shape;62;p4"/>
              <p:cNvGrpSpPr/>
              <p:nvPr/>
            </p:nvGrpSpPr>
            <p:grpSpPr>
              <a:xfrm>
                <a:off x="163266" y="1648442"/>
                <a:ext cx="427082" cy="127376"/>
                <a:chOff x="8990012" y="6086729"/>
                <a:chExt cx="571500" cy="133350"/>
              </a:xfrm>
            </p:grpSpPr>
            <p:sp>
              <p:nvSpPr>
                <p:cNvPr id="63" name="Google Shape;63;p4"/>
                <p:cNvSpPr/>
                <p:nvPr/>
              </p:nvSpPr>
              <p:spPr>
                <a:xfrm>
                  <a:off x="8990012" y="6201029"/>
                  <a:ext cx="381000" cy="19050"/>
                </a:xfrm>
                <a:custGeom>
                  <a:rect b="b" l="l" r="r" t="t"/>
                  <a:pathLst>
                    <a:path extrusionOk="0" h="19050" w="381000">
                      <a:moveTo>
                        <a:pt x="0" y="0"/>
                      </a:moveTo>
                      <a:lnTo>
                        <a:pt x="381000" y="0"/>
                      </a:lnTo>
                      <a:lnTo>
                        <a:pt x="381000" y="19050"/>
                      </a:lnTo>
                      <a:lnTo>
                        <a:pt x="0" y="1905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4" name="Google Shape;64;p4"/>
                <p:cNvSpPr/>
                <p:nvPr/>
              </p:nvSpPr>
              <p:spPr>
                <a:xfrm>
                  <a:off x="9180512" y="6086729"/>
                  <a:ext cx="381000" cy="19050"/>
                </a:xfrm>
                <a:custGeom>
                  <a:rect b="b" l="l" r="r" t="t"/>
                  <a:pathLst>
                    <a:path extrusionOk="0" h="19050" w="381000">
                      <a:moveTo>
                        <a:pt x="0" y="0"/>
                      </a:moveTo>
                      <a:lnTo>
                        <a:pt x="381000" y="0"/>
                      </a:lnTo>
                      <a:lnTo>
                        <a:pt x="381000" y="19050"/>
                      </a:lnTo>
                      <a:lnTo>
                        <a:pt x="0" y="1905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65" name="Google Shape;65;p4"/>
              <p:cNvGrpSpPr/>
              <p:nvPr/>
            </p:nvGrpSpPr>
            <p:grpSpPr>
              <a:xfrm>
                <a:off x="-1097578" y="-140125"/>
                <a:ext cx="11399276" cy="5713231"/>
                <a:chOff x="-1097578" y="-140125"/>
                <a:chExt cx="11399276" cy="5713231"/>
              </a:xfrm>
            </p:grpSpPr>
            <p:sp>
              <p:nvSpPr>
                <p:cNvPr id="66" name="Google Shape;66;p4"/>
                <p:cNvSpPr/>
                <p:nvPr/>
              </p:nvSpPr>
              <p:spPr>
                <a:xfrm rot="10261421">
                  <a:off x="6619900" y="4242766"/>
                  <a:ext cx="3621765" cy="1054245"/>
                </a:xfrm>
                <a:custGeom>
                  <a:rect b="b" l="l" r="r" t="t"/>
                  <a:pathLst>
                    <a:path extrusionOk="0" h="254919" w="597979">
                      <a:moveTo>
                        <a:pt x="0" y="254762"/>
                      </a:moveTo>
                      <a:cubicBezTo>
                        <a:pt x="29654" y="256731"/>
                        <a:pt x="57658" y="239967"/>
                        <a:pt x="78549" y="218821"/>
                      </a:cubicBezTo>
                      <a:cubicBezTo>
                        <a:pt x="99378" y="197676"/>
                        <a:pt x="115062" y="172021"/>
                        <a:pt x="134429" y="149416"/>
                      </a:cubicBezTo>
                      <a:cubicBezTo>
                        <a:pt x="153797" y="126873"/>
                        <a:pt x="178498" y="106680"/>
                        <a:pt x="207899" y="102489"/>
                      </a:cubicBezTo>
                      <a:cubicBezTo>
                        <a:pt x="229870" y="99378"/>
                        <a:pt x="253936" y="106490"/>
                        <a:pt x="267970" y="123635"/>
                      </a:cubicBezTo>
                      <a:cubicBezTo>
                        <a:pt x="282004" y="140779"/>
                        <a:pt x="283464" y="168212"/>
                        <a:pt x="268669" y="184785"/>
                      </a:cubicBezTo>
                      <a:cubicBezTo>
                        <a:pt x="258635" y="196024"/>
                        <a:pt x="237617" y="199390"/>
                        <a:pt x="229870" y="186436"/>
                      </a:cubicBezTo>
                      <a:cubicBezTo>
                        <a:pt x="223457" y="175641"/>
                        <a:pt x="231267" y="160909"/>
                        <a:pt x="242507" y="155257"/>
                      </a:cubicBezTo>
                      <a:cubicBezTo>
                        <a:pt x="253746" y="149606"/>
                        <a:pt x="266954" y="150304"/>
                        <a:pt x="279591" y="150559"/>
                      </a:cubicBezTo>
                      <a:cubicBezTo>
                        <a:pt x="401193" y="152845"/>
                        <a:pt x="522605" y="95504"/>
                        <a:pt x="597979" y="0"/>
                      </a:cubicBezTo>
                    </a:path>
                  </a:pathLst>
                </a:custGeom>
                <a:noFill/>
                <a:ln cap="rnd" cmpd="sng" w="12700">
                  <a:solidFill>
                    <a:schemeClr val="accent5"/>
                  </a:solidFill>
                  <a:prstDash val="dash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67" name="Google Shape;67;p4"/>
                <p:cNvGrpSpPr/>
                <p:nvPr/>
              </p:nvGrpSpPr>
              <p:grpSpPr>
                <a:xfrm flipH="1" rot="10256276">
                  <a:off x="-1049320" y="116013"/>
                  <a:ext cx="3321875" cy="876014"/>
                  <a:chOff x="3970718" y="1375536"/>
                  <a:chExt cx="368172" cy="97092"/>
                </a:xfrm>
              </p:grpSpPr>
              <p:sp>
                <p:nvSpPr>
                  <p:cNvPr id="68" name="Google Shape;68;p4"/>
                  <p:cNvSpPr/>
                  <p:nvPr/>
                </p:nvSpPr>
                <p:spPr>
                  <a:xfrm>
                    <a:off x="3970718" y="1379156"/>
                    <a:ext cx="18351" cy="4952"/>
                  </a:xfrm>
                  <a:custGeom>
                    <a:rect b="b" l="l" r="r" t="t"/>
                    <a:pathLst>
                      <a:path extrusionOk="0" h="4952" w="18351">
                        <a:moveTo>
                          <a:pt x="0" y="4953"/>
                        </a:moveTo>
                        <a:cubicBezTo>
                          <a:pt x="0" y="4953"/>
                          <a:pt x="7176" y="2349"/>
                          <a:pt x="18352" y="0"/>
                        </a:cubicBezTo>
                      </a:path>
                    </a:pathLst>
                  </a:custGeom>
                  <a:noFill/>
                  <a:ln cap="rnd" cmpd="sng" w="12700">
                    <a:solidFill>
                      <a:schemeClr val="accent5"/>
                    </a:solidFill>
                    <a:prstDash val="dash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9" name="Google Shape;69;p4"/>
                  <p:cNvSpPr/>
                  <p:nvPr/>
                </p:nvSpPr>
                <p:spPr>
                  <a:xfrm>
                    <a:off x="4029075" y="1375536"/>
                    <a:ext cx="280479" cy="71374"/>
                  </a:xfrm>
                  <a:custGeom>
                    <a:rect b="b" l="l" r="r" t="t"/>
                    <a:pathLst>
                      <a:path extrusionOk="0" h="71374" w="280479">
                        <a:moveTo>
                          <a:pt x="0" y="0"/>
                        </a:moveTo>
                        <a:cubicBezTo>
                          <a:pt x="17590" y="762"/>
                          <a:pt x="36385" y="5017"/>
                          <a:pt x="52260" y="16701"/>
                        </a:cubicBezTo>
                        <a:cubicBezTo>
                          <a:pt x="93091" y="46736"/>
                          <a:pt x="97917" y="66294"/>
                          <a:pt x="152908" y="67945"/>
                        </a:cubicBezTo>
                        <a:cubicBezTo>
                          <a:pt x="197422" y="69279"/>
                          <a:pt x="239014" y="47181"/>
                          <a:pt x="280479" y="71374"/>
                        </a:cubicBezTo>
                      </a:path>
                    </a:pathLst>
                  </a:custGeom>
                  <a:noFill/>
                  <a:ln cap="rnd" cmpd="sng" w="12700">
                    <a:solidFill>
                      <a:schemeClr val="accent5"/>
                    </a:solidFill>
                    <a:prstDash val="dash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0" name="Google Shape;70;p4"/>
                  <p:cNvSpPr/>
                  <p:nvPr/>
                </p:nvSpPr>
                <p:spPr>
                  <a:xfrm>
                    <a:off x="4325746" y="1458849"/>
                    <a:ext cx="13144" cy="13779"/>
                  </a:xfrm>
                  <a:custGeom>
                    <a:rect b="b" l="l" r="r" t="t"/>
                    <a:pathLst>
                      <a:path extrusionOk="0" h="13779" w="13144">
                        <a:moveTo>
                          <a:pt x="0" y="0"/>
                        </a:moveTo>
                        <a:cubicBezTo>
                          <a:pt x="4382" y="3937"/>
                          <a:pt x="8763" y="8509"/>
                          <a:pt x="13145" y="13779"/>
                        </a:cubicBezTo>
                      </a:path>
                    </a:pathLst>
                  </a:custGeom>
                  <a:noFill/>
                  <a:ln cap="rnd" cmpd="sng" w="12700">
                    <a:solidFill>
                      <a:schemeClr val="accent5"/>
                    </a:solidFill>
                    <a:prstDash val="dash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71" name="Google Shape;71;p4"/>
                <p:cNvSpPr/>
                <p:nvPr/>
              </p:nvSpPr>
              <p:spPr>
                <a:xfrm flipH="1" rot="7899692">
                  <a:off x="-653759" y="663676"/>
                  <a:ext cx="2123516" cy="263226"/>
                </a:xfrm>
                <a:custGeom>
                  <a:rect b="b" l="l" r="r" t="t"/>
                  <a:pathLst>
                    <a:path extrusionOk="0" h="77422" w="624585">
                      <a:moveTo>
                        <a:pt x="0" y="69331"/>
                      </a:moveTo>
                      <a:cubicBezTo>
                        <a:pt x="32957" y="25326"/>
                        <a:pt x="89090" y="3228"/>
                        <a:pt x="144018" y="370"/>
                      </a:cubicBezTo>
                      <a:cubicBezTo>
                        <a:pt x="198945" y="-2487"/>
                        <a:pt x="253238" y="11610"/>
                        <a:pt x="305626" y="28310"/>
                      </a:cubicBezTo>
                      <a:cubicBezTo>
                        <a:pt x="358013" y="45011"/>
                        <a:pt x="409829" y="64569"/>
                        <a:pt x="464121" y="73205"/>
                      </a:cubicBezTo>
                      <a:cubicBezTo>
                        <a:pt x="518414" y="81777"/>
                        <a:pt x="576580" y="78539"/>
                        <a:pt x="624586" y="51742"/>
                      </a:cubicBezTo>
                    </a:path>
                  </a:pathLst>
                </a:custGeom>
                <a:noFill/>
                <a:ln cap="rnd" cmpd="sng" w="12700">
                  <a:solidFill>
                    <a:schemeClr val="accent5"/>
                  </a:solidFill>
                  <a:prstDash val="dash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72" name="Google Shape;72;p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5"/>
          <p:cNvSpPr txBox="1"/>
          <p:nvPr>
            <p:ph idx="1" type="subTitle"/>
          </p:nvPr>
        </p:nvSpPr>
        <p:spPr>
          <a:xfrm>
            <a:off x="1207225" y="1801825"/>
            <a:ext cx="2974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75" name="Google Shape;75;p5"/>
          <p:cNvSpPr txBox="1"/>
          <p:nvPr>
            <p:ph idx="2" type="subTitle"/>
          </p:nvPr>
        </p:nvSpPr>
        <p:spPr>
          <a:xfrm>
            <a:off x="4962575" y="1801825"/>
            <a:ext cx="2974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76" name="Google Shape;76;p5"/>
          <p:cNvSpPr txBox="1"/>
          <p:nvPr>
            <p:ph idx="3" type="subTitle"/>
          </p:nvPr>
        </p:nvSpPr>
        <p:spPr>
          <a:xfrm>
            <a:off x="1207225" y="2294425"/>
            <a:ext cx="2974200" cy="139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5"/>
          <p:cNvSpPr txBox="1"/>
          <p:nvPr>
            <p:ph idx="4" type="subTitle"/>
          </p:nvPr>
        </p:nvSpPr>
        <p:spPr>
          <a:xfrm>
            <a:off x="4962575" y="2294425"/>
            <a:ext cx="2974200" cy="139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79" name="Google Shape;79;p5"/>
          <p:cNvGrpSpPr/>
          <p:nvPr/>
        </p:nvGrpSpPr>
        <p:grpSpPr>
          <a:xfrm>
            <a:off x="-1472691" y="-276764"/>
            <a:ext cx="11297224" cy="5938407"/>
            <a:chOff x="-1472691" y="-276764"/>
            <a:chExt cx="11297224" cy="5938407"/>
          </a:xfrm>
        </p:grpSpPr>
        <p:grpSp>
          <p:nvGrpSpPr>
            <p:cNvPr id="80" name="Google Shape;80;p5"/>
            <p:cNvGrpSpPr/>
            <p:nvPr/>
          </p:nvGrpSpPr>
          <p:grpSpPr>
            <a:xfrm>
              <a:off x="8582159" y="3813385"/>
              <a:ext cx="1242374" cy="351106"/>
              <a:chOff x="8640762" y="5785103"/>
              <a:chExt cx="730250" cy="206375"/>
            </a:xfrm>
          </p:grpSpPr>
          <p:sp>
            <p:nvSpPr>
              <p:cNvPr id="81" name="Google Shape;81;p5"/>
              <p:cNvSpPr/>
              <p:nvPr/>
            </p:nvSpPr>
            <p:spPr>
              <a:xfrm>
                <a:off x="8799512" y="5785103"/>
                <a:ext cx="412750" cy="206375"/>
              </a:xfrm>
              <a:custGeom>
                <a:rect b="b" l="l" r="r" t="t"/>
                <a:pathLst>
                  <a:path extrusionOk="0" h="206375" w="412750">
                    <a:moveTo>
                      <a:pt x="0" y="206375"/>
                    </a:moveTo>
                    <a:cubicBezTo>
                      <a:pt x="0" y="92393"/>
                      <a:pt x="92393" y="0"/>
                      <a:pt x="206375" y="0"/>
                    </a:cubicBezTo>
                    <a:cubicBezTo>
                      <a:pt x="320357" y="0"/>
                      <a:pt x="412750" y="92393"/>
                      <a:pt x="412750" y="206375"/>
                    </a:cubicBezTo>
                    <a:lnTo>
                      <a:pt x="0" y="206375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" name="Google Shape;82;p5"/>
              <p:cNvSpPr/>
              <p:nvPr/>
            </p:nvSpPr>
            <p:spPr>
              <a:xfrm>
                <a:off x="8640762" y="5880353"/>
                <a:ext cx="222250" cy="111125"/>
              </a:xfrm>
              <a:custGeom>
                <a:rect b="b" l="l" r="r" t="t"/>
                <a:pathLst>
                  <a:path extrusionOk="0" h="111125" w="222250">
                    <a:moveTo>
                      <a:pt x="0" y="111125"/>
                    </a:moveTo>
                    <a:cubicBezTo>
                      <a:pt x="0" y="49784"/>
                      <a:pt x="49784" y="0"/>
                      <a:pt x="111125" y="0"/>
                    </a:cubicBezTo>
                    <a:cubicBezTo>
                      <a:pt x="172466" y="0"/>
                      <a:pt x="222250" y="49784"/>
                      <a:pt x="222250" y="111125"/>
                    </a:cubicBezTo>
                    <a:lnTo>
                      <a:pt x="0" y="111125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" name="Google Shape;83;p5"/>
              <p:cNvSpPr/>
              <p:nvPr/>
            </p:nvSpPr>
            <p:spPr>
              <a:xfrm>
                <a:off x="9148762" y="5880353"/>
                <a:ext cx="222250" cy="111125"/>
              </a:xfrm>
              <a:custGeom>
                <a:rect b="b" l="l" r="r" t="t"/>
                <a:pathLst>
                  <a:path extrusionOk="0" h="111125" w="222250">
                    <a:moveTo>
                      <a:pt x="0" y="111125"/>
                    </a:moveTo>
                    <a:cubicBezTo>
                      <a:pt x="0" y="49784"/>
                      <a:pt x="49784" y="0"/>
                      <a:pt x="111125" y="0"/>
                    </a:cubicBezTo>
                    <a:cubicBezTo>
                      <a:pt x="172466" y="0"/>
                      <a:pt x="222250" y="49784"/>
                      <a:pt x="222250" y="111125"/>
                    </a:cubicBezTo>
                    <a:lnTo>
                      <a:pt x="0" y="111125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4" name="Google Shape;84;p5"/>
            <p:cNvGrpSpPr/>
            <p:nvPr/>
          </p:nvGrpSpPr>
          <p:grpSpPr>
            <a:xfrm>
              <a:off x="1175330" y="128174"/>
              <a:ext cx="730250" cy="206375"/>
              <a:chOff x="10448480" y="3783774"/>
              <a:chExt cx="730250" cy="206375"/>
            </a:xfrm>
          </p:grpSpPr>
          <p:sp>
            <p:nvSpPr>
              <p:cNvPr id="85" name="Google Shape;85;p5"/>
              <p:cNvSpPr/>
              <p:nvPr/>
            </p:nvSpPr>
            <p:spPr>
              <a:xfrm>
                <a:off x="10607230" y="3783774"/>
                <a:ext cx="412750" cy="206375"/>
              </a:xfrm>
              <a:custGeom>
                <a:rect b="b" l="l" r="r" t="t"/>
                <a:pathLst>
                  <a:path extrusionOk="0" h="206375" w="412750">
                    <a:moveTo>
                      <a:pt x="0" y="206375"/>
                    </a:moveTo>
                    <a:cubicBezTo>
                      <a:pt x="0" y="92392"/>
                      <a:pt x="92392" y="0"/>
                      <a:pt x="206375" y="0"/>
                    </a:cubicBezTo>
                    <a:cubicBezTo>
                      <a:pt x="320357" y="0"/>
                      <a:pt x="412750" y="92392"/>
                      <a:pt x="412750" y="206375"/>
                    </a:cubicBezTo>
                    <a:lnTo>
                      <a:pt x="0" y="206375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" name="Google Shape;86;p5"/>
              <p:cNvSpPr/>
              <p:nvPr/>
            </p:nvSpPr>
            <p:spPr>
              <a:xfrm>
                <a:off x="10448480" y="3879024"/>
                <a:ext cx="222250" cy="111125"/>
              </a:xfrm>
              <a:custGeom>
                <a:rect b="b" l="l" r="r" t="t"/>
                <a:pathLst>
                  <a:path extrusionOk="0" h="111125" w="222250">
                    <a:moveTo>
                      <a:pt x="0" y="111125"/>
                    </a:moveTo>
                    <a:cubicBezTo>
                      <a:pt x="0" y="49784"/>
                      <a:pt x="49784" y="0"/>
                      <a:pt x="111125" y="0"/>
                    </a:cubicBezTo>
                    <a:cubicBezTo>
                      <a:pt x="172529" y="0"/>
                      <a:pt x="222250" y="49784"/>
                      <a:pt x="222250" y="111125"/>
                    </a:cubicBezTo>
                    <a:lnTo>
                      <a:pt x="0" y="111125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" name="Google Shape;87;p5"/>
              <p:cNvSpPr/>
              <p:nvPr/>
            </p:nvSpPr>
            <p:spPr>
              <a:xfrm>
                <a:off x="10956480" y="3879024"/>
                <a:ext cx="222250" cy="111125"/>
              </a:xfrm>
              <a:custGeom>
                <a:rect b="b" l="l" r="r" t="t"/>
                <a:pathLst>
                  <a:path extrusionOk="0" h="111125" w="222250">
                    <a:moveTo>
                      <a:pt x="0" y="111125"/>
                    </a:moveTo>
                    <a:cubicBezTo>
                      <a:pt x="0" y="49784"/>
                      <a:pt x="49784" y="0"/>
                      <a:pt x="111125" y="0"/>
                    </a:cubicBezTo>
                    <a:cubicBezTo>
                      <a:pt x="172529" y="0"/>
                      <a:pt x="222250" y="49784"/>
                      <a:pt x="222250" y="111125"/>
                    </a:cubicBezTo>
                    <a:lnTo>
                      <a:pt x="0" y="111125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8" name="Google Shape;88;p5"/>
            <p:cNvGrpSpPr/>
            <p:nvPr/>
          </p:nvGrpSpPr>
          <p:grpSpPr>
            <a:xfrm>
              <a:off x="-124645" y="2687667"/>
              <a:ext cx="571500" cy="206375"/>
              <a:chOff x="10607230" y="6115367"/>
              <a:chExt cx="571500" cy="206375"/>
            </a:xfrm>
          </p:grpSpPr>
          <p:sp>
            <p:nvSpPr>
              <p:cNvPr id="89" name="Google Shape;89;p5"/>
              <p:cNvSpPr/>
              <p:nvPr/>
            </p:nvSpPr>
            <p:spPr>
              <a:xfrm>
                <a:off x="10607230" y="6115367"/>
                <a:ext cx="412750" cy="206375"/>
              </a:xfrm>
              <a:custGeom>
                <a:rect b="b" l="l" r="r" t="t"/>
                <a:pathLst>
                  <a:path extrusionOk="0" h="206375" w="412750">
                    <a:moveTo>
                      <a:pt x="0" y="206375"/>
                    </a:moveTo>
                    <a:cubicBezTo>
                      <a:pt x="0" y="92392"/>
                      <a:pt x="92392" y="0"/>
                      <a:pt x="206375" y="0"/>
                    </a:cubicBezTo>
                    <a:cubicBezTo>
                      <a:pt x="320357" y="0"/>
                      <a:pt x="412750" y="92392"/>
                      <a:pt x="412750" y="206375"/>
                    </a:cubicBezTo>
                    <a:lnTo>
                      <a:pt x="0" y="206375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" name="Google Shape;90;p5"/>
              <p:cNvSpPr/>
              <p:nvPr/>
            </p:nvSpPr>
            <p:spPr>
              <a:xfrm>
                <a:off x="10956480" y="6210617"/>
                <a:ext cx="222250" cy="111125"/>
              </a:xfrm>
              <a:custGeom>
                <a:rect b="b" l="l" r="r" t="t"/>
                <a:pathLst>
                  <a:path extrusionOk="0" h="111125" w="222250">
                    <a:moveTo>
                      <a:pt x="0" y="111125"/>
                    </a:moveTo>
                    <a:cubicBezTo>
                      <a:pt x="0" y="49721"/>
                      <a:pt x="49784" y="0"/>
                      <a:pt x="111125" y="0"/>
                    </a:cubicBezTo>
                    <a:cubicBezTo>
                      <a:pt x="172529" y="0"/>
                      <a:pt x="222250" y="49721"/>
                      <a:pt x="222250" y="111125"/>
                    </a:cubicBezTo>
                    <a:lnTo>
                      <a:pt x="0" y="111125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1" name="Google Shape;91;p5"/>
            <p:cNvGrpSpPr/>
            <p:nvPr/>
          </p:nvGrpSpPr>
          <p:grpSpPr>
            <a:xfrm>
              <a:off x="2109780" y="311674"/>
              <a:ext cx="238125" cy="133350"/>
              <a:chOff x="1683305" y="339574"/>
              <a:chExt cx="238125" cy="133350"/>
            </a:xfrm>
          </p:grpSpPr>
          <p:sp>
            <p:nvSpPr>
              <p:cNvPr id="92" name="Google Shape;92;p5"/>
              <p:cNvSpPr/>
              <p:nvPr/>
            </p:nvSpPr>
            <p:spPr>
              <a:xfrm>
                <a:off x="1683305" y="339574"/>
                <a:ext cx="190500" cy="19050"/>
              </a:xfrm>
              <a:custGeom>
                <a:rect b="b" l="l" r="r" t="t"/>
                <a:pathLst>
                  <a:path extrusionOk="0" h="19050" w="190500">
                    <a:moveTo>
                      <a:pt x="0" y="0"/>
                    </a:moveTo>
                    <a:lnTo>
                      <a:pt x="190500" y="0"/>
                    </a:lnTo>
                    <a:lnTo>
                      <a:pt x="190500" y="19050"/>
                    </a:lnTo>
                    <a:lnTo>
                      <a:pt x="0" y="1905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" name="Google Shape;93;p5"/>
              <p:cNvSpPr/>
              <p:nvPr/>
            </p:nvSpPr>
            <p:spPr>
              <a:xfrm>
                <a:off x="1730930" y="453874"/>
                <a:ext cx="190500" cy="19050"/>
              </a:xfrm>
              <a:custGeom>
                <a:rect b="b" l="l" r="r" t="t"/>
                <a:pathLst>
                  <a:path extrusionOk="0" h="19050" w="190500">
                    <a:moveTo>
                      <a:pt x="0" y="0"/>
                    </a:moveTo>
                    <a:lnTo>
                      <a:pt x="190500" y="0"/>
                    </a:lnTo>
                    <a:lnTo>
                      <a:pt x="190500" y="19050"/>
                    </a:lnTo>
                    <a:lnTo>
                      <a:pt x="0" y="1905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4" name="Google Shape;94;p5"/>
            <p:cNvSpPr/>
            <p:nvPr/>
          </p:nvSpPr>
          <p:spPr>
            <a:xfrm flipH="1">
              <a:off x="-1472691" y="4429387"/>
              <a:ext cx="3512668" cy="1232256"/>
            </a:xfrm>
            <a:custGeom>
              <a:rect b="b" l="l" r="r" t="t"/>
              <a:pathLst>
                <a:path extrusionOk="0" h="113808" w="324421">
                  <a:moveTo>
                    <a:pt x="324422" y="80090"/>
                  </a:moveTo>
                  <a:cubicBezTo>
                    <a:pt x="324422" y="80090"/>
                    <a:pt x="311912" y="40720"/>
                    <a:pt x="235458" y="50309"/>
                  </a:cubicBezTo>
                  <a:cubicBezTo>
                    <a:pt x="157607" y="60088"/>
                    <a:pt x="168783" y="-4682"/>
                    <a:pt x="187135" y="271"/>
                  </a:cubicBezTo>
                  <a:cubicBezTo>
                    <a:pt x="205486" y="5224"/>
                    <a:pt x="199898" y="32592"/>
                    <a:pt x="172974" y="39450"/>
                  </a:cubicBezTo>
                  <a:cubicBezTo>
                    <a:pt x="130492" y="50309"/>
                    <a:pt x="114617" y="12971"/>
                    <a:pt x="70676" y="32592"/>
                  </a:cubicBezTo>
                  <a:cubicBezTo>
                    <a:pt x="41275" y="45737"/>
                    <a:pt x="30035" y="78820"/>
                    <a:pt x="30035" y="78820"/>
                  </a:cubicBezTo>
                  <a:cubicBezTo>
                    <a:pt x="30035" y="78820"/>
                    <a:pt x="13779" y="109427"/>
                    <a:pt x="0" y="113809"/>
                  </a:cubicBezTo>
                </a:path>
              </a:pathLst>
            </a:custGeom>
            <a:noFill/>
            <a:ln cap="rnd" cmpd="sng" w="12700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5"/>
            <p:cNvSpPr/>
            <p:nvPr/>
          </p:nvSpPr>
          <p:spPr>
            <a:xfrm flipH="1" rot="10800000">
              <a:off x="7960800" y="-276764"/>
              <a:ext cx="1353638" cy="1352739"/>
            </a:xfrm>
            <a:custGeom>
              <a:rect b="b" l="l" r="r" t="t"/>
              <a:pathLst>
                <a:path extrusionOk="0" h="282704" w="269113">
                  <a:moveTo>
                    <a:pt x="0" y="247780"/>
                  </a:moveTo>
                  <a:cubicBezTo>
                    <a:pt x="4572" y="232413"/>
                    <a:pt x="18923" y="221745"/>
                    <a:pt x="34036" y="216474"/>
                  </a:cubicBezTo>
                  <a:cubicBezTo>
                    <a:pt x="49149" y="211204"/>
                    <a:pt x="65405" y="210251"/>
                    <a:pt x="81217" y="207584"/>
                  </a:cubicBezTo>
                  <a:cubicBezTo>
                    <a:pt x="110998" y="202631"/>
                    <a:pt x="140081" y="191392"/>
                    <a:pt x="163513" y="172405"/>
                  </a:cubicBezTo>
                  <a:cubicBezTo>
                    <a:pt x="186944" y="153419"/>
                    <a:pt x="204470" y="126368"/>
                    <a:pt x="209042" y="96523"/>
                  </a:cubicBezTo>
                  <a:cubicBezTo>
                    <a:pt x="213614" y="66677"/>
                    <a:pt x="204343" y="34420"/>
                    <a:pt x="182563" y="13592"/>
                  </a:cubicBezTo>
                  <a:cubicBezTo>
                    <a:pt x="172085" y="3622"/>
                    <a:pt x="156528" y="-3807"/>
                    <a:pt x="143383" y="2098"/>
                  </a:cubicBezTo>
                  <a:cubicBezTo>
                    <a:pt x="130239" y="8004"/>
                    <a:pt x="125413" y="24260"/>
                    <a:pt x="124651" y="38610"/>
                  </a:cubicBezTo>
                  <a:cubicBezTo>
                    <a:pt x="122365" y="80394"/>
                    <a:pt x="142177" y="122812"/>
                    <a:pt x="175768" y="147831"/>
                  </a:cubicBezTo>
                  <a:cubicBezTo>
                    <a:pt x="190246" y="158626"/>
                    <a:pt x="207010" y="166309"/>
                    <a:pt x="220599" y="178184"/>
                  </a:cubicBezTo>
                  <a:cubicBezTo>
                    <a:pt x="250063" y="203901"/>
                    <a:pt x="260350" y="244605"/>
                    <a:pt x="269113" y="282705"/>
                  </a:cubicBezTo>
                </a:path>
              </a:pathLst>
            </a:custGeom>
            <a:noFill/>
            <a:ln cap="rnd" cmpd="sng" w="12700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6" name="Google Shape;96;p5"/>
          <p:cNvGrpSpPr/>
          <p:nvPr/>
        </p:nvGrpSpPr>
        <p:grpSpPr>
          <a:xfrm rot="-177495">
            <a:off x="4580466" y="4766411"/>
            <a:ext cx="2077238" cy="1016020"/>
            <a:chOff x="5040185" y="4026534"/>
            <a:chExt cx="529918" cy="259207"/>
          </a:xfrm>
        </p:grpSpPr>
        <p:sp>
          <p:nvSpPr>
            <p:cNvPr id="97" name="Google Shape;97;p5"/>
            <p:cNvSpPr/>
            <p:nvPr/>
          </p:nvSpPr>
          <p:spPr>
            <a:xfrm>
              <a:off x="5056060" y="4044124"/>
              <a:ext cx="487172" cy="85725"/>
            </a:xfrm>
            <a:custGeom>
              <a:rect b="b" l="l" r="r" t="t"/>
              <a:pathLst>
                <a:path extrusionOk="0" h="85725" w="487172">
                  <a:moveTo>
                    <a:pt x="31560" y="1143"/>
                  </a:moveTo>
                  <a:lnTo>
                    <a:pt x="438658" y="0"/>
                  </a:lnTo>
                  <a:lnTo>
                    <a:pt x="487172" y="72199"/>
                  </a:lnTo>
                  <a:lnTo>
                    <a:pt x="478155" y="85725"/>
                  </a:lnTo>
                  <a:lnTo>
                    <a:pt x="7874" y="80073"/>
                  </a:lnTo>
                  <a:lnTo>
                    <a:pt x="0" y="6991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5"/>
            <p:cNvSpPr/>
            <p:nvPr/>
          </p:nvSpPr>
          <p:spPr>
            <a:xfrm>
              <a:off x="5040185" y="4026534"/>
              <a:ext cx="529918" cy="221288"/>
            </a:xfrm>
            <a:custGeom>
              <a:rect b="b" l="l" r="r" t="t"/>
              <a:pathLst>
                <a:path extrusionOk="0" h="221288" w="529918">
                  <a:moveTo>
                    <a:pt x="527114" y="90170"/>
                  </a:moveTo>
                  <a:cubicBezTo>
                    <a:pt x="520192" y="80391"/>
                    <a:pt x="513334" y="70612"/>
                    <a:pt x="506413" y="60833"/>
                  </a:cubicBezTo>
                  <a:cubicBezTo>
                    <a:pt x="492887" y="41656"/>
                    <a:pt x="479425" y="22543"/>
                    <a:pt x="465899" y="3366"/>
                  </a:cubicBezTo>
                  <a:cubicBezTo>
                    <a:pt x="465836" y="3302"/>
                    <a:pt x="465773" y="3239"/>
                    <a:pt x="465709" y="3112"/>
                  </a:cubicBezTo>
                  <a:cubicBezTo>
                    <a:pt x="464693" y="1270"/>
                    <a:pt x="462788" y="0"/>
                    <a:pt x="460058" y="0"/>
                  </a:cubicBezTo>
                  <a:cubicBezTo>
                    <a:pt x="347663" y="953"/>
                    <a:pt x="235204" y="1905"/>
                    <a:pt x="122809" y="2794"/>
                  </a:cubicBezTo>
                  <a:cubicBezTo>
                    <a:pt x="97155" y="2985"/>
                    <a:pt x="71501" y="3239"/>
                    <a:pt x="45911" y="3429"/>
                  </a:cubicBezTo>
                  <a:cubicBezTo>
                    <a:pt x="43688" y="3429"/>
                    <a:pt x="41021" y="4636"/>
                    <a:pt x="40068" y="6795"/>
                  </a:cubicBezTo>
                  <a:cubicBezTo>
                    <a:pt x="32639" y="22987"/>
                    <a:pt x="25273" y="39116"/>
                    <a:pt x="17843" y="55309"/>
                  </a:cubicBezTo>
                  <a:cubicBezTo>
                    <a:pt x="13526" y="64770"/>
                    <a:pt x="9144" y="74232"/>
                    <a:pt x="4826" y="83693"/>
                  </a:cubicBezTo>
                  <a:cubicBezTo>
                    <a:pt x="3239" y="87249"/>
                    <a:pt x="1207" y="90551"/>
                    <a:pt x="1143" y="94552"/>
                  </a:cubicBezTo>
                  <a:cubicBezTo>
                    <a:pt x="762" y="130493"/>
                    <a:pt x="381" y="166434"/>
                    <a:pt x="0" y="202374"/>
                  </a:cubicBezTo>
                  <a:cubicBezTo>
                    <a:pt x="0" y="204661"/>
                    <a:pt x="1842" y="206439"/>
                    <a:pt x="3366" y="208217"/>
                  </a:cubicBezTo>
                  <a:cubicBezTo>
                    <a:pt x="15875" y="222885"/>
                    <a:pt x="47498" y="222885"/>
                    <a:pt x="62929" y="219329"/>
                  </a:cubicBezTo>
                  <a:cubicBezTo>
                    <a:pt x="66675" y="218440"/>
                    <a:pt x="69469" y="216281"/>
                    <a:pt x="69723" y="212535"/>
                  </a:cubicBezTo>
                  <a:cubicBezTo>
                    <a:pt x="71374" y="186881"/>
                    <a:pt x="91567" y="167704"/>
                    <a:pt x="117158" y="167005"/>
                  </a:cubicBezTo>
                  <a:cubicBezTo>
                    <a:pt x="142494" y="166307"/>
                    <a:pt x="162814" y="187643"/>
                    <a:pt x="164592" y="212027"/>
                  </a:cubicBezTo>
                  <a:cubicBezTo>
                    <a:pt x="164846" y="215710"/>
                    <a:pt x="167449" y="218821"/>
                    <a:pt x="171386" y="218821"/>
                  </a:cubicBezTo>
                  <a:cubicBezTo>
                    <a:pt x="242253" y="218504"/>
                    <a:pt x="313055" y="218123"/>
                    <a:pt x="383921" y="217805"/>
                  </a:cubicBezTo>
                  <a:cubicBezTo>
                    <a:pt x="387858" y="217805"/>
                    <a:pt x="390335" y="214693"/>
                    <a:pt x="390716" y="211011"/>
                  </a:cubicBezTo>
                  <a:cubicBezTo>
                    <a:pt x="393002" y="185992"/>
                    <a:pt x="413195" y="167704"/>
                    <a:pt x="438086" y="167005"/>
                  </a:cubicBezTo>
                  <a:cubicBezTo>
                    <a:pt x="462724" y="166307"/>
                    <a:pt x="483045" y="186754"/>
                    <a:pt x="485458" y="210503"/>
                  </a:cubicBezTo>
                  <a:cubicBezTo>
                    <a:pt x="485839" y="214186"/>
                    <a:pt x="488252" y="217297"/>
                    <a:pt x="492252" y="217297"/>
                  </a:cubicBezTo>
                  <a:cubicBezTo>
                    <a:pt x="497142" y="217297"/>
                    <a:pt x="516128" y="210757"/>
                    <a:pt x="519367" y="207201"/>
                  </a:cubicBezTo>
                  <a:cubicBezTo>
                    <a:pt x="525272" y="200597"/>
                    <a:pt x="524701" y="195072"/>
                    <a:pt x="525145" y="186563"/>
                  </a:cubicBezTo>
                  <a:cubicBezTo>
                    <a:pt x="526669" y="158877"/>
                    <a:pt x="528257" y="131255"/>
                    <a:pt x="529780" y="103568"/>
                  </a:cubicBezTo>
                  <a:cubicBezTo>
                    <a:pt x="530035" y="98044"/>
                    <a:pt x="530289" y="94679"/>
                    <a:pt x="527114" y="90170"/>
                  </a:cubicBezTo>
                  <a:close/>
                  <a:moveTo>
                    <a:pt x="140526" y="90932"/>
                  </a:moveTo>
                  <a:cubicBezTo>
                    <a:pt x="103378" y="90932"/>
                    <a:pt x="66230" y="90932"/>
                    <a:pt x="29083" y="90932"/>
                  </a:cubicBezTo>
                  <a:cubicBezTo>
                    <a:pt x="37973" y="70231"/>
                    <a:pt x="46799" y="49593"/>
                    <a:pt x="55690" y="28893"/>
                  </a:cubicBezTo>
                  <a:cubicBezTo>
                    <a:pt x="84328" y="28893"/>
                    <a:pt x="112903" y="28893"/>
                    <a:pt x="141542" y="28893"/>
                  </a:cubicBezTo>
                  <a:cubicBezTo>
                    <a:pt x="141224" y="49593"/>
                    <a:pt x="140843" y="70295"/>
                    <a:pt x="140526" y="90932"/>
                  </a:cubicBezTo>
                  <a:close/>
                  <a:moveTo>
                    <a:pt x="176149" y="28639"/>
                  </a:moveTo>
                  <a:cubicBezTo>
                    <a:pt x="205359" y="28639"/>
                    <a:pt x="234505" y="28639"/>
                    <a:pt x="263716" y="28639"/>
                  </a:cubicBezTo>
                  <a:cubicBezTo>
                    <a:pt x="264732" y="48514"/>
                    <a:pt x="265684" y="68453"/>
                    <a:pt x="266700" y="88329"/>
                  </a:cubicBezTo>
                  <a:cubicBezTo>
                    <a:pt x="236157" y="88329"/>
                    <a:pt x="205677" y="88329"/>
                    <a:pt x="175133" y="88329"/>
                  </a:cubicBezTo>
                  <a:cubicBezTo>
                    <a:pt x="175514" y="68453"/>
                    <a:pt x="175832" y="48578"/>
                    <a:pt x="176149" y="28639"/>
                  </a:cubicBezTo>
                  <a:close/>
                  <a:moveTo>
                    <a:pt x="409258" y="26797"/>
                  </a:moveTo>
                  <a:cubicBezTo>
                    <a:pt x="422085" y="26797"/>
                    <a:pt x="434848" y="26797"/>
                    <a:pt x="447675" y="26797"/>
                  </a:cubicBezTo>
                  <a:cubicBezTo>
                    <a:pt x="461836" y="46609"/>
                    <a:pt x="476060" y="66358"/>
                    <a:pt x="490220" y="86170"/>
                  </a:cubicBezTo>
                  <a:cubicBezTo>
                    <a:pt x="462915" y="86170"/>
                    <a:pt x="435547" y="86170"/>
                    <a:pt x="408242" y="86170"/>
                  </a:cubicBezTo>
                  <a:cubicBezTo>
                    <a:pt x="408559" y="66421"/>
                    <a:pt x="408877" y="46609"/>
                    <a:pt x="409258" y="26797"/>
                  </a:cubicBezTo>
                  <a:close/>
                  <a:moveTo>
                    <a:pt x="381762" y="86741"/>
                  </a:moveTo>
                  <a:cubicBezTo>
                    <a:pt x="352552" y="86741"/>
                    <a:pt x="323342" y="86741"/>
                    <a:pt x="294132" y="86741"/>
                  </a:cubicBezTo>
                  <a:cubicBezTo>
                    <a:pt x="294449" y="67691"/>
                    <a:pt x="294767" y="48641"/>
                    <a:pt x="295085" y="29591"/>
                  </a:cubicBezTo>
                  <a:cubicBezTo>
                    <a:pt x="323024" y="29591"/>
                    <a:pt x="350965" y="29591"/>
                    <a:pt x="378905" y="29591"/>
                  </a:cubicBezTo>
                  <a:cubicBezTo>
                    <a:pt x="379857" y="48641"/>
                    <a:pt x="380810" y="67691"/>
                    <a:pt x="381762" y="8674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5"/>
            <p:cNvSpPr/>
            <p:nvPr/>
          </p:nvSpPr>
          <p:spPr>
            <a:xfrm>
              <a:off x="5436108" y="4202303"/>
              <a:ext cx="83438" cy="83438"/>
            </a:xfrm>
            <a:custGeom>
              <a:rect b="b" l="l" r="r" t="t"/>
              <a:pathLst>
                <a:path extrusionOk="0" h="83438" w="83438">
                  <a:moveTo>
                    <a:pt x="0" y="41719"/>
                  </a:moveTo>
                  <a:cubicBezTo>
                    <a:pt x="0" y="64770"/>
                    <a:pt x="18669" y="83439"/>
                    <a:pt x="41720" y="83439"/>
                  </a:cubicBezTo>
                  <a:cubicBezTo>
                    <a:pt x="64770" y="83439"/>
                    <a:pt x="83439" y="64770"/>
                    <a:pt x="83439" y="41719"/>
                  </a:cubicBezTo>
                  <a:cubicBezTo>
                    <a:pt x="83439" y="18669"/>
                    <a:pt x="64770" y="0"/>
                    <a:pt x="41720" y="0"/>
                  </a:cubicBezTo>
                  <a:cubicBezTo>
                    <a:pt x="18669" y="0"/>
                    <a:pt x="0" y="18669"/>
                    <a:pt x="0" y="4171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5"/>
            <p:cNvSpPr/>
            <p:nvPr/>
          </p:nvSpPr>
          <p:spPr>
            <a:xfrm>
              <a:off x="5461444" y="4227639"/>
              <a:ext cx="32702" cy="32765"/>
            </a:xfrm>
            <a:custGeom>
              <a:rect b="b" l="l" r="r" t="t"/>
              <a:pathLst>
                <a:path extrusionOk="0" h="32765" w="32702">
                  <a:moveTo>
                    <a:pt x="0" y="16383"/>
                  </a:moveTo>
                  <a:cubicBezTo>
                    <a:pt x="0" y="25400"/>
                    <a:pt x="7302" y="32766"/>
                    <a:pt x="16320" y="32766"/>
                  </a:cubicBezTo>
                  <a:cubicBezTo>
                    <a:pt x="25336" y="32766"/>
                    <a:pt x="32702" y="25464"/>
                    <a:pt x="32702" y="16383"/>
                  </a:cubicBezTo>
                  <a:cubicBezTo>
                    <a:pt x="32702" y="7366"/>
                    <a:pt x="25400" y="0"/>
                    <a:pt x="16320" y="0"/>
                  </a:cubicBezTo>
                  <a:cubicBezTo>
                    <a:pt x="7366" y="0"/>
                    <a:pt x="0" y="7366"/>
                    <a:pt x="0" y="16383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5"/>
            <p:cNvSpPr/>
            <p:nvPr/>
          </p:nvSpPr>
          <p:spPr>
            <a:xfrm>
              <a:off x="5115814" y="4202303"/>
              <a:ext cx="83439" cy="83438"/>
            </a:xfrm>
            <a:custGeom>
              <a:rect b="b" l="l" r="r" t="t"/>
              <a:pathLst>
                <a:path extrusionOk="0" h="83438" w="83439">
                  <a:moveTo>
                    <a:pt x="0" y="41719"/>
                  </a:moveTo>
                  <a:cubicBezTo>
                    <a:pt x="0" y="64770"/>
                    <a:pt x="18669" y="83439"/>
                    <a:pt x="41720" y="83439"/>
                  </a:cubicBezTo>
                  <a:cubicBezTo>
                    <a:pt x="64770" y="83439"/>
                    <a:pt x="83439" y="64770"/>
                    <a:pt x="83439" y="41719"/>
                  </a:cubicBezTo>
                  <a:cubicBezTo>
                    <a:pt x="83439" y="18669"/>
                    <a:pt x="64770" y="0"/>
                    <a:pt x="41720" y="0"/>
                  </a:cubicBezTo>
                  <a:cubicBezTo>
                    <a:pt x="18669" y="0"/>
                    <a:pt x="0" y="18669"/>
                    <a:pt x="0" y="4171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5"/>
            <p:cNvSpPr/>
            <p:nvPr/>
          </p:nvSpPr>
          <p:spPr>
            <a:xfrm>
              <a:off x="5141214" y="4227639"/>
              <a:ext cx="32702" cy="32765"/>
            </a:xfrm>
            <a:custGeom>
              <a:rect b="b" l="l" r="r" t="t"/>
              <a:pathLst>
                <a:path extrusionOk="0" h="32765" w="32702">
                  <a:moveTo>
                    <a:pt x="0" y="16383"/>
                  </a:moveTo>
                  <a:cubicBezTo>
                    <a:pt x="0" y="25400"/>
                    <a:pt x="7302" y="32766"/>
                    <a:pt x="16320" y="32766"/>
                  </a:cubicBezTo>
                  <a:cubicBezTo>
                    <a:pt x="25336" y="32766"/>
                    <a:pt x="32702" y="25464"/>
                    <a:pt x="32702" y="16383"/>
                  </a:cubicBezTo>
                  <a:cubicBezTo>
                    <a:pt x="32702" y="7366"/>
                    <a:pt x="25400" y="0"/>
                    <a:pt x="16320" y="0"/>
                  </a:cubicBezTo>
                  <a:cubicBezTo>
                    <a:pt x="7302" y="0"/>
                    <a:pt x="0" y="7366"/>
                    <a:pt x="0" y="16383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3" name="Google Shape;103;p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106" name="Google Shape;106;p6"/>
          <p:cNvGrpSpPr/>
          <p:nvPr/>
        </p:nvGrpSpPr>
        <p:grpSpPr>
          <a:xfrm>
            <a:off x="-343872" y="-214499"/>
            <a:ext cx="10389722" cy="5422338"/>
            <a:chOff x="-343872" y="-214499"/>
            <a:chExt cx="10389722" cy="5422338"/>
          </a:xfrm>
        </p:grpSpPr>
        <p:grpSp>
          <p:nvGrpSpPr>
            <p:cNvPr id="107" name="Google Shape;107;p6"/>
            <p:cNvGrpSpPr/>
            <p:nvPr/>
          </p:nvGrpSpPr>
          <p:grpSpPr>
            <a:xfrm>
              <a:off x="-161881" y="70249"/>
              <a:ext cx="10207731" cy="5073254"/>
              <a:chOff x="-161881" y="70249"/>
              <a:chExt cx="10207731" cy="5073254"/>
            </a:xfrm>
          </p:grpSpPr>
          <p:sp>
            <p:nvSpPr>
              <p:cNvPr id="108" name="Google Shape;108;p6"/>
              <p:cNvSpPr/>
              <p:nvPr/>
            </p:nvSpPr>
            <p:spPr>
              <a:xfrm>
                <a:off x="232455" y="743749"/>
                <a:ext cx="190500" cy="19050"/>
              </a:xfrm>
              <a:custGeom>
                <a:rect b="b" l="l" r="r" t="t"/>
                <a:pathLst>
                  <a:path extrusionOk="0" h="19050" w="190500">
                    <a:moveTo>
                      <a:pt x="0" y="0"/>
                    </a:moveTo>
                    <a:lnTo>
                      <a:pt x="190500" y="0"/>
                    </a:lnTo>
                    <a:lnTo>
                      <a:pt x="190500" y="19050"/>
                    </a:lnTo>
                    <a:lnTo>
                      <a:pt x="0" y="1905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09" name="Google Shape;109;p6"/>
              <p:cNvGrpSpPr/>
              <p:nvPr/>
            </p:nvGrpSpPr>
            <p:grpSpPr>
              <a:xfrm>
                <a:off x="-161881" y="70249"/>
                <a:ext cx="10207731" cy="5073254"/>
                <a:chOff x="-161881" y="70249"/>
                <a:chExt cx="10207731" cy="5073254"/>
              </a:xfrm>
            </p:grpSpPr>
            <p:grpSp>
              <p:nvGrpSpPr>
                <p:cNvPr id="110" name="Google Shape;110;p6"/>
                <p:cNvGrpSpPr/>
                <p:nvPr/>
              </p:nvGrpSpPr>
              <p:grpSpPr>
                <a:xfrm>
                  <a:off x="-161881" y="70249"/>
                  <a:ext cx="1378420" cy="389574"/>
                  <a:chOff x="8640762" y="5785103"/>
                  <a:chExt cx="730250" cy="206375"/>
                </a:xfrm>
              </p:grpSpPr>
              <p:sp>
                <p:nvSpPr>
                  <p:cNvPr id="111" name="Google Shape;111;p6"/>
                  <p:cNvSpPr/>
                  <p:nvPr/>
                </p:nvSpPr>
                <p:spPr>
                  <a:xfrm>
                    <a:off x="8799512" y="5785103"/>
                    <a:ext cx="412750" cy="206375"/>
                  </a:xfrm>
                  <a:custGeom>
                    <a:rect b="b" l="l" r="r" t="t"/>
                    <a:pathLst>
                      <a:path extrusionOk="0" h="206375" w="412750">
                        <a:moveTo>
                          <a:pt x="0" y="206375"/>
                        </a:moveTo>
                        <a:cubicBezTo>
                          <a:pt x="0" y="92393"/>
                          <a:pt x="92393" y="0"/>
                          <a:pt x="206375" y="0"/>
                        </a:cubicBezTo>
                        <a:cubicBezTo>
                          <a:pt x="320357" y="0"/>
                          <a:pt x="412750" y="92393"/>
                          <a:pt x="412750" y="206375"/>
                        </a:cubicBezTo>
                        <a:lnTo>
                          <a:pt x="0" y="206375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2" name="Google Shape;112;p6"/>
                  <p:cNvSpPr/>
                  <p:nvPr/>
                </p:nvSpPr>
                <p:spPr>
                  <a:xfrm>
                    <a:off x="8640762" y="5880353"/>
                    <a:ext cx="222250" cy="111125"/>
                  </a:xfrm>
                  <a:custGeom>
                    <a:rect b="b" l="l" r="r" t="t"/>
                    <a:pathLst>
                      <a:path extrusionOk="0" h="111125" w="222250">
                        <a:moveTo>
                          <a:pt x="0" y="111125"/>
                        </a:moveTo>
                        <a:cubicBezTo>
                          <a:pt x="0" y="49784"/>
                          <a:pt x="49784" y="0"/>
                          <a:pt x="111125" y="0"/>
                        </a:cubicBezTo>
                        <a:cubicBezTo>
                          <a:pt x="172466" y="0"/>
                          <a:pt x="222250" y="49784"/>
                          <a:pt x="222250" y="111125"/>
                        </a:cubicBezTo>
                        <a:lnTo>
                          <a:pt x="0" y="111125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3" name="Google Shape;113;p6"/>
                  <p:cNvSpPr/>
                  <p:nvPr/>
                </p:nvSpPr>
                <p:spPr>
                  <a:xfrm>
                    <a:off x="9148762" y="5880353"/>
                    <a:ext cx="222250" cy="111125"/>
                  </a:xfrm>
                  <a:custGeom>
                    <a:rect b="b" l="l" r="r" t="t"/>
                    <a:pathLst>
                      <a:path extrusionOk="0" h="111125" w="222250">
                        <a:moveTo>
                          <a:pt x="0" y="111125"/>
                        </a:moveTo>
                        <a:cubicBezTo>
                          <a:pt x="0" y="49784"/>
                          <a:pt x="49784" y="0"/>
                          <a:pt x="111125" y="0"/>
                        </a:cubicBezTo>
                        <a:cubicBezTo>
                          <a:pt x="172466" y="0"/>
                          <a:pt x="222250" y="49784"/>
                          <a:pt x="222250" y="111125"/>
                        </a:cubicBezTo>
                        <a:lnTo>
                          <a:pt x="0" y="111125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114" name="Google Shape;114;p6"/>
                <p:cNvGrpSpPr/>
                <p:nvPr/>
              </p:nvGrpSpPr>
              <p:grpSpPr>
                <a:xfrm>
                  <a:off x="4190671" y="4831588"/>
                  <a:ext cx="863822" cy="311915"/>
                  <a:chOff x="10607230" y="6115367"/>
                  <a:chExt cx="571500" cy="206375"/>
                </a:xfrm>
              </p:grpSpPr>
              <p:sp>
                <p:nvSpPr>
                  <p:cNvPr id="115" name="Google Shape;115;p6"/>
                  <p:cNvSpPr/>
                  <p:nvPr/>
                </p:nvSpPr>
                <p:spPr>
                  <a:xfrm>
                    <a:off x="10607230" y="6115367"/>
                    <a:ext cx="412750" cy="206375"/>
                  </a:xfrm>
                  <a:custGeom>
                    <a:rect b="b" l="l" r="r" t="t"/>
                    <a:pathLst>
                      <a:path extrusionOk="0" h="206375" w="412750">
                        <a:moveTo>
                          <a:pt x="0" y="206375"/>
                        </a:moveTo>
                        <a:cubicBezTo>
                          <a:pt x="0" y="92392"/>
                          <a:pt x="92392" y="0"/>
                          <a:pt x="206375" y="0"/>
                        </a:cubicBezTo>
                        <a:cubicBezTo>
                          <a:pt x="320357" y="0"/>
                          <a:pt x="412750" y="92392"/>
                          <a:pt x="412750" y="206375"/>
                        </a:cubicBezTo>
                        <a:lnTo>
                          <a:pt x="0" y="206375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6" name="Google Shape;116;p6"/>
                  <p:cNvSpPr/>
                  <p:nvPr/>
                </p:nvSpPr>
                <p:spPr>
                  <a:xfrm>
                    <a:off x="10956480" y="6210617"/>
                    <a:ext cx="222250" cy="111125"/>
                  </a:xfrm>
                  <a:custGeom>
                    <a:rect b="b" l="l" r="r" t="t"/>
                    <a:pathLst>
                      <a:path extrusionOk="0" h="111125" w="222250">
                        <a:moveTo>
                          <a:pt x="0" y="111125"/>
                        </a:moveTo>
                        <a:cubicBezTo>
                          <a:pt x="0" y="49721"/>
                          <a:pt x="49784" y="0"/>
                          <a:pt x="111125" y="0"/>
                        </a:cubicBezTo>
                        <a:cubicBezTo>
                          <a:pt x="172529" y="0"/>
                          <a:pt x="222250" y="49721"/>
                          <a:pt x="222250" y="111125"/>
                        </a:cubicBezTo>
                        <a:lnTo>
                          <a:pt x="0" y="111125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117" name="Google Shape;117;p6"/>
                <p:cNvGrpSpPr/>
                <p:nvPr/>
              </p:nvGrpSpPr>
              <p:grpSpPr>
                <a:xfrm>
                  <a:off x="8587355" y="2045328"/>
                  <a:ext cx="1458495" cy="520939"/>
                  <a:chOff x="8587355" y="2045328"/>
                  <a:chExt cx="1458495" cy="520939"/>
                </a:xfrm>
              </p:grpSpPr>
              <p:grpSp>
                <p:nvGrpSpPr>
                  <p:cNvPr id="118" name="Google Shape;118;p6"/>
                  <p:cNvGrpSpPr/>
                  <p:nvPr/>
                </p:nvGrpSpPr>
                <p:grpSpPr>
                  <a:xfrm>
                    <a:off x="8711756" y="2189241"/>
                    <a:ext cx="1334094" cy="377026"/>
                    <a:chOff x="10448480" y="3783774"/>
                    <a:chExt cx="730250" cy="206375"/>
                  </a:xfrm>
                </p:grpSpPr>
                <p:sp>
                  <p:nvSpPr>
                    <p:cNvPr id="119" name="Google Shape;119;p6"/>
                    <p:cNvSpPr/>
                    <p:nvPr/>
                  </p:nvSpPr>
                  <p:spPr>
                    <a:xfrm>
                      <a:off x="10607230" y="3783774"/>
                      <a:ext cx="412750" cy="206375"/>
                    </a:xfrm>
                    <a:custGeom>
                      <a:rect b="b" l="l" r="r" t="t"/>
                      <a:pathLst>
                        <a:path extrusionOk="0" h="206375" w="412750">
                          <a:moveTo>
                            <a:pt x="0" y="206375"/>
                          </a:moveTo>
                          <a:cubicBezTo>
                            <a:pt x="0" y="92392"/>
                            <a:pt x="92392" y="0"/>
                            <a:pt x="206375" y="0"/>
                          </a:cubicBezTo>
                          <a:cubicBezTo>
                            <a:pt x="320357" y="0"/>
                            <a:pt x="412750" y="92392"/>
                            <a:pt x="412750" y="206375"/>
                          </a:cubicBezTo>
                          <a:lnTo>
                            <a:pt x="0" y="206375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20" name="Google Shape;120;p6"/>
                    <p:cNvSpPr/>
                    <p:nvPr/>
                  </p:nvSpPr>
                  <p:spPr>
                    <a:xfrm>
                      <a:off x="10448480" y="3879024"/>
                      <a:ext cx="222250" cy="111125"/>
                    </a:xfrm>
                    <a:custGeom>
                      <a:rect b="b" l="l" r="r" t="t"/>
                      <a:pathLst>
                        <a:path extrusionOk="0" h="111125" w="222250">
                          <a:moveTo>
                            <a:pt x="0" y="111125"/>
                          </a:moveTo>
                          <a:cubicBezTo>
                            <a:pt x="0" y="49784"/>
                            <a:pt x="49784" y="0"/>
                            <a:pt x="111125" y="0"/>
                          </a:cubicBezTo>
                          <a:cubicBezTo>
                            <a:pt x="172529" y="0"/>
                            <a:pt x="222250" y="49784"/>
                            <a:pt x="222250" y="111125"/>
                          </a:cubicBezTo>
                          <a:lnTo>
                            <a:pt x="0" y="111125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21" name="Google Shape;121;p6"/>
                    <p:cNvSpPr/>
                    <p:nvPr/>
                  </p:nvSpPr>
                  <p:spPr>
                    <a:xfrm>
                      <a:off x="10956480" y="3879024"/>
                      <a:ext cx="222250" cy="111125"/>
                    </a:xfrm>
                    <a:custGeom>
                      <a:rect b="b" l="l" r="r" t="t"/>
                      <a:pathLst>
                        <a:path extrusionOk="0" h="111125" w="222250">
                          <a:moveTo>
                            <a:pt x="0" y="111125"/>
                          </a:moveTo>
                          <a:cubicBezTo>
                            <a:pt x="0" y="49784"/>
                            <a:pt x="49784" y="0"/>
                            <a:pt x="111125" y="0"/>
                          </a:cubicBezTo>
                          <a:cubicBezTo>
                            <a:pt x="172529" y="0"/>
                            <a:pt x="222250" y="49784"/>
                            <a:pt x="222250" y="111125"/>
                          </a:cubicBezTo>
                          <a:lnTo>
                            <a:pt x="0" y="111125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grpSp>
                <p:nvGrpSpPr>
                  <p:cNvPr id="122" name="Google Shape;122;p6"/>
                  <p:cNvGrpSpPr/>
                  <p:nvPr/>
                </p:nvGrpSpPr>
                <p:grpSpPr>
                  <a:xfrm>
                    <a:off x="8587355" y="2045328"/>
                    <a:ext cx="381000" cy="111125"/>
                    <a:chOff x="10448480" y="5673978"/>
                    <a:chExt cx="381000" cy="111125"/>
                  </a:xfrm>
                </p:grpSpPr>
                <p:sp>
                  <p:nvSpPr>
                    <p:cNvPr id="123" name="Google Shape;123;p6"/>
                    <p:cNvSpPr/>
                    <p:nvPr/>
                  </p:nvSpPr>
                  <p:spPr>
                    <a:xfrm>
                      <a:off x="10607230" y="5673978"/>
                      <a:ext cx="222250" cy="111125"/>
                    </a:xfrm>
                    <a:custGeom>
                      <a:rect b="b" l="l" r="r" t="t"/>
                      <a:pathLst>
                        <a:path extrusionOk="0" h="111125" w="222250">
                          <a:moveTo>
                            <a:pt x="0" y="111125"/>
                          </a:moveTo>
                          <a:cubicBezTo>
                            <a:pt x="0" y="49784"/>
                            <a:pt x="49784" y="0"/>
                            <a:pt x="111125" y="0"/>
                          </a:cubicBezTo>
                          <a:cubicBezTo>
                            <a:pt x="172529" y="0"/>
                            <a:pt x="222250" y="49784"/>
                            <a:pt x="222250" y="111125"/>
                          </a:cubicBezTo>
                          <a:lnTo>
                            <a:pt x="0" y="111125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24" name="Google Shape;124;p6"/>
                    <p:cNvSpPr/>
                    <p:nvPr/>
                  </p:nvSpPr>
                  <p:spPr>
                    <a:xfrm>
                      <a:off x="10448480" y="5673978"/>
                      <a:ext cx="222250" cy="111125"/>
                    </a:xfrm>
                    <a:custGeom>
                      <a:rect b="b" l="l" r="r" t="t"/>
                      <a:pathLst>
                        <a:path extrusionOk="0" h="111125" w="222250">
                          <a:moveTo>
                            <a:pt x="0" y="111125"/>
                          </a:moveTo>
                          <a:cubicBezTo>
                            <a:pt x="0" y="49784"/>
                            <a:pt x="49784" y="0"/>
                            <a:pt x="111125" y="0"/>
                          </a:cubicBezTo>
                          <a:cubicBezTo>
                            <a:pt x="172529" y="0"/>
                            <a:pt x="222250" y="49784"/>
                            <a:pt x="222250" y="111125"/>
                          </a:cubicBezTo>
                          <a:lnTo>
                            <a:pt x="0" y="111125"/>
                          </a:ln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</p:grpSp>
          </p:grpSp>
          <p:sp>
            <p:nvSpPr>
              <p:cNvPr id="125" name="Google Shape;125;p6"/>
              <p:cNvSpPr/>
              <p:nvPr/>
            </p:nvSpPr>
            <p:spPr>
              <a:xfrm>
                <a:off x="8844455" y="1844349"/>
                <a:ext cx="190500" cy="19050"/>
              </a:xfrm>
              <a:custGeom>
                <a:rect b="b" l="l" r="r" t="t"/>
                <a:pathLst>
                  <a:path extrusionOk="0" h="19050" w="190500">
                    <a:moveTo>
                      <a:pt x="0" y="0"/>
                    </a:moveTo>
                    <a:lnTo>
                      <a:pt x="190500" y="0"/>
                    </a:lnTo>
                    <a:lnTo>
                      <a:pt x="190500" y="19050"/>
                    </a:lnTo>
                    <a:lnTo>
                      <a:pt x="0" y="1905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26" name="Google Shape;126;p6"/>
              <p:cNvGrpSpPr/>
              <p:nvPr/>
            </p:nvGrpSpPr>
            <p:grpSpPr>
              <a:xfrm>
                <a:off x="1364996" y="159229"/>
                <a:ext cx="476259" cy="140238"/>
                <a:chOff x="8653946" y="4723904"/>
                <a:chExt cx="476259" cy="140238"/>
              </a:xfrm>
            </p:grpSpPr>
            <p:sp>
              <p:nvSpPr>
                <p:cNvPr id="127" name="Google Shape;127;p6"/>
                <p:cNvSpPr/>
                <p:nvPr/>
              </p:nvSpPr>
              <p:spPr>
                <a:xfrm>
                  <a:off x="8749205" y="4723904"/>
                  <a:ext cx="381000" cy="19050"/>
                </a:xfrm>
                <a:custGeom>
                  <a:rect b="b" l="l" r="r" t="t"/>
                  <a:pathLst>
                    <a:path extrusionOk="0" h="19050" w="381000">
                      <a:moveTo>
                        <a:pt x="0" y="0"/>
                      </a:moveTo>
                      <a:lnTo>
                        <a:pt x="381000" y="0"/>
                      </a:lnTo>
                      <a:lnTo>
                        <a:pt x="381000" y="19050"/>
                      </a:lnTo>
                      <a:lnTo>
                        <a:pt x="0" y="1905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8" name="Google Shape;128;p6"/>
                <p:cNvSpPr/>
                <p:nvPr/>
              </p:nvSpPr>
              <p:spPr>
                <a:xfrm>
                  <a:off x="8653946" y="4845092"/>
                  <a:ext cx="190500" cy="19050"/>
                </a:xfrm>
                <a:custGeom>
                  <a:rect b="b" l="l" r="r" t="t"/>
                  <a:pathLst>
                    <a:path extrusionOk="0" h="19050" w="190500">
                      <a:moveTo>
                        <a:pt x="0" y="0"/>
                      </a:moveTo>
                      <a:lnTo>
                        <a:pt x="190500" y="0"/>
                      </a:lnTo>
                      <a:lnTo>
                        <a:pt x="190500" y="19050"/>
                      </a:lnTo>
                      <a:lnTo>
                        <a:pt x="0" y="1905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129" name="Google Shape;129;p6"/>
            <p:cNvSpPr/>
            <p:nvPr/>
          </p:nvSpPr>
          <p:spPr>
            <a:xfrm rot="1075482">
              <a:off x="6973583" y="138053"/>
              <a:ext cx="2328748" cy="238841"/>
            </a:xfrm>
            <a:custGeom>
              <a:rect b="b" l="l" r="r" t="t"/>
              <a:pathLst>
                <a:path extrusionOk="0" h="77422" w="624585">
                  <a:moveTo>
                    <a:pt x="0" y="69331"/>
                  </a:moveTo>
                  <a:cubicBezTo>
                    <a:pt x="32957" y="25326"/>
                    <a:pt x="89090" y="3228"/>
                    <a:pt x="144018" y="370"/>
                  </a:cubicBezTo>
                  <a:cubicBezTo>
                    <a:pt x="198945" y="-2487"/>
                    <a:pt x="253238" y="11610"/>
                    <a:pt x="305626" y="28310"/>
                  </a:cubicBezTo>
                  <a:cubicBezTo>
                    <a:pt x="358013" y="45011"/>
                    <a:pt x="409829" y="64569"/>
                    <a:pt x="464121" y="73205"/>
                  </a:cubicBezTo>
                  <a:cubicBezTo>
                    <a:pt x="518414" y="81777"/>
                    <a:pt x="576580" y="78539"/>
                    <a:pt x="624586" y="51742"/>
                  </a:cubicBezTo>
                </a:path>
              </a:pathLst>
            </a:custGeom>
            <a:noFill/>
            <a:ln cap="rnd" cmpd="sng" w="12700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6"/>
            <p:cNvSpPr/>
            <p:nvPr/>
          </p:nvSpPr>
          <p:spPr>
            <a:xfrm>
              <a:off x="-343872" y="3745553"/>
              <a:ext cx="1156513" cy="1462286"/>
            </a:xfrm>
            <a:custGeom>
              <a:rect b="b" l="l" r="r" t="t"/>
              <a:pathLst>
                <a:path extrusionOk="0" h="282704" w="269113">
                  <a:moveTo>
                    <a:pt x="0" y="247780"/>
                  </a:moveTo>
                  <a:cubicBezTo>
                    <a:pt x="4572" y="232413"/>
                    <a:pt x="18923" y="221745"/>
                    <a:pt x="34036" y="216474"/>
                  </a:cubicBezTo>
                  <a:cubicBezTo>
                    <a:pt x="49149" y="211204"/>
                    <a:pt x="65405" y="210251"/>
                    <a:pt x="81217" y="207584"/>
                  </a:cubicBezTo>
                  <a:cubicBezTo>
                    <a:pt x="110998" y="202631"/>
                    <a:pt x="140081" y="191392"/>
                    <a:pt x="163513" y="172405"/>
                  </a:cubicBezTo>
                  <a:cubicBezTo>
                    <a:pt x="186944" y="153419"/>
                    <a:pt x="204470" y="126368"/>
                    <a:pt x="209042" y="96523"/>
                  </a:cubicBezTo>
                  <a:cubicBezTo>
                    <a:pt x="213614" y="66677"/>
                    <a:pt x="204343" y="34420"/>
                    <a:pt x="182563" y="13592"/>
                  </a:cubicBezTo>
                  <a:cubicBezTo>
                    <a:pt x="172085" y="3622"/>
                    <a:pt x="156528" y="-3807"/>
                    <a:pt x="143383" y="2098"/>
                  </a:cubicBezTo>
                  <a:cubicBezTo>
                    <a:pt x="130239" y="8004"/>
                    <a:pt x="125413" y="24260"/>
                    <a:pt x="124651" y="38610"/>
                  </a:cubicBezTo>
                  <a:cubicBezTo>
                    <a:pt x="122365" y="80394"/>
                    <a:pt x="142177" y="122812"/>
                    <a:pt x="175768" y="147831"/>
                  </a:cubicBezTo>
                  <a:cubicBezTo>
                    <a:pt x="190246" y="158626"/>
                    <a:pt x="207010" y="166309"/>
                    <a:pt x="220599" y="178184"/>
                  </a:cubicBezTo>
                  <a:cubicBezTo>
                    <a:pt x="250063" y="203901"/>
                    <a:pt x="260350" y="244605"/>
                    <a:pt x="269113" y="282705"/>
                  </a:cubicBezTo>
                </a:path>
              </a:pathLst>
            </a:custGeom>
            <a:noFill/>
            <a:ln cap="rnd" cmpd="sng" w="12700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1" name="Google Shape;131;p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"/>
          <p:cNvSpPr txBox="1"/>
          <p:nvPr>
            <p:ph type="title"/>
          </p:nvPr>
        </p:nvSpPr>
        <p:spPr>
          <a:xfrm>
            <a:off x="720000" y="445025"/>
            <a:ext cx="7704000" cy="649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4" name="Google Shape;134;p7"/>
          <p:cNvSpPr txBox="1"/>
          <p:nvPr>
            <p:ph idx="1" type="body"/>
          </p:nvPr>
        </p:nvSpPr>
        <p:spPr>
          <a:xfrm>
            <a:off x="713225" y="1570925"/>
            <a:ext cx="4245000" cy="252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5" name="Google Shape;135;p7"/>
          <p:cNvSpPr/>
          <p:nvPr>
            <p:ph idx="2" type="pic"/>
          </p:nvPr>
        </p:nvSpPr>
        <p:spPr>
          <a:xfrm>
            <a:off x="5197975" y="1374425"/>
            <a:ext cx="3232800" cy="29130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grpSp>
        <p:nvGrpSpPr>
          <p:cNvPr id="136" name="Google Shape;136;p7"/>
          <p:cNvGrpSpPr/>
          <p:nvPr/>
        </p:nvGrpSpPr>
        <p:grpSpPr>
          <a:xfrm rot="-888888">
            <a:off x="7739543" y="3592822"/>
            <a:ext cx="2676005" cy="2525505"/>
            <a:chOff x="-2482208" y="3351602"/>
            <a:chExt cx="1509803" cy="1507801"/>
          </a:xfrm>
        </p:grpSpPr>
        <p:sp>
          <p:nvSpPr>
            <p:cNvPr id="137" name="Google Shape;137;p7"/>
            <p:cNvSpPr/>
            <p:nvPr/>
          </p:nvSpPr>
          <p:spPr>
            <a:xfrm>
              <a:off x="-2482208" y="3351602"/>
              <a:ext cx="1509803" cy="1507801"/>
            </a:xfrm>
            <a:custGeom>
              <a:rect b="b" l="l" r="r" t="t"/>
              <a:pathLst>
                <a:path extrusionOk="0" h="1507801" w="1509803">
                  <a:moveTo>
                    <a:pt x="1509803" y="755000"/>
                  </a:moveTo>
                  <a:cubicBezTo>
                    <a:pt x="1509866" y="791703"/>
                    <a:pt x="1505104" y="840535"/>
                    <a:pt x="1499770" y="876793"/>
                  </a:cubicBezTo>
                  <a:cubicBezTo>
                    <a:pt x="1496595" y="898383"/>
                    <a:pt x="1490753" y="927022"/>
                    <a:pt x="1484466" y="947977"/>
                  </a:cubicBezTo>
                  <a:cubicBezTo>
                    <a:pt x="1484466" y="948040"/>
                    <a:pt x="1484466" y="948040"/>
                    <a:pt x="1484466" y="948040"/>
                  </a:cubicBezTo>
                  <a:cubicBezTo>
                    <a:pt x="1479323" y="964994"/>
                    <a:pt x="1472909" y="987791"/>
                    <a:pt x="1467004" y="1004492"/>
                  </a:cubicBezTo>
                  <a:cubicBezTo>
                    <a:pt x="1466940" y="1004555"/>
                    <a:pt x="1466940" y="1004682"/>
                    <a:pt x="1466940" y="1004746"/>
                  </a:cubicBezTo>
                  <a:cubicBezTo>
                    <a:pt x="1460463" y="1022843"/>
                    <a:pt x="1451510" y="1046910"/>
                    <a:pt x="1443064" y="1064118"/>
                  </a:cubicBezTo>
                  <a:cubicBezTo>
                    <a:pt x="1435381" y="1079739"/>
                    <a:pt x="1425538" y="1100694"/>
                    <a:pt x="1417156" y="1115871"/>
                  </a:cubicBezTo>
                  <a:cubicBezTo>
                    <a:pt x="1407822" y="1132698"/>
                    <a:pt x="1394550" y="1154733"/>
                    <a:pt x="1383946" y="1170735"/>
                  </a:cubicBezTo>
                  <a:cubicBezTo>
                    <a:pt x="1352704" y="1217724"/>
                    <a:pt x="1321906" y="1252078"/>
                    <a:pt x="1308825" y="1265985"/>
                  </a:cubicBezTo>
                  <a:cubicBezTo>
                    <a:pt x="1289140" y="1286876"/>
                    <a:pt x="1261708" y="1315006"/>
                    <a:pt x="1219671" y="1347899"/>
                  </a:cubicBezTo>
                  <a:cubicBezTo>
                    <a:pt x="1207543" y="1357361"/>
                    <a:pt x="1191096" y="1369553"/>
                    <a:pt x="1178269" y="1378062"/>
                  </a:cubicBezTo>
                  <a:cubicBezTo>
                    <a:pt x="1160870" y="1389555"/>
                    <a:pt x="1136994" y="1403906"/>
                    <a:pt x="1118960" y="1414321"/>
                  </a:cubicBezTo>
                  <a:cubicBezTo>
                    <a:pt x="1089306" y="1431466"/>
                    <a:pt x="1043141" y="1450960"/>
                    <a:pt x="1033489" y="1454643"/>
                  </a:cubicBezTo>
                  <a:cubicBezTo>
                    <a:pt x="1017170" y="1460866"/>
                    <a:pt x="995199" y="1468740"/>
                    <a:pt x="978562" y="1473947"/>
                  </a:cubicBezTo>
                  <a:cubicBezTo>
                    <a:pt x="962433" y="1478964"/>
                    <a:pt x="940589" y="1484742"/>
                    <a:pt x="924142" y="1488552"/>
                  </a:cubicBezTo>
                  <a:cubicBezTo>
                    <a:pt x="895123" y="1495220"/>
                    <a:pt x="865849" y="1500236"/>
                    <a:pt x="836449" y="1503411"/>
                  </a:cubicBezTo>
                  <a:cubicBezTo>
                    <a:pt x="815811" y="1505634"/>
                    <a:pt x="795110" y="1507030"/>
                    <a:pt x="774409" y="1507539"/>
                  </a:cubicBezTo>
                  <a:cubicBezTo>
                    <a:pt x="754089" y="1508110"/>
                    <a:pt x="733706" y="1507729"/>
                    <a:pt x="713259" y="1506586"/>
                  </a:cubicBezTo>
                  <a:cubicBezTo>
                    <a:pt x="690526" y="1505379"/>
                    <a:pt x="667729" y="1503093"/>
                    <a:pt x="644933" y="1499728"/>
                  </a:cubicBezTo>
                  <a:cubicBezTo>
                    <a:pt x="630836" y="1497696"/>
                    <a:pt x="618009" y="1495347"/>
                    <a:pt x="607150" y="1493187"/>
                  </a:cubicBezTo>
                  <a:cubicBezTo>
                    <a:pt x="593244" y="1490393"/>
                    <a:pt x="582576" y="1487854"/>
                    <a:pt x="576480" y="1486393"/>
                  </a:cubicBezTo>
                  <a:cubicBezTo>
                    <a:pt x="546762" y="1479345"/>
                    <a:pt x="517806" y="1469566"/>
                    <a:pt x="517552" y="1469502"/>
                  </a:cubicBezTo>
                  <a:cubicBezTo>
                    <a:pt x="488532" y="1459533"/>
                    <a:pt x="476086" y="1455024"/>
                    <a:pt x="440844" y="1439340"/>
                  </a:cubicBezTo>
                  <a:cubicBezTo>
                    <a:pt x="422873" y="1431339"/>
                    <a:pt x="399442" y="1419337"/>
                    <a:pt x="382424" y="1409431"/>
                  </a:cubicBezTo>
                  <a:cubicBezTo>
                    <a:pt x="369343" y="1401811"/>
                    <a:pt x="351944" y="1391651"/>
                    <a:pt x="339498" y="1383079"/>
                  </a:cubicBezTo>
                  <a:cubicBezTo>
                    <a:pt x="319686" y="1369426"/>
                    <a:pt x="293778" y="1350503"/>
                    <a:pt x="274982" y="1335454"/>
                  </a:cubicBezTo>
                  <a:cubicBezTo>
                    <a:pt x="249264" y="1314879"/>
                    <a:pt x="218403" y="1283574"/>
                    <a:pt x="195607" y="1259889"/>
                  </a:cubicBezTo>
                  <a:cubicBezTo>
                    <a:pt x="180621" y="1244267"/>
                    <a:pt x="162079" y="1222042"/>
                    <a:pt x="149760" y="1204262"/>
                  </a:cubicBezTo>
                  <a:cubicBezTo>
                    <a:pt x="138330" y="1187753"/>
                    <a:pt x="122836" y="1166035"/>
                    <a:pt x="112168" y="1149017"/>
                  </a:cubicBezTo>
                  <a:cubicBezTo>
                    <a:pt x="103024" y="1134349"/>
                    <a:pt x="91848" y="1114156"/>
                    <a:pt x="83783" y="1098853"/>
                  </a:cubicBezTo>
                  <a:cubicBezTo>
                    <a:pt x="74639" y="1081517"/>
                    <a:pt x="63908" y="1057641"/>
                    <a:pt x="56351" y="1039543"/>
                  </a:cubicBezTo>
                  <a:cubicBezTo>
                    <a:pt x="49620" y="1023287"/>
                    <a:pt x="42254" y="1000935"/>
                    <a:pt x="36222" y="984362"/>
                  </a:cubicBezTo>
                  <a:cubicBezTo>
                    <a:pt x="29554" y="965947"/>
                    <a:pt x="22823" y="940547"/>
                    <a:pt x="19013" y="921370"/>
                  </a:cubicBezTo>
                  <a:cubicBezTo>
                    <a:pt x="11965" y="885810"/>
                    <a:pt x="4345" y="837867"/>
                    <a:pt x="1868" y="801736"/>
                  </a:cubicBezTo>
                  <a:cubicBezTo>
                    <a:pt x="-481" y="768589"/>
                    <a:pt x="-1116" y="724012"/>
                    <a:pt x="2948" y="691055"/>
                  </a:cubicBezTo>
                  <a:cubicBezTo>
                    <a:pt x="5361" y="671371"/>
                    <a:pt x="7139" y="644891"/>
                    <a:pt x="11266" y="625460"/>
                  </a:cubicBezTo>
                  <a:cubicBezTo>
                    <a:pt x="15013" y="607934"/>
                    <a:pt x="19267" y="584312"/>
                    <a:pt x="23776" y="566977"/>
                  </a:cubicBezTo>
                  <a:cubicBezTo>
                    <a:pt x="28665" y="548117"/>
                    <a:pt x="35460" y="522907"/>
                    <a:pt x="42572" y="504747"/>
                  </a:cubicBezTo>
                  <a:cubicBezTo>
                    <a:pt x="48985" y="488427"/>
                    <a:pt x="56923" y="466392"/>
                    <a:pt x="64035" y="450391"/>
                  </a:cubicBezTo>
                  <a:cubicBezTo>
                    <a:pt x="71972" y="432610"/>
                    <a:pt x="83402" y="409242"/>
                    <a:pt x="92737" y="392161"/>
                  </a:cubicBezTo>
                  <a:cubicBezTo>
                    <a:pt x="100992" y="377111"/>
                    <a:pt x="112676" y="357427"/>
                    <a:pt x="122137" y="343139"/>
                  </a:cubicBezTo>
                  <a:cubicBezTo>
                    <a:pt x="133059" y="326629"/>
                    <a:pt x="147918" y="304722"/>
                    <a:pt x="160555" y="289481"/>
                  </a:cubicBezTo>
                  <a:cubicBezTo>
                    <a:pt x="181700" y="263954"/>
                    <a:pt x="210720" y="230490"/>
                    <a:pt x="234850" y="207757"/>
                  </a:cubicBezTo>
                  <a:cubicBezTo>
                    <a:pt x="249328" y="194168"/>
                    <a:pt x="269394" y="176832"/>
                    <a:pt x="284761" y="164323"/>
                  </a:cubicBezTo>
                  <a:cubicBezTo>
                    <a:pt x="296762" y="154544"/>
                    <a:pt x="313272" y="142225"/>
                    <a:pt x="326163" y="133653"/>
                  </a:cubicBezTo>
                  <a:cubicBezTo>
                    <a:pt x="336894" y="126477"/>
                    <a:pt x="349975" y="118159"/>
                    <a:pt x="362675" y="110348"/>
                  </a:cubicBezTo>
                  <a:cubicBezTo>
                    <a:pt x="370422" y="105522"/>
                    <a:pt x="378106" y="100950"/>
                    <a:pt x="384964" y="96949"/>
                  </a:cubicBezTo>
                  <a:cubicBezTo>
                    <a:pt x="396330" y="90282"/>
                    <a:pt x="411888" y="82091"/>
                    <a:pt x="423826" y="76503"/>
                  </a:cubicBezTo>
                  <a:cubicBezTo>
                    <a:pt x="435510" y="71042"/>
                    <a:pt x="451004" y="63803"/>
                    <a:pt x="462878" y="58723"/>
                  </a:cubicBezTo>
                  <a:cubicBezTo>
                    <a:pt x="472784" y="54531"/>
                    <a:pt x="486310" y="49451"/>
                    <a:pt x="496343" y="45642"/>
                  </a:cubicBezTo>
                  <a:cubicBezTo>
                    <a:pt x="512726" y="39418"/>
                    <a:pt x="535141" y="32560"/>
                    <a:pt x="552032" y="27861"/>
                  </a:cubicBezTo>
                  <a:cubicBezTo>
                    <a:pt x="560224" y="25575"/>
                    <a:pt x="571146" y="22591"/>
                    <a:pt x="579464" y="20749"/>
                  </a:cubicBezTo>
                  <a:cubicBezTo>
                    <a:pt x="595149" y="17257"/>
                    <a:pt x="616167" y="12875"/>
                    <a:pt x="632042" y="10081"/>
                  </a:cubicBezTo>
                  <a:cubicBezTo>
                    <a:pt x="643853" y="7986"/>
                    <a:pt x="671539" y="4176"/>
                    <a:pt x="692939" y="2525"/>
                  </a:cubicBezTo>
                  <a:cubicBezTo>
                    <a:pt x="714719" y="874"/>
                    <a:pt x="772504" y="-3508"/>
                    <a:pt x="846228" y="5510"/>
                  </a:cubicBezTo>
                  <a:cubicBezTo>
                    <a:pt x="865151" y="7859"/>
                    <a:pt x="881216" y="10462"/>
                    <a:pt x="892265" y="12494"/>
                  </a:cubicBezTo>
                  <a:cubicBezTo>
                    <a:pt x="902489" y="14336"/>
                    <a:pt x="908394" y="15669"/>
                    <a:pt x="908521" y="15669"/>
                  </a:cubicBezTo>
                  <a:cubicBezTo>
                    <a:pt x="923825" y="19098"/>
                    <a:pt x="944145" y="23988"/>
                    <a:pt x="959258" y="28052"/>
                  </a:cubicBezTo>
                  <a:cubicBezTo>
                    <a:pt x="963258" y="29131"/>
                    <a:pt x="967894" y="30465"/>
                    <a:pt x="972466" y="31862"/>
                  </a:cubicBezTo>
                  <a:cubicBezTo>
                    <a:pt x="979387" y="33957"/>
                    <a:pt x="986563" y="36243"/>
                    <a:pt x="992468" y="38212"/>
                  </a:cubicBezTo>
                  <a:cubicBezTo>
                    <a:pt x="1004025" y="42022"/>
                    <a:pt x="1019329" y="47610"/>
                    <a:pt x="1030695" y="52055"/>
                  </a:cubicBezTo>
                  <a:cubicBezTo>
                    <a:pt x="1039458" y="55548"/>
                    <a:pt x="1050253" y="60119"/>
                    <a:pt x="1059969" y="64374"/>
                  </a:cubicBezTo>
                  <a:cubicBezTo>
                    <a:pt x="1060794" y="64692"/>
                    <a:pt x="1061556" y="65073"/>
                    <a:pt x="1062382" y="65454"/>
                  </a:cubicBezTo>
                  <a:cubicBezTo>
                    <a:pt x="1063525" y="65961"/>
                    <a:pt x="1064731" y="66533"/>
                    <a:pt x="1065874" y="67041"/>
                  </a:cubicBezTo>
                  <a:cubicBezTo>
                    <a:pt x="1067017" y="67549"/>
                    <a:pt x="1068097" y="67993"/>
                    <a:pt x="1069240" y="68501"/>
                  </a:cubicBezTo>
                  <a:cubicBezTo>
                    <a:pt x="1072097" y="69772"/>
                    <a:pt x="1075018" y="71105"/>
                    <a:pt x="1078130" y="72629"/>
                  </a:cubicBezTo>
                  <a:cubicBezTo>
                    <a:pt x="1084734" y="75741"/>
                    <a:pt x="1091782" y="79297"/>
                    <a:pt x="1098767" y="82916"/>
                  </a:cubicBezTo>
                  <a:cubicBezTo>
                    <a:pt x="1108927" y="88186"/>
                    <a:pt x="1119087" y="93711"/>
                    <a:pt x="1127723" y="98410"/>
                  </a:cubicBezTo>
                  <a:cubicBezTo>
                    <a:pt x="1134645" y="102665"/>
                    <a:pt x="1142265" y="107363"/>
                    <a:pt x="1150139" y="112253"/>
                  </a:cubicBezTo>
                  <a:cubicBezTo>
                    <a:pt x="1171856" y="125779"/>
                    <a:pt x="1195478" y="141018"/>
                    <a:pt x="1213258" y="155052"/>
                  </a:cubicBezTo>
                  <a:cubicBezTo>
                    <a:pt x="1229831" y="168133"/>
                    <a:pt x="1251485" y="186104"/>
                    <a:pt x="1267106" y="200264"/>
                  </a:cubicBezTo>
                  <a:cubicBezTo>
                    <a:pt x="1269328" y="202232"/>
                    <a:pt x="1271614" y="204392"/>
                    <a:pt x="1274027" y="206550"/>
                  </a:cubicBezTo>
                  <a:cubicBezTo>
                    <a:pt x="1279171" y="211376"/>
                    <a:pt x="1284568" y="216647"/>
                    <a:pt x="1289775" y="221917"/>
                  </a:cubicBezTo>
                  <a:cubicBezTo>
                    <a:pt x="1289839" y="221981"/>
                    <a:pt x="1289902" y="222044"/>
                    <a:pt x="1289966" y="222108"/>
                  </a:cubicBezTo>
                  <a:cubicBezTo>
                    <a:pt x="1295871" y="228013"/>
                    <a:pt x="1301586" y="233982"/>
                    <a:pt x="1306412" y="239253"/>
                  </a:cubicBezTo>
                  <a:cubicBezTo>
                    <a:pt x="1307682" y="240586"/>
                    <a:pt x="1308952" y="242047"/>
                    <a:pt x="1310286" y="243507"/>
                  </a:cubicBezTo>
                  <a:cubicBezTo>
                    <a:pt x="1319620" y="253922"/>
                    <a:pt x="1330352" y="266304"/>
                    <a:pt x="1339940" y="277861"/>
                  </a:cubicBezTo>
                  <a:cubicBezTo>
                    <a:pt x="1343941" y="282687"/>
                    <a:pt x="1347814" y="287386"/>
                    <a:pt x="1351243" y="291704"/>
                  </a:cubicBezTo>
                  <a:cubicBezTo>
                    <a:pt x="1361848" y="305103"/>
                    <a:pt x="1375056" y="323708"/>
                    <a:pt x="1384517" y="337932"/>
                  </a:cubicBezTo>
                  <a:cubicBezTo>
                    <a:pt x="1395503" y="354442"/>
                    <a:pt x="1409092" y="377175"/>
                    <a:pt x="1418617" y="394510"/>
                  </a:cubicBezTo>
                  <a:cubicBezTo>
                    <a:pt x="1427062" y="409750"/>
                    <a:pt x="1436841" y="430832"/>
                    <a:pt x="1444334" y="446580"/>
                  </a:cubicBezTo>
                  <a:cubicBezTo>
                    <a:pt x="1452780" y="464234"/>
                    <a:pt x="1461860" y="488744"/>
                    <a:pt x="1468401" y="507223"/>
                  </a:cubicBezTo>
                  <a:cubicBezTo>
                    <a:pt x="1474243" y="523987"/>
                    <a:pt x="1480402" y="546847"/>
                    <a:pt x="1485546" y="563865"/>
                  </a:cubicBezTo>
                  <a:cubicBezTo>
                    <a:pt x="1491197" y="582661"/>
                    <a:pt x="1496722" y="608442"/>
                    <a:pt x="1499262" y="627936"/>
                  </a:cubicBezTo>
                  <a:cubicBezTo>
                    <a:pt x="1501548" y="645971"/>
                    <a:pt x="1505421" y="669973"/>
                    <a:pt x="1506882" y="688071"/>
                  </a:cubicBezTo>
                  <a:cubicBezTo>
                    <a:pt x="1508660" y="708073"/>
                    <a:pt x="1509803" y="734934"/>
                    <a:pt x="1509803" y="7550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7"/>
            <p:cNvSpPr/>
            <p:nvPr/>
          </p:nvSpPr>
          <p:spPr>
            <a:xfrm>
              <a:off x="-2229486" y="3409650"/>
              <a:ext cx="564133" cy="751379"/>
            </a:xfrm>
            <a:custGeom>
              <a:rect b="b" l="l" r="r" t="t"/>
              <a:pathLst>
                <a:path extrusionOk="0" h="751379" w="564133">
                  <a:moveTo>
                    <a:pt x="561565" y="167235"/>
                  </a:moveTo>
                  <a:cubicBezTo>
                    <a:pt x="555914" y="175236"/>
                    <a:pt x="541944" y="178792"/>
                    <a:pt x="532673" y="179935"/>
                  </a:cubicBezTo>
                  <a:cubicBezTo>
                    <a:pt x="524291" y="180951"/>
                    <a:pt x="516417" y="177077"/>
                    <a:pt x="508225" y="177966"/>
                  </a:cubicBezTo>
                  <a:cubicBezTo>
                    <a:pt x="495335" y="179363"/>
                    <a:pt x="484159" y="191682"/>
                    <a:pt x="477555" y="201779"/>
                  </a:cubicBezTo>
                  <a:cubicBezTo>
                    <a:pt x="476094" y="204001"/>
                    <a:pt x="479650" y="206033"/>
                    <a:pt x="481047" y="203874"/>
                  </a:cubicBezTo>
                  <a:cubicBezTo>
                    <a:pt x="481238" y="203557"/>
                    <a:pt x="481492" y="203239"/>
                    <a:pt x="481746" y="202922"/>
                  </a:cubicBezTo>
                  <a:cubicBezTo>
                    <a:pt x="485873" y="200699"/>
                    <a:pt x="490064" y="198540"/>
                    <a:pt x="494573" y="197143"/>
                  </a:cubicBezTo>
                  <a:cubicBezTo>
                    <a:pt x="497049" y="196191"/>
                    <a:pt x="499589" y="195683"/>
                    <a:pt x="502193" y="195492"/>
                  </a:cubicBezTo>
                  <a:cubicBezTo>
                    <a:pt x="504415" y="198350"/>
                    <a:pt x="506638" y="201271"/>
                    <a:pt x="508860" y="204128"/>
                  </a:cubicBezTo>
                  <a:cubicBezTo>
                    <a:pt x="508797" y="207430"/>
                    <a:pt x="503336" y="210732"/>
                    <a:pt x="502828" y="214669"/>
                  </a:cubicBezTo>
                  <a:cubicBezTo>
                    <a:pt x="502320" y="218289"/>
                    <a:pt x="503907" y="221019"/>
                    <a:pt x="506574" y="223305"/>
                  </a:cubicBezTo>
                  <a:cubicBezTo>
                    <a:pt x="508543" y="225020"/>
                    <a:pt x="511083" y="225718"/>
                    <a:pt x="513178" y="227179"/>
                  </a:cubicBezTo>
                  <a:cubicBezTo>
                    <a:pt x="522894" y="233846"/>
                    <a:pt x="523021" y="244133"/>
                    <a:pt x="510067" y="248832"/>
                  </a:cubicBezTo>
                  <a:cubicBezTo>
                    <a:pt x="502891" y="251436"/>
                    <a:pt x="494700" y="251817"/>
                    <a:pt x="487270" y="253976"/>
                  </a:cubicBezTo>
                  <a:cubicBezTo>
                    <a:pt x="480349" y="256008"/>
                    <a:pt x="473618" y="258484"/>
                    <a:pt x="467077" y="261405"/>
                  </a:cubicBezTo>
                  <a:cubicBezTo>
                    <a:pt x="452726" y="267819"/>
                    <a:pt x="438947" y="276391"/>
                    <a:pt x="427453" y="287123"/>
                  </a:cubicBezTo>
                  <a:cubicBezTo>
                    <a:pt x="409546" y="299315"/>
                    <a:pt x="388972" y="301537"/>
                    <a:pt x="377860" y="322302"/>
                  </a:cubicBezTo>
                  <a:cubicBezTo>
                    <a:pt x="371002" y="335129"/>
                    <a:pt x="365668" y="348464"/>
                    <a:pt x="354809" y="358687"/>
                  </a:cubicBezTo>
                  <a:cubicBezTo>
                    <a:pt x="346046" y="366942"/>
                    <a:pt x="335442" y="372721"/>
                    <a:pt x="325218" y="378880"/>
                  </a:cubicBezTo>
                  <a:cubicBezTo>
                    <a:pt x="307756" y="389358"/>
                    <a:pt x="293214" y="400915"/>
                    <a:pt x="285848" y="420536"/>
                  </a:cubicBezTo>
                  <a:cubicBezTo>
                    <a:pt x="277339" y="443015"/>
                    <a:pt x="277720" y="469114"/>
                    <a:pt x="262290" y="488481"/>
                  </a:cubicBezTo>
                  <a:cubicBezTo>
                    <a:pt x="255559" y="464669"/>
                    <a:pt x="265909" y="431014"/>
                    <a:pt x="241843" y="415710"/>
                  </a:cubicBezTo>
                  <a:cubicBezTo>
                    <a:pt x="233334" y="410313"/>
                    <a:pt x="217332" y="405550"/>
                    <a:pt x="207299" y="408979"/>
                  </a:cubicBezTo>
                  <a:cubicBezTo>
                    <a:pt x="203171" y="410313"/>
                    <a:pt x="202155" y="412345"/>
                    <a:pt x="200314" y="415964"/>
                  </a:cubicBezTo>
                  <a:cubicBezTo>
                    <a:pt x="198663" y="419139"/>
                    <a:pt x="198218" y="424092"/>
                    <a:pt x="195043" y="426696"/>
                  </a:cubicBezTo>
                  <a:cubicBezTo>
                    <a:pt x="192313" y="428982"/>
                    <a:pt x="185518" y="428410"/>
                    <a:pt x="182661" y="427648"/>
                  </a:cubicBezTo>
                  <a:cubicBezTo>
                    <a:pt x="177644" y="426251"/>
                    <a:pt x="173263" y="423076"/>
                    <a:pt x="168818" y="420600"/>
                  </a:cubicBezTo>
                  <a:cubicBezTo>
                    <a:pt x="156689" y="414123"/>
                    <a:pt x="147482" y="414440"/>
                    <a:pt x="136369" y="422695"/>
                  </a:cubicBezTo>
                  <a:cubicBezTo>
                    <a:pt x="123161" y="432601"/>
                    <a:pt x="112747" y="445936"/>
                    <a:pt x="102460" y="458700"/>
                  </a:cubicBezTo>
                  <a:cubicBezTo>
                    <a:pt x="84553" y="480861"/>
                    <a:pt x="64741" y="508357"/>
                    <a:pt x="70520" y="538583"/>
                  </a:cubicBezTo>
                  <a:cubicBezTo>
                    <a:pt x="72869" y="551092"/>
                    <a:pt x="80362" y="562967"/>
                    <a:pt x="92808" y="567221"/>
                  </a:cubicBezTo>
                  <a:cubicBezTo>
                    <a:pt x="103603" y="570904"/>
                    <a:pt x="116367" y="568555"/>
                    <a:pt x="123098" y="558966"/>
                  </a:cubicBezTo>
                  <a:cubicBezTo>
                    <a:pt x="123415" y="558522"/>
                    <a:pt x="123415" y="558014"/>
                    <a:pt x="123288" y="557569"/>
                  </a:cubicBezTo>
                  <a:cubicBezTo>
                    <a:pt x="134210" y="546266"/>
                    <a:pt x="144180" y="534138"/>
                    <a:pt x="160055" y="529375"/>
                  </a:cubicBezTo>
                  <a:cubicBezTo>
                    <a:pt x="165770" y="527661"/>
                    <a:pt x="172437" y="526645"/>
                    <a:pt x="178343" y="528169"/>
                  </a:cubicBezTo>
                  <a:cubicBezTo>
                    <a:pt x="188884" y="531026"/>
                    <a:pt x="186344" y="543917"/>
                    <a:pt x="180629" y="550711"/>
                  </a:cubicBezTo>
                  <a:cubicBezTo>
                    <a:pt x="175993" y="556172"/>
                    <a:pt x="171104" y="561252"/>
                    <a:pt x="166976" y="567094"/>
                  </a:cubicBezTo>
                  <a:cubicBezTo>
                    <a:pt x="160436" y="576365"/>
                    <a:pt x="149958" y="591669"/>
                    <a:pt x="150466" y="603670"/>
                  </a:cubicBezTo>
                  <a:cubicBezTo>
                    <a:pt x="150784" y="610782"/>
                    <a:pt x="156181" y="614656"/>
                    <a:pt x="162404" y="616180"/>
                  </a:cubicBezTo>
                  <a:cubicBezTo>
                    <a:pt x="162595" y="616370"/>
                    <a:pt x="162722" y="616624"/>
                    <a:pt x="163039" y="616624"/>
                  </a:cubicBezTo>
                  <a:cubicBezTo>
                    <a:pt x="163928" y="616688"/>
                    <a:pt x="164944" y="616751"/>
                    <a:pt x="165960" y="616815"/>
                  </a:cubicBezTo>
                  <a:cubicBezTo>
                    <a:pt x="167548" y="617005"/>
                    <a:pt x="169199" y="617069"/>
                    <a:pt x="170723" y="617005"/>
                  </a:cubicBezTo>
                  <a:cubicBezTo>
                    <a:pt x="170977" y="617005"/>
                    <a:pt x="171167" y="616942"/>
                    <a:pt x="171358" y="616878"/>
                  </a:cubicBezTo>
                  <a:cubicBezTo>
                    <a:pt x="181772" y="616751"/>
                    <a:pt x="194408" y="616561"/>
                    <a:pt x="195424" y="627737"/>
                  </a:cubicBezTo>
                  <a:cubicBezTo>
                    <a:pt x="196250" y="636881"/>
                    <a:pt x="187423" y="648057"/>
                    <a:pt x="183867" y="656185"/>
                  </a:cubicBezTo>
                  <a:cubicBezTo>
                    <a:pt x="178724" y="668123"/>
                    <a:pt x="174596" y="681394"/>
                    <a:pt x="177454" y="694412"/>
                  </a:cubicBezTo>
                  <a:cubicBezTo>
                    <a:pt x="179676" y="704762"/>
                    <a:pt x="185963" y="715049"/>
                    <a:pt x="195742" y="719748"/>
                  </a:cubicBezTo>
                  <a:cubicBezTo>
                    <a:pt x="200568" y="722034"/>
                    <a:pt x="205775" y="720637"/>
                    <a:pt x="210347" y="722352"/>
                  </a:cubicBezTo>
                  <a:cubicBezTo>
                    <a:pt x="227428" y="728765"/>
                    <a:pt x="205838" y="756705"/>
                    <a:pt x="193964" y="750482"/>
                  </a:cubicBezTo>
                  <a:cubicBezTo>
                    <a:pt x="192313" y="748323"/>
                    <a:pt x="190662" y="744958"/>
                    <a:pt x="189201" y="743751"/>
                  </a:cubicBezTo>
                  <a:cubicBezTo>
                    <a:pt x="184883" y="740132"/>
                    <a:pt x="179295" y="738671"/>
                    <a:pt x="174977" y="734734"/>
                  </a:cubicBezTo>
                  <a:cubicBezTo>
                    <a:pt x="166405" y="726860"/>
                    <a:pt x="159610" y="716446"/>
                    <a:pt x="154530" y="706032"/>
                  </a:cubicBezTo>
                  <a:cubicBezTo>
                    <a:pt x="146783" y="690157"/>
                    <a:pt x="146910" y="666662"/>
                    <a:pt x="133448" y="654089"/>
                  </a:cubicBezTo>
                  <a:cubicBezTo>
                    <a:pt x="126209" y="647422"/>
                    <a:pt x="115732" y="646342"/>
                    <a:pt x="108302" y="639738"/>
                  </a:cubicBezTo>
                  <a:cubicBezTo>
                    <a:pt x="99666" y="632055"/>
                    <a:pt x="97825" y="622149"/>
                    <a:pt x="93570" y="612052"/>
                  </a:cubicBezTo>
                  <a:cubicBezTo>
                    <a:pt x="90713" y="605258"/>
                    <a:pt x="86077" y="601130"/>
                    <a:pt x="80807" y="599416"/>
                  </a:cubicBezTo>
                  <a:cubicBezTo>
                    <a:pt x="80616" y="599098"/>
                    <a:pt x="80362" y="598844"/>
                    <a:pt x="79854" y="598654"/>
                  </a:cubicBezTo>
                  <a:cubicBezTo>
                    <a:pt x="76743" y="597574"/>
                    <a:pt x="74393" y="597892"/>
                    <a:pt x="71599" y="598844"/>
                  </a:cubicBezTo>
                  <a:cubicBezTo>
                    <a:pt x="69059" y="599225"/>
                    <a:pt x="66519" y="600051"/>
                    <a:pt x="63979" y="601321"/>
                  </a:cubicBezTo>
                  <a:cubicBezTo>
                    <a:pt x="58899" y="602273"/>
                    <a:pt x="54137" y="601321"/>
                    <a:pt x="49374" y="596939"/>
                  </a:cubicBezTo>
                  <a:cubicBezTo>
                    <a:pt x="39595" y="587922"/>
                    <a:pt x="30007" y="578651"/>
                    <a:pt x="21752" y="568174"/>
                  </a:cubicBezTo>
                  <a:cubicBezTo>
                    <a:pt x="2575" y="543726"/>
                    <a:pt x="-2315" y="514897"/>
                    <a:pt x="924" y="484544"/>
                  </a:cubicBezTo>
                  <a:cubicBezTo>
                    <a:pt x="3972" y="455779"/>
                    <a:pt x="13243" y="428220"/>
                    <a:pt x="17116" y="399645"/>
                  </a:cubicBezTo>
                  <a:cubicBezTo>
                    <a:pt x="18958" y="386056"/>
                    <a:pt x="19085" y="372784"/>
                    <a:pt x="17942" y="359195"/>
                  </a:cubicBezTo>
                  <a:cubicBezTo>
                    <a:pt x="17688" y="344717"/>
                    <a:pt x="16164" y="330303"/>
                    <a:pt x="17180" y="315761"/>
                  </a:cubicBezTo>
                  <a:cubicBezTo>
                    <a:pt x="18704" y="293219"/>
                    <a:pt x="30134" y="275121"/>
                    <a:pt x="42389" y="256897"/>
                  </a:cubicBezTo>
                  <a:cubicBezTo>
                    <a:pt x="66075" y="221718"/>
                    <a:pt x="100873" y="192825"/>
                    <a:pt x="141068" y="177966"/>
                  </a:cubicBezTo>
                  <a:cubicBezTo>
                    <a:pt x="156880" y="172124"/>
                    <a:pt x="172755" y="169203"/>
                    <a:pt x="185582" y="157456"/>
                  </a:cubicBezTo>
                  <a:cubicBezTo>
                    <a:pt x="198853" y="145391"/>
                    <a:pt x="208124" y="129452"/>
                    <a:pt x="220634" y="116689"/>
                  </a:cubicBezTo>
                  <a:cubicBezTo>
                    <a:pt x="228127" y="109069"/>
                    <a:pt x="236255" y="102084"/>
                    <a:pt x="244891" y="95924"/>
                  </a:cubicBezTo>
                  <a:cubicBezTo>
                    <a:pt x="251114" y="91479"/>
                    <a:pt x="258035" y="87669"/>
                    <a:pt x="263433" y="82208"/>
                  </a:cubicBezTo>
                  <a:cubicBezTo>
                    <a:pt x="271434" y="74080"/>
                    <a:pt x="275307" y="62206"/>
                    <a:pt x="268132" y="52427"/>
                  </a:cubicBezTo>
                  <a:cubicBezTo>
                    <a:pt x="267560" y="51665"/>
                    <a:pt x="266290" y="52363"/>
                    <a:pt x="266862" y="53125"/>
                  </a:cubicBezTo>
                  <a:cubicBezTo>
                    <a:pt x="266925" y="53252"/>
                    <a:pt x="266989" y="53379"/>
                    <a:pt x="267052" y="53506"/>
                  </a:cubicBezTo>
                  <a:cubicBezTo>
                    <a:pt x="266227" y="52871"/>
                    <a:pt x="265338" y="52236"/>
                    <a:pt x="264258" y="51665"/>
                  </a:cubicBezTo>
                  <a:cubicBezTo>
                    <a:pt x="259496" y="49188"/>
                    <a:pt x="254035" y="49506"/>
                    <a:pt x="248891" y="50585"/>
                  </a:cubicBezTo>
                  <a:cubicBezTo>
                    <a:pt x="238287" y="52808"/>
                    <a:pt x="228952" y="57507"/>
                    <a:pt x="217967" y="58586"/>
                  </a:cubicBezTo>
                  <a:cubicBezTo>
                    <a:pt x="214538" y="58904"/>
                    <a:pt x="203679" y="60428"/>
                    <a:pt x="200949" y="58269"/>
                  </a:cubicBezTo>
                  <a:cubicBezTo>
                    <a:pt x="192186" y="51284"/>
                    <a:pt x="210220" y="45759"/>
                    <a:pt x="212569" y="45061"/>
                  </a:cubicBezTo>
                  <a:cubicBezTo>
                    <a:pt x="221586" y="42203"/>
                    <a:pt x="231238" y="40933"/>
                    <a:pt x="240509" y="39028"/>
                  </a:cubicBezTo>
                  <a:cubicBezTo>
                    <a:pt x="260956" y="34964"/>
                    <a:pt x="281403" y="30646"/>
                    <a:pt x="301152" y="23852"/>
                  </a:cubicBezTo>
                  <a:cubicBezTo>
                    <a:pt x="320202" y="17311"/>
                    <a:pt x="338109" y="7532"/>
                    <a:pt x="357667" y="2643"/>
                  </a:cubicBezTo>
                  <a:cubicBezTo>
                    <a:pt x="371891" y="-977"/>
                    <a:pt x="387893" y="-3136"/>
                    <a:pt x="396275" y="11787"/>
                  </a:cubicBezTo>
                  <a:cubicBezTo>
                    <a:pt x="398370" y="15597"/>
                    <a:pt x="397862" y="17565"/>
                    <a:pt x="402371" y="18835"/>
                  </a:cubicBezTo>
                  <a:cubicBezTo>
                    <a:pt x="407197" y="20296"/>
                    <a:pt x="412658" y="18454"/>
                    <a:pt x="417738" y="20042"/>
                  </a:cubicBezTo>
                  <a:cubicBezTo>
                    <a:pt x="425104" y="21820"/>
                    <a:pt x="428596" y="26709"/>
                    <a:pt x="428279" y="34774"/>
                  </a:cubicBezTo>
                  <a:cubicBezTo>
                    <a:pt x="428152" y="35726"/>
                    <a:pt x="428088" y="36679"/>
                    <a:pt x="428215" y="37631"/>
                  </a:cubicBezTo>
                  <a:cubicBezTo>
                    <a:pt x="429930" y="41187"/>
                    <a:pt x="430057" y="41505"/>
                    <a:pt x="434311" y="42203"/>
                  </a:cubicBezTo>
                  <a:cubicBezTo>
                    <a:pt x="442058" y="43410"/>
                    <a:pt x="452218" y="40743"/>
                    <a:pt x="459394" y="38393"/>
                  </a:cubicBezTo>
                  <a:cubicBezTo>
                    <a:pt x="463013" y="37250"/>
                    <a:pt x="466442" y="35790"/>
                    <a:pt x="469871" y="34202"/>
                  </a:cubicBezTo>
                  <a:cubicBezTo>
                    <a:pt x="472030" y="33123"/>
                    <a:pt x="474253" y="32043"/>
                    <a:pt x="476412" y="30964"/>
                  </a:cubicBezTo>
                  <a:cubicBezTo>
                    <a:pt x="482444" y="26392"/>
                    <a:pt x="487715" y="27979"/>
                    <a:pt x="492287" y="35726"/>
                  </a:cubicBezTo>
                  <a:cubicBezTo>
                    <a:pt x="491334" y="36679"/>
                    <a:pt x="491842" y="37949"/>
                    <a:pt x="492731" y="38520"/>
                  </a:cubicBezTo>
                  <a:cubicBezTo>
                    <a:pt x="486572" y="53189"/>
                    <a:pt x="468220" y="55665"/>
                    <a:pt x="453044" y="63476"/>
                  </a:cubicBezTo>
                  <a:cubicBezTo>
                    <a:pt x="439582" y="70334"/>
                    <a:pt x="422310" y="81319"/>
                    <a:pt x="412975" y="93448"/>
                  </a:cubicBezTo>
                  <a:cubicBezTo>
                    <a:pt x="409546" y="97893"/>
                    <a:pt x="407133" y="103735"/>
                    <a:pt x="408403" y="109450"/>
                  </a:cubicBezTo>
                  <a:cubicBezTo>
                    <a:pt x="410118" y="117197"/>
                    <a:pt x="418373" y="121007"/>
                    <a:pt x="420722" y="128563"/>
                  </a:cubicBezTo>
                  <a:cubicBezTo>
                    <a:pt x="425167" y="143232"/>
                    <a:pt x="417992" y="158980"/>
                    <a:pt x="427009" y="172632"/>
                  </a:cubicBezTo>
                  <a:cubicBezTo>
                    <a:pt x="427771" y="173775"/>
                    <a:pt x="429104" y="173648"/>
                    <a:pt x="429993" y="172950"/>
                  </a:cubicBezTo>
                  <a:cubicBezTo>
                    <a:pt x="430565" y="173140"/>
                    <a:pt x="431200" y="173013"/>
                    <a:pt x="431708" y="172378"/>
                  </a:cubicBezTo>
                  <a:cubicBezTo>
                    <a:pt x="447710" y="153836"/>
                    <a:pt x="464918" y="136374"/>
                    <a:pt x="472856" y="112688"/>
                  </a:cubicBezTo>
                  <a:cubicBezTo>
                    <a:pt x="476856" y="100814"/>
                    <a:pt x="479714" y="85891"/>
                    <a:pt x="489683" y="77319"/>
                  </a:cubicBezTo>
                  <a:cubicBezTo>
                    <a:pt x="495906" y="71985"/>
                    <a:pt x="508098" y="72302"/>
                    <a:pt x="510892" y="81002"/>
                  </a:cubicBezTo>
                  <a:cubicBezTo>
                    <a:pt x="511781" y="83796"/>
                    <a:pt x="511718" y="87034"/>
                    <a:pt x="511781" y="89955"/>
                  </a:cubicBezTo>
                  <a:cubicBezTo>
                    <a:pt x="511908" y="95035"/>
                    <a:pt x="511337" y="100179"/>
                    <a:pt x="511083" y="105259"/>
                  </a:cubicBezTo>
                  <a:cubicBezTo>
                    <a:pt x="510956" y="105386"/>
                    <a:pt x="510765" y="105513"/>
                    <a:pt x="510638" y="105576"/>
                  </a:cubicBezTo>
                  <a:cubicBezTo>
                    <a:pt x="510067" y="106148"/>
                    <a:pt x="510384" y="106973"/>
                    <a:pt x="510956" y="107354"/>
                  </a:cubicBezTo>
                  <a:cubicBezTo>
                    <a:pt x="510892" y="107735"/>
                    <a:pt x="510892" y="108180"/>
                    <a:pt x="510892" y="108561"/>
                  </a:cubicBezTo>
                  <a:cubicBezTo>
                    <a:pt x="510892" y="109323"/>
                    <a:pt x="512162" y="109513"/>
                    <a:pt x="512226" y="108751"/>
                  </a:cubicBezTo>
                  <a:cubicBezTo>
                    <a:pt x="512289" y="108180"/>
                    <a:pt x="512416" y="107608"/>
                    <a:pt x="512543" y="107037"/>
                  </a:cubicBezTo>
                  <a:cubicBezTo>
                    <a:pt x="515845" y="104497"/>
                    <a:pt x="519084" y="102020"/>
                    <a:pt x="522767" y="99988"/>
                  </a:cubicBezTo>
                  <a:cubicBezTo>
                    <a:pt x="525497" y="98401"/>
                    <a:pt x="528355" y="97131"/>
                    <a:pt x="531339" y="96051"/>
                  </a:cubicBezTo>
                  <a:cubicBezTo>
                    <a:pt x="534070" y="98337"/>
                    <a:pt x="536800" y="100623"/>
                    <a:pt x="539594" y="102846"/>
                  </a:cubicBezTo>
                  <a:cubicBezTo>
                    <a:pt x="540737" y="105449"/>
                    <a:pt x="539023" y="111101"/>
                    <a:pt x="539150" y="113958"/>
                  </a:cubicBezTo>
                  <a:cubicBezTo>
                    <a:pt x="539340" y="116244"/>
                    <a:pt x="539721" y="118594"/>
                    <a:pt x="540356" y="120753"/>
                  </a:cubicBezTo>
                  <a:cubicBezTo>
                    <a:pt x="541880" y="126404"/>
                    <a:pt x="544865" y="131548"/>
                    <a:pt x="548357" y="136183"/>
                  </a:cubicBezTo>
                  <a:cubicBezTo>
                    <a:pt x="554580" y="145073"/>
                    <a:pt x="570265" y="154916"/>
                    <a:pt x="561565" y="16723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7"/>
            <p:cNvSpPr/>
            <p:nvPr/>
          </p:nvSpPr>
          <p:spPr>
            <a:xfrm>
              <a:off x="-1722403" y="3384353"/>
              <a:ext cx="98344" cy="110816"/>
            </a:xfrm>
            <a:custGeom>
              <a:rect b="b" l="l" r="r" t="t"/>
              <a:pathLst>
                <a:path extrusionOk="0" h="110816" w="98344">
                  <a:moveTo>
                    <a:pt x="96964" y="103505"/>
                  </a:moveTo>
                  <a:cubicBezTo>
                    <a:pt x="97282" y="105410"/>
                    <a:pt x="97663" y="107315"/>
                    <a:pt x="98044" y="109220"/>
                  </a:cubicBezTo>
                  <a:cubicBezTo>
                    <a:pt x="93789" y="111570"/>
                    <a:pt x="90233" y="111316"/>
                    <a:pt x="87376" y="108522"/>
                  </a:cubicBezTo>
                  <a:cubicBezTo>
                    <a:pt x="75819" y="101854"/>
                    <a:pt x="66802" y="85916"/>
                    <a:pt x="59944" y="74803"/>
                  </a:cubicBezTo>
                  <a:cubicBezTo>
                    <a:pt x="56642" y="69405"/>
                    <a:pt x="53657" y="63500"/>
                    <a:pt x="55308" y="56833"/>
                  </a:cubicBezTo>
                  <a:cubicBezTo>
                    <a:pt x="55880" y="54420"/>
                    <a:pt x="57086" y="52324"/>
                    <a:pt x="57340" y="49784"/>
                  </a:cubicBezTo>
                  <a:cubicBezTo>
                    <a:pt x="57658" y="46291"/>
                    <a:pt x="56896" y="42863"/>
                    <a:pt x="55435" y="39624"/>
                  </a:cubicBezTo>
                  <a:cubicBezTo>
                    <a:pt x="51498" y="31242"/>
                    <a:pt x="43307" y="26289"/>
                    <a:pt x="35115" y="22923"/>
                  </a:cubicBezTo>
                  <a:cubicBezTo>
                    <a:pt x="20764" y="17145"/>
                    <a:pt x="8128" y="13081"/>
                    <a:pt x="0" y="0"/>
                  </a:cubicBezTo>
                  <a:cubicBezTo>
                    <a:pt x="64" y="64"/>
                    <a:pt x="64" y="64"/>
                    <a:pt x="127" y="64"/>
                  </a:cubicBezTo>
                  <a:cubicBezTo>
                    <a:pt x="698" y="508"/>
                    <a:pt x="1333" y="953"/>
                    <a:pt x="1714" y="1270"/>
                  </a:cubicBezTo>
                  <a:cubicBezTo>
                    <a:pt x="4445" y="3239"/>
                    <a:pt x="7557" y="5080"/>
                    <a:pt x="10858" y="5905"/>
                  </a:cubicBezTo>
                  <a:cubicBezTo>
                    <a:pt x="11938" y="6159"/>
                    <a:pt x="12636" y="5334"/>
                    <a:pt x="12636" y="4572"/>
                  </a:cubicBezTo>
                  <a:cubicBezTo>
                    <a:pt x="36068" y="12827"/>
                    <a:pt x="59880" y="20066"/>
                    <a:pt x="83121" y="28892"/>
                  </a:cubicBezTo>
                  <a:cubicBezTo>
                    <a:pt x="88392" y="30861"/>
                    <a:pt x="90995" y="32385"/>
                    <a:pt x="94551" y="37021"/>
                  </a:cubicBezTo>
                  <a:cubicBezTo>
                    <a:pt x="99568" y="43434"/>
                    <a:pt x="98552" y="48451"/>
                    <a:pt x="97409" y="56324"/>
                  </a:cubicBezTo>
                  <a:cubicBezTo>
                    <a:pt x="96583" y="62230"/>
                    <a:pt x="95631" y="68072"/>
                    <a:pt x="95314" y="74041"/>
                  </a:cubicBezTo>
                  <a:cubicBezTo>
                    <a:pt x="94932" y="81788"/>
                    <a:pt x="95250" y="89598"/>
                    <a:pt x="96139" y="97282"/>
                  </a:cubicBezTo>
                  <a:cubicBezTo>
                    <a:pt x="96266" y="99314"/>
                    <a:pt x="96647" y="101409"/>
                    <a:pt x="96964" y="10350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7"/>
            <p:cNvSpPr/>
            <p:nvPr/>
          </p:nvSpPr>
          <p:spPr>
            <a:xfrm>
              <a:off x="-1592927" y="3382896"/>
              <a:ext cx="397129" cy="307338"/>
            </a:xfrm>
            <a:custGeom>
              <a:rect b="b" l="l" r="r" t="t"/>
              <a:pathLst>
                <a:path extrusionOk="0" h="307338" w="397129">
                  <a:moveTo>
                    <a:pt x="397129" y="230564"/>
                  </a:moveTo>
                  <a:cubicBezTo>
                    <a:pt x="393383" y="232659"/>
                    <a:pt x="389636" y="234692"/>
                    <a:pt x="385826" y="236787"/>
                  </a:cubicBezTo>
                  <a:cubicBezTo>
                    <a:pt x="379667" y="236724"/>
                    <a:pt x="370459" y="226183"/>
                    <a:pt x="366141" y="221928"/>
                  </a:cubicBezTo>
                  <a:cubicBezTo>
                    <a:pt x="361125" y="217039"/>
                    <a:pt x="356489" y="211768"/>
                    <a:pt x="351790" y="206625"/>
                  </a:cubicBezTo>
                  <a:cubicBezTo>
                    <a:pt x="342138" y="196211"/>
                    <a:pt x="331851" y="186940"/>
                    <a:pt x="319596" y="179637"/>
                  </a:cubicBezTo>
                  <a:cubicBezTo>
                    <a:pt x="312547" y="175446"/>
                    <a:pt x="299021" y="166493"/>
                    <a:pt x="290195" y="170874"/>
                  </a:cubicBezTo>
                  <a:cubicBezTo>
                    <a:pt x="281432" y="175256"/>
                    <a:pt x="282512" y="189734"/>
                    <a:pt x="283528" y="197608"/>
                  </a:cubicBezTo>
                  <a:cubicBezTo>
                    <a:pt x="284163" y="202942"/>
                    <a:pt x="285496" y="208022"/>
                    <a:pt x="287147" y="212975"/>
                  </a:cubicBezTo>
                  <a:cubicBezTo>
                    <a:pt x="286957" y="213292"/>
                    <a:pt x="286957" y="213737"/>
                    <a:pt x="287211" y="214181"/>
                  </a:cubicBezTo>
                  <a:cubicBezTo>
                    <a:pt x="287528" y="214880"/>
                    <a:pt x="287973" y="215515"/>
                    <a:pt x="288290" y="216150"/>
                  </a:cubicBezTo>
                  <a:cubicBezTo>
                    <a:pt x="291275" y="224024"/>
                    <a:pt x="295212" y="231517"/>
                    <a:pt x="299466" y="238946"/>
                  </a:cubicBezTo>
                  <a:cubicBezTo>
                    <a:pt x="300038" y="240089"/>
                    <a:pt x="301435" y="239518"/>
                    <a:pt x="301625" y="238502"/>
                  </a:cubicBezTo>
                  <a:cubicBezTo>
                    <a:pt x="302832" y="240534"/>
                    <a:pt x="304102" y="242565"/>
                    <a:pt x="305308" y="244534"/>
                  </a:cubicBezTo>
                  <a:cubicBezTo>
                    <a:pt x="311214" y="254313"/>
                    <a:pt x="319596" y="264664"/>
                    <a:pt x="322580" y="275840"/>
                  </a:cubicBezTo>
                  <a:cubicBezTo>
                    <a:pt x="326962" y="291715"/>
                    <a:pt x="313627" y="312606"/>
                    <a:pt x="295402" y="306129"/>
                  </a:cubicBezTo>
                  <a:cubicBezTo>
                    <a:pt x="284988" y="302446"/>
                    <a:pt x="277876" y="291016"/>
                    <a:pt x="271463" y="282634"/>
                  </a:cubicBezTo>
                  <a:cubicBezTo>
                    <a:pt x="264922" y="274062"/>
                    <a:pt x="258636" y="265362"/>
                    <a:pt x="252540" y="256409"/>
                  </a:cubicBezTo>
                  <a:cubicBezTo>
                    <a:pt x="248412" y="250376"/>
                    <a:pt x="245364" y="247900"/>
                    <a:pt x="246761" y="240343"/>
                  </a:cubicBezTo>
                  <a:cubicBezTo>
                    <a:pt x="248476" y="231263"/>
                    <a:pt x="250127" y="235834"/>
                    <a:pt x="256413" y="232659"/>
                  </a:cubicBezTo>
                  <a:cubicBezTo>
                    <a:pt x="267335" y="227135"/>
                    <a:pt x="256032" y="213419"/>
                    <a:pt x="250254" y="208466"/>
                  </a:cubicBezTo>
                  <a:cubicBezTo>
                    <a:pt x="244285" y="203322"/>
                    <a:pt x="237109" y="199830"/>
                    <a:pt x="230061" y="196338"/>
                  </a:cubicBezTo>
                  <a:cubicBezTo>
                    <a:pt x="226505" y="194623"/>
                    <a:pt x="222695" y="192972"/>
                    <a:pt x="219329" y="190813"/>
                  </a:cubicBezTo>
                  <a:cubicBezTo>
                    <a:pt x="210693" y="185034"/>
                    <a:pt x="212662" y="180272"/>
                    <a:pt x="212916" y="171446"/>
                  </a:cubicBezTo>
                  <a:cubicBezTo>
                    <a:pt x="213170" y="163190"/>
                    <a:pt x="211455" y="156777"/>
                    <a:pt x="206502" y="150046"/>
                  </a:cubicBezTo>
                  <a:cubicBezTo>
                    <a:pt x="200596" y="141918"/>
                    <a:pt x="190754" y="137156"/>
                    <a:pt x="185420" y="128710"/>
                  </a:cubicBezTo>
                  <a:cubicBezTo>
                    <a:pt x="178435" y="117725"/>
                    <a:pt x="187008" y="111692"/>
                    <a:pt x="185293" y="101215"/>
                  </a:cubicBezTo>
                  <a:cubicBezTo>
                    <a:pt x="184277" y="94865"/>
                    <a:pt x="179261" y="89658"/>
                    <a:pt x="174308" y="85975"/>
                  </a:cubicBezTo>
                  <a:cubicBezTo>
                    <a:pt x="159703" y="75243"/>
                    <a:pt x="139700" y="71370"/>
                    <a:pt x="122682" y="66290"/>
                  </a:cubicBezTo>
                  <a:cubicBezTo>
                    <a:pt x="110744" y="62734"/>
                    <a:pt x="98806" y="58860"/>
                    <a:pt x="87693" y="53018"/>
                  </a:cubicBezTo>
                  <a:cubicBezTo>
                    <a:pt x="77851" y="47875"/>
                    <a:pt x="68898" y="41080"/>
                    <a:pt x="58738" y="36572"/>
                  </a:cubicBezTo>
                  <a:cubicBezTo>
                    <a:pt x="40196" y="28253"/>
                    <a:pt x="18352" y="30539"/>
                    <a:pt x="826" y="19998"/>
                  </a:cubicBezTo>
                  <a:cubicBezTo>
                    <a:pt x="699" y="19681"/>
                    <a:pt x="508" y="19427"/>
                    <a:pt x="0" y="19363"/>
                  </a:cubicBezTo>
                  <a:cubicBezTo>
                    <a:pt x="762" y="17903"/>
                    <a:pt x="1524" y="16506"/>
                    <a:pt x="2286" y="15109"/>
                  </a:cubicBezTo>
                  <a:cubicBezTo>
                    <a:pt x="3874" y="15172"/>
                    <a:pt x="5525" y="15363"/>
                    <a:pt x="7112" y="15553"/>
                  </a:cubicBezTo>
                  <a:cubicBezTo>
                    <a:pt x="10224" y="15934"/>
                    <a:pt x="13399" y="16378"/>
                    <a:pt x="16637" y="16759"/>
                  </a:cubicBezTo>
                  <a:cubicBezTo>
                    <a:pt x="22924" y="17522"/>
                    <a:pt x="29274" y="18347"/>
                    <a:pt x="35560" y="19109"/>
                  </a:cubicBezTo>
                  <a:cubicBezTo>
                    <a:pt x="37084" y="19300"/>
                    <a:pt x="37783" y="17395"/>
                    <a:pt x="37211" y="16252"/>
                  </a:cubicBezTo>
                  <a:cubicBezTo>
                    <a:pt x="34290" y="10790"/>
                    <a:pt x="30925" y="5711"/>
                    <a:pt x="27178" y="884"/>
                  </a:cubicBezTo>
                  <a:cubicBezTo>
                    <a:pt x="41339" y="-1338"/>
                    <a:pt x="57976" y="1139"/>
                    <a:pt x="71882" y="2726"/>
                  </a:cubicBezTo>
                  <a:cubicBezTo>
                    <a:pt x="88138" y="4568"/>
                    <a:pt x="103632" y="8505"/>
                    <a:pt x="118745" y="14728"/>
                  </a:cubicBezTo>
                  <a:cubicBezTo>
                    <a:pt x="150114" y="27555"/>
                    <a:pt x="180912" y="42033"/>
                    <a:pt x="211963" y="55749"/>
                  </a:cubicBezTo>
                  <a:cubicBezTo>
                    <a:pt x="226568" y="62162"/>
                    <a:pt x="241618" y="67687"/>
                    <a:pt x="253365" y="78863"/>
                  </a:cubicBezTo>
                  <a:cubicBezTo>
                    <a:pt x="263525" y="88578"/>
                    <a:pt x="272606" y="97405"/>
                    <a:pt x="284798" y="104644"/>
                  </a:cubicBezTo>
                  <a:cubicBezTo>
                    <a:pt x="310071" y="119820"/>
                    <a:pt x="333502" y="136711"/>
                    <a:pt x="354775" y="157031"/>
                  </a:cubicBezTo>
                  <a:cubicBezTo>
                    <a:pt x="342202" y="152713"/>
                    <a:pt x="329311" y="149538"/>
                    <a:pt x="316103" y="147379"/>
                  </a:cubicBezTo>
                  <a:cubicBezTo>
                    <a:pt x="314770" y="147189"/>
                    <a:pt x="313754" y="147887"/>
                    <a:pt x="313627" y="149221"/>
                  </a:cubicBezTo>
                  <a:cubicBezTo>
                    <a:pt x="312484" y="160778"/>
                    <a:pt x="326327" y="162302"/>
                    <a:pt x="334074" y="166493"/>
                  </a:cubicBezTo>
                  <a:cubicBezTo>
                    <a:pt x="348552" y="174494"/>
                    <a:pt x="355600" y="187384"/>
                    <a:pt x="366141" y="199259"/>
                  </a:cubicBezTo>
                  <a:cubicBezTo>
                    <a:pt x="371221" y="204910"/>
                    <a:pt x="377317" y="209292"/>
                    <a:pt x="383223" y="214054"/>
                  </a:cubicBezTo>
                  <a:cubicBezTo>
                    <a:pt x="385699" y="216022"/>
                    <a:pt x="388239" y="218055"/>
                    <a:pt x="390398" y="220340"/>
                  </a:cubicBezTo>
                  <a:cubicBezTo>
                    <a:pt x="393256" y="223452"/>
                    <a:pt x="395542" y="226754"/>
                    <a:pt x="397129" y="23056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7"/>
            <p:cNvSpPr/>
            <p:nvPr/>
          </p:nvSpPr>
          <p:spPr>
            <a:xfrm>
              <a:off x="-1277852" y="3656432"/>
              <a:ext cx="292298" cy="606315"/>
            </a:xfrm>
            <a:custGeom>
              <a:rect b="b" l="l" r="r" t="t"/>
              <a:pathLst>
                <a:path extrusionOk="0" h="606315" w="292298">
                  <a:moveTo>
                    <a:pt x="290015" y="544657"/>
                  </a:moveTo>
                  <a:cubicBezTo>
                    <a:pt x="287031" y="565549"/>
                    <a:pt x="281633" y="585996"/>
                    <a:pt x="276045" y="606316"/>
                  </a:cubicBezTo>
                  <a:cubicBezTo>
                    <a:pt x="269505" y="557548"/>
                    <a:pt x="263980" y="508526"/>
                    <a:pt x="256170" y="460012"/>
                  </a:cubicBezTo>
                  <a:cubicBezTo>
                    <a:pt x="253693" y="444708"/>
                    <a:pt x="247343" y="428452"/>
                    <a:pt x="229817" y="426611"/>
                  </a:cubicBezTo>
                  <a:cubicBezTo>
                    <a:pt x="212482" y="424833"/>
                    <a:pt x="198829" y="437215"/>
                    <a:pt x="188923" y="449852"/>
                  </a:cubicBezTo>
                  <a:cubicBezTo>
                    <a:pt x="177112" y="464838"/>
                    <a:pt x="153236" y="502874"/>
                    <a:pt x="131646" y="479380"/>
                  </a:cubicBezTo>
                  <a:cubicBezTo>
                    <a:pt x="116279" y="462615"/>
                    <a:pt x="103897" y="443311"/>
                    <a:pt x="89355" y="425849"/>
                  </a:cubicBezTo>
                  <a:cubicBezTo>
                    <a:pt x="82497" y="417657"/>
                    <a:pt x="75258" y="409783"/>
                    <a:pt x="67130" y="402735"/>
                  </a:cubicBezTo>
                  <a:cubicBezTo>
                    <a:pt x="59129" y="395686"/>
                    <a:pt x="49985" y="389844"/>
                    <a:pt x="42683" y="382034"/>
                  </a:cubicBezTo>
                  <a:cubicBezTo>
                    <a:pt x="26109" y="364000"/>
                    <a:pt x="27506" y="338854"/>
                    <a:pt x="24903" y="316184"/>
                  </a:cubicBezTo>
                  <a:cubicBezTo>
                    <a:pt x="23887" y="307294"/>
                    <a:pt x="22299" y="298468"/>
                    <a:pt x="18870" y="290149"/>
                  </a:cubicBezTo>
                  <a:cubicBezTo>
                    <a:pt x="16330" y="283990"/>
                    <a:pt x="12203" y="278275"/>
                    <a:pt x="10361" y="271861"/>
                  </a:cubicBezTo>
                  <a:cubicBezTo>
                    <a:pt x="8202" y="264368"/>
                    <a:pt x="9155" y="256113"/>
                    <a:pt x="9472" y="248430"/>
                  </a:cubicBezTo>
                  <a:cubicBezTo>
                    <a:pt x="10361" y="222585"/>
                    <a:pt x="12203" y="196296"/>
                    <a:pt x="11695" y="170452"/>
                  </a:cubicBezTo>
                  <a:cubicBezTo>
                    <a:pt x="16584" y="145242"/>
                    <a:pt x="15822" y="119271"/>
                    <a:pt x="8329" y="94633"/>
                  </a:cubicBezTo>
                  <a:cubicBezTo>
                    <a:pt x="5091" y="83901"/>
                    <a:pt x="-10975" y="50183"/>
                    <a:pt x="12711" y="51834"/>
                  </a:cubicBezTo>
                  <a:cubicBezTo>
                    <a:pt x="17918" y="52151"/>
                    <a:pt x="23950" y="54501"/>
                    <a:pt x="27570" y="49357"/>
                  </a:cubicBezTo>
                  <a:cubicBezTo>
                    <a:pt x="29411" y="46754"/>
                    <a:pt x="29284" y="43071"/>
                    <a:pt x="29602" y="39959"/>
                  </a:cubicBezTo>
                  <a:cubicBezTo>
                    <a:pt x="30554" y="31324"/>
                    <a:pt x="31824" y="22370"/>
                    <a:pt x="36079" y="14623"/>
                  </a:cubicBezTo>
                  <a:cubicBezTo>
                    <a:pt x="40270" y="7130"/>
                    <a:pt x="47890" y="399"/>
                    <a:pt x="56843" y="18"/>
                  </a:cubicBezTo>
                  <a:cubicBezTo>
                    <a:pt x="65416" y="-363"/>
                    <a:pt x="71639" y="5479"/>
                    <a:pt x="76465" y="11702"/>
                  </a:cubicBezTo>
                  <a:cubicBezTo>
                    <a:pt x="85990" y="23957"/>
                    <a:pt x="97801" y="45484"/>
                    <a:pt x="116660" y="36276"/>
                  </a:cubicBezTo>
                  <a:cubicBezTo>
                    <a:pt x="117676" y="35768"/>
                    <a:pt x="117803" y="34435"/>
                    <a:pt x="117359" y="33546"/>
                  </a:cubicBezTo>
                  <a:cubicBezTo>
                    <a:pt x="113485" y="25799"/>
                    <a:pt x="112469" y="18052"/>
                    <a:pt x="114120" y="9860"/>
                  </a:cubicBezTo>
                  <a:cubicBezTo>
                    <a:pt x="116724" y="11575"/>
                    <a:pt x="119899" y="11765"/>
                    <a:pt x="123391" y="10559"/>
                  </a:cubicBezTo>
                  <a:cubicBezTo>
                    <a:pt x="125741" y="9733"/>
                    <a:pt x="127582" y="8019"/>
                    <a:pt x="129678" y="6558"/>
                  </a:cubicBezTo>
                  <a:cubicBezTo>
                    <a:pt x="133805" y="3701"/>
                    <a:pt x="137044" y="2113"/>
                    <a:pt x="140917" y="2494"/>
                  </a:cubicBezTo>
                  <a:cubicBezTo>
                    <a:pt x="140727" y="3447"/>
                    <a:pt x="141044" y="4653"/>
                    <a:pt x="142314" y="5034"/>
                  </a:cubicBezTo>
                  <a:cubicBezTo>
                    <a:pt x="163396" y="11829"/>
                    <a:pt x="171715" y="33165"/>
                    <a:pt x="178065" y="52469"/>
                  </a:cubicBezTo>
                  <a:cubicBezTo>
                    <a:pt x="184224" y="71138"/>
                    <a:pt x="192098" y="88537"/>
                    <a:pt x="200925" y="106063"/>
                  </a:cubicBezTo>
                  <a:cubicBezTo>
                    <a:pt x="219721" y="143528"/>
                    <a:pt x="235913" y="182072"/>
                    <a:pt x="248423" y="222141"/>
                  </a:cubicBezTo>
                  <a:cubicBezTo>
                    <a:pt x="273696" y="303738"/>
                    <a:pt x="282332" y="388955"/>
                    <a:pt x="290333" y="473601"/>
                  </a:cubicBezTo>
                  <a:cubicBezTo>
                    <a:pt x="292555" y="497477"/>
                    <a:pt x="293444" y="520972"/>
                    <a:pt x="290015" y="54465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7"/>
            <p:cNvSpPr/>
            <p:nvPr/>
          </p:nvSpPr>
          <p:spPr>
            <a:xfrm>
              <a:off x="-2037169" y="4093698"/>
              <a:ext cx="605062" cy="748170"/>
            </a:xfrm>
            <a:custGeom>
              <a:rect b="b" l="l" r="r" t="t"/>
              <a:pathLst>
                <a:path extrusionOk="0" h="748170" w="605062">
                  <a:moveTo>
                    <a:pt x="566289" y="359106"/>
                  </a:moveTo>
                  <a:cubicBezTo>
                    <a:pt x="546668" y="385585"/>
                    <a:pt x="557526" y="418351"/>
                    <a:pt x="543874" y="446799"/>
                  </a:cubicBezTo>
                  <a:cubicBezTo>
                    <a:pt x="530602" y="474295"/>
                    <a:pt x="502853" y="491757"/>
                    <a:pt x="477516" y="506743"/>
                  </a:cubicBezTo>
                  <a:cubicBezTo>
                    <a:pt x="454085" y="520650"/>
                    <a:pt x="429383" y="534747"/>
                    <a:pt x="412556" y="556718"/>
                  </a:cubicBezTo>
                  <a:cubicBezTo>
                    <a:pt x="403666" y="568275"/>
                    <a:pt x="400046" y="581927"/>
                    <a:pt x="392744" y="594183"/>
                  </a:cubicBezTo>
                  <a:cubicBezTo>
                    <a:pt x="384933" y="607264"/>
                    <a:pt x="372170" y="610947"/>
                    <a:pt x="359025" y="616471"/>
                  </a:cubicBezTo>
                  <a:cubicBezTo>
                    <a:pt x="344992" y="622313"/>
                    <a:pt x="340039" y="629679"/>
                    <a:pt x="333689" y="642951"/>
                  </a:cubicBezTo>
                  <a:cubicBezTo>
                    <a:pt x="326196" y="658699"/>
                    <a:pt x="308606" y="660350"/>
                    <a:pt x="296732" y="671526"/>
                  </a:cubicBezTo>
                  <a:cubicBezTo>
                    <a:pt x="278507" y="688671"/>
                    <a:pt x="277491" y="716547"/>
                    <a:pt x="292350" y="735089"/>
                  </a:cubicBezTo>
                  <a:cubicBezTo>
                    <a:pt x="292795" y="736677"/>
                    <a:pt x="293303" y="738201"/>
                    <a:pt x="294128" y="739598"/>
                  </a:cubicBezTo>
                  <a:cubicBezTo>
                    <a:pt x="296033" y="742709"/>
                    <a:pt x="298700" y="742963"/>
                    <a:pt x="300796" y="745376"/>
                  </a:cubicBezTo>
                  <a:cubicBezTo>
                    <a:pt x="304288" y="745821"/>
                    <a:pt x="303780" y="746710"/>
                    <a:pt x="299335" y="748170"/>
                  </a:cubicBezTo>
                  <a:cubicBezTo>
                    <a:pt x="297621" y="747535"/>
                    <a:pt x="295970" y="746900"/>
                    <a:pt x="294319" y="746265"/>
                  </a:cubicBezTo>
                  <a:cubicBezTo>
                    <a:pt x="291588" y="745059"/>
                    <a:pt x="289112" y="743408"/>
                    <a:pt x="286572" y="741757"/>
                  </a:cubicBezTo>
                  <a:cubicBezTo>
                    <a:pt x="281111" y="738137"/>
                    <a:pt x="276158" y="733629"/>
                    <a:pt x="270760" y="729819"/>
                  </a:cubicBezTo>
                  <a:cubicBezTo>
                    <a:pt x="260219" y="722262"/>
                    <a:pt x="243963" y="719913"/>
                    <a:pt x="237042" y="708483"/>
                  </a:cubicBezTo>
                  <a:cubicBezTo>
                    <a:pt x="232470" y="700990"/>
                    <a:pt x="229168" y="692608"/>
                    <a:pt x="225866" y="684289"/>
                  </a:cubicBezTo>
                  <a:cubicBezTo>
                    <a:pt x="226564" y="683718"/>
                    <a:pt x="226945" y="682702"/>
                    <a:pt x="226310" y="681876"/>
                  </a:cubicBezTo>
                  <a:cubicBezTo>
                    <a:pt x="225231" y="680416"/>
                    <a:pt x="224151" y="678892"/>
                    <a:pt x="223072" y="677495"/>
                  </a:cubicBezTo>
                  <a:cubicBezTo>
                    <a:pt x="221357" y="673367"/>
                    <a:pt x="219579" y="669240"/>
                    <a:pt x="217611" y="665366"/>
                  </a:cubicBezTo>
                  <a:cubicBezTo>
                    <a:pt x="217166" y="664541"/>
                    <a:pt x="215896" y="665112"/>
                    <a:pt x="216150" y="665938"/>
                  </a:cubicBezTo>
                  <a:cubicBezTo>
                    <a:pt x="216531" y="667144"/>
                    <a:pt x="216976" y="668414"/>
                    <a:pt x="217420" y="669621"/>
                  </a:cubicBezTo>
                  <a:cubicBezTo>
                    <a:pt x="203196" y="649555"/>
                    <a:pt x="190369" y="628663"/>
                    <a:pt x="182686" y="605105"/>
                  </a:cubicBezTo>
                  <a:cubicBezTo>
                    <a:pt x="172399" y="573736"/>
                    <a:pt x="175066" y="541033"/>
                    <a:pt x="172526" y="508585"/>
                  </a:cubicBezTo>
                  <a:cubicBezTo>
                    <a:pt x="170811" y="486296"/>
                    <a:pt x="165985" y="463627"/>
                    <a:pt x="153476" y="444767"/>
                  </a:cubicBezTo>
                  <a:cubicBezTo>
                    <a:pt x="147951" y="436385"/>
                    <a:pt x="140903" y="428956"/>
                    <a:pt x="132457" y="423558"/>
                  </a:cubicBezTo>
                  <a:cubicBezTo>
                    <a:pt x="122043" y="416827"/>
                    <a:pt x="109915" y="414795"/>
                    <a:pt x="98548" y="410350"/>
                  </a:cubicBezTo>
                  <a:cubicBezTo>
                    <a:pt x="71815" y="399873"/>
                    <a:pt x="68957" y="372885"/>
                    <a:pt x="62417" y="348438"/>
                  </a:cubicBezTo>
                  <a:cubicBezTo>
                    <a:pt x="60067" y="339548"/>
                    <a:pt x="57146" y="330594"/>
                    <a:pt x="52130" y="322784"/>
                  </a:cubicBezTo>
                  <a:cubicBezTo>
                    <a:pt x="46097" y="313322"/>
                    <a:pt x="37271" y="306909"/>
                    <a:pt x="28444" y="300305"/>
                  </a:cubicBezTo>
                  <a:cubicBezTo>
                    <a:pt x="14982" y="290272"/>
                    <a:pt x="-1845" y="276111"/>
                    <a:pt x="4759" y="257061"/>
                  </a:cubicBezTo>
                  <a:cubicBezTo>
                    <a:pt x="7870" y="248044"/>
                    <a:pt x="16824" y="239154"/>
                    <a:pt x="14919" y="228931"/>
                  </a:cubicBezTo>
                  <a:cubicBezTo>
                    <a:pt x="14030" y="223914"/>
                    <a:pt x="10728" y="221882"/>
                    <a:pt x="7426" y="218390"/>
                  </a:cubicBezTo>
                  <a:cubicBezTo>
                    <a:pt x="1457" y="212103"/>
                    <a:pt x="-1274" y="206325"/>
                    <a:pt x="568" y="197308"/>
                  </a:cubicBezTo>
                  <a:cubicBezTo>
                    <a:pt x="3616" y="182131"/>
                    <a:pt x="17713" y="171971"/>
                    <a:pt x="25841" y="159462"/>
                  </a:cubicBezTo>
                  <a:cubicBezTo>
                    <a:pt x="33524" y="147778"/>
                    <a:pt x="38477" y="134379"/>
                    <a:pt x="40382" y="120600"/>
                  </a:cubicBezTo>
                  <a:cubicBezTo>
                    <a:pt x="42160" y="107519"/>
                    <a:pt x="38604" y="93231"/>
                    <a:pt x="42287" y="80595"/>
                  </a:cubicBezTo>
                  <a:cubicBezTo>
                    <a:pt x="44954" y="71578"/>
                    <a:pt x="53463" y="67895"/>
                    <a:pt x="60194" y="62116"/>
                  </a:cubicBezTo>
                  <a:cubicBezTo>
                    <a:pt x="60702" y="62561"/>
                    <a:pt x="61528" y="62624"/>
                    <a:pt x="61845" y="61926"/>
                  </a:cubicBezTo>
                  <a:cubicBezTo>
                    <a:pt x="62226" y="61037"/>
                    <a:pt x="62671" y="60211"/>
                    <a:pt x="63052" y="59322"/>
                  </a:cubicBezTo>
                  <a:cubicBezTo>
                    <a:pt x="64195" y="58052"/>
                    <a:pt x="65274" y="56719"/>
                    <a:pt x="66100" y="55195"/>
                  </a:cubicBezTo>
                  <a:cubicBezTo>
                    <a:pt x="67497" y="52718"/>
                    <a:pt x="68640" y="49924"/>
                    <a:pt x="69719" y="47003"/>
                  </a:cubicBezTo>
                  <a:cubicBezTo>
                    <a:pt x="76260" y="36399"/>
                    <a:pt x="84388" y="26810"/>
                    <a:pt x="94040" y="18873"/>
                  </a:cubicBezTo>
                  <a:cubicBezTo>
                    <a:pt x="101152" y="13031"/>
                    <a:pt x="108962" y="7951"/>
                    <a:pt x="117344" y="4014"/>
                  </a:cubicBezTo>
                  <a:cubicBezTo>
                    <a:pt x="123885" y="902"/>
                    <a:pt x="134489" y="-3289"/>
                    <a:pt x="139188" y="4204"/>
                  </a:cubicBezTo>
                  <a:cubicBezTo>
                    <a:pt x="142173" y="8840"/>
                    <a:pt x="141157" y="15634"/>
                    <a:pt x="140268" y="20778"/>
                  </a:cubicBezTo>
                  <a:cubicBezTo>
                    <a:pt x="140077" y="21984"/>
                    <a:pt x="140712" y="23127"/>
                    <a:pt x="142109" y="23127"/>
                  </a:cubicBezTo>
                  <a:cubicBezTo>
                    <a:pt x="163826" y="23445"/>
                    <a:pt x="185480" y="24207"/>
                    <a:pt x="207133" y="25731"/>
                  </a:cubicBezTo>
                  <a:cubicBezTo>
                    <a:pt x="218436" y="26493"/>
                    <a:pt x="231136" y="26302"/>
                    <a:pt x="242122" y="29287"/>
                  </a:cubicBezTo>
                  <a:cubicBezTo>
                    <a:pt x="253107" y="32271"/>
                    <a:pt x="258949" y="40209"/>
                    <a:pt x="263902" y="49861"/>
                  </a:cubicBezTo>
                  <a:cubicBezTo>
                    <a:pt x="271078" y="63894"/>
                    <a:pt x="277174" y="76721"/>
                    <a:pt x="289620" y="87008"/>
                  </a:cubicBezTo>
                  <a:cubicBezTo>
                    <a:pt x="301050" y="96406"/>
                    <a:pt x="315020" y="102566"/>
                    <a:pt x="329625" y="104471"/>
                  </a:cubicBezTo>
                  <a:cubicBezTo>
                    <a:pt x="337435" y="105487"/>
                    <a:pt x="344674" y="104407"/>
                    <a:pt x="352485" y="104090"/>
                  </a:cubicBezTo>
                  <a:cubicBezTo>
                    <a:pt x="366455" y="103518"/>
                    <a:pt x="373694" y="111773"/>
                    <a:pt x="382266" y="121425"/>
                  </a:cubicBezTo>
                  <a:cubicBezTo>
                    <a:pt x="395982" y="136856"/>
                    <a:pt x="410143" y="155779"/>
                    <a:pt x="405444" y="177750"/>
                  </a:cubicBezTo>
                  <a:cubicBezTo>
                    <a:pt x="402967" y="189116"/>
                    <a:pt x="396300" y="193752"/>
                    <a:pt x="387791" y="200610"/>
                  </a:cubicBezTo>
                  <a:cubicBezTo>
                    <a:pt x="384489" y="203277"/>
                    <a:pt x="381123" y="206388"/>
                    <a:pt x="382266" y="211087"/>
                  </a:cubicBezTo>
                  <a:cubicBezTo>
                    <a:pt x="384171" y="219215"/>
                    <a:pt x="397633" y="222200"/>
                    <a:pt x="407603" y="223470"/>
                  </a:cubicBezTo>
                  <a:cubicBezTo>
                    <a:pt x="413064" y="227343"/>
                    <a:pt x="420176" y="225756"/>
                    <a:pt x="425573" y="221438"/>
                  </a:cubicBezTo>
                  <a:cubicBezTo>
                    <a:pt x="431098" y="216929"/>
                    <a:pt x="434400" y="210008"/>
                    <a:pt x="440559" y="206198"/>
                  </a:cubicBezTo>
                  <a:cubicBezTo>
                    <a:pt x="446719" y="202324"/>
                    <a:pt x="454466" y="201562"/>
                    <a:pt x="461514" y="203023"/>
                  </a:cubicBezTo>
                  <a:cubicBezTo>
                    <a:pt x="467674" y="204356"/>
                    <a:pt x="473579" y="207468"/>
                    <a:pt x="477834" y="212103"/>
                  </a:cubicBezTo>
                  <a:cubicBezTo>
                    <a:pt x="482977" y="217755"/>
                    <a:pt x="482469" y="223914"/>
                    <a:pt x="485581" y="230391"/>
                  </a:cubicBezTo>
                  <a:cubicBezTo>
                    <a:pt x="490978" y="241631"/>
                    <a:pt x="504948" y="236043"/>
                    <a:pt x="514473" y="235090"/>
                  </a:cubicBezTo>
                  <a:cubicBezTo>
                    <a:pt x="533269" y="233122"/>
                    <a:pt x="553970" y="232868"/>
                    <a:pt x="572322" y="237694"/>
                  </a:cubicBezTo>
                  <a:cubicBezTo>
                    <a:pt x="589848" y="242266"/>
                    <a:pt x="600960" y="255855"/>
                    <a:pt x="604135" y="273381"/>
                  </a:cubicBezTo>
                  <a:cubicBezTo>
                    <a:pt x="610231" y="307544"/>
                    <a:pt x="584958" y="333960"/>
                    <a:pt x="566289" y="35910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3" name="Google Shape;143;p7"/>
          <p:cNvGrpSpPr/>
          <p:nvPr/>
        </p:nvGrpSpPr>
        <p:grpSpPr>
          <a:xfrm>
            <a:off x="-656094" y="-717759"/>
            <a:ext cx="2243736" cy="3618127"/>
            <a:chOff x="-656094" y="-717759"/>
            <a:chExt cx="2243736" cy="3618127"/>
          </a:xfrm>
        </p:grpSpPr>
        <p:sp>
          <p:nvSpPr>
            <p:cNvPr id="144" name="Google Shape;144;p7"/>
            <p:cNvSpPr/>
            <p:nvPr/>
          </p:nvSpPr>
          <p:spPr>
            <a:xfrm flipH="1" rot="7222703">
              <a:off x="-1307838" y="1016281"/>
              <a:ext cx="3590965" cy="445127"/>
            </a:xfrm>
            <a:custGeom>
              <a:rect b="b" l="l" r="r" t="t"/>
              <a:pathLst>
                <a:path extrusionOk="0" h="77422" w="624585">
                  <a:moveTo>
                    <a:pt x="0" y="69331"/>
                  </a:moveTo>
                  <a:cubicBezTo>
                    <a:pt x="32957" y="25326"/>
                    <a:pt x="89090" y="3228"/>
                    <a:pt x="144018" y="370"/>
                  </a:cubicBezTo>
                  <a:cubicBezTo>
                    <a:pt x="198945" y="-2487"/>
                    <a:pt x="253238" y="11610"/>
                    <a:pt x="305626" y="28310"/>
                  </a:cubicBezTo>
                  <a:cubicBezTo>
                    <a:pt x="358013" y="45011"/>
                    <a:pt x="409829" y="64569"/>
                    <a:pt x="464121" y="73205"/>
                  </a:cubicBezTo>
                  <a:cubicBezTo>
                    <a:pt x="518414" y="81777"/>
                    <a:pt x="576580" y="78539"/>
                    <a:pt x="624586" y="51742"/>
                  </a:cubicBezTo>
                </a:path>
              </a:pathLst>
            </a:custGeom>
            <a:noFill/>
            <a:ln cap="rnd" cmpd="sng" w="12700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5" name="Google Shape;145;p7"/>
            <p:cNvGrpSpPr/>
            <p:nvPr/>
          </p:nvGrpSpPr>
          <p:grpSpPr>
            <a:xfrm flipH="1" rot="-3110679">
              <a:off x="-865390" y="102896"/>
              <a:ext cx="2394148" cy="631368"/>
              <a:chOff x="3970718" y="1375536"/>
              <a:chExt cx="368172" cy="97092"/>
            </a:xfrm>
          </p:grpSpPr>
          <p:sp>
            <p:nvSpPr>
              <p:cNvPr id="146" name="Google Shape;146;p7"/>
              <p:cNvSpPr/>
              <p:nvPr/>
            </p:nvSpPr>
            <p:spPr>
              <a:xfrm>
                <a:off x="3970718" y="1379156"/>
                <a:ext cx="18351" cy="4952"/>
              </a:xfrm>
              <a:custGeom>
                <a:rect b="b" l="l" r="r" t="t"/>
                <a:pathLst>
                  <a:path extrusionOk="0" h="4952" w="18351">
                    <a:moveTo>
                      <a:pt x="0" y="4953"/>
                    </a:moveTo>
                    <a:cubicBezTo>
                      <a:pt x="0" y="4953"/>
                      <a:pt x="7176" y="2349"/>
                      <a:pt x="18352" y="0"/>
                    </a:cubicBezTo>
                  </a:path>
                </a:pathLst>
              </a:custGeom>
              <a:noFill/>
              <a:ln cap="rnd" cmpd="sng" w="12700">
                <a:solidFill>
                  <a:schemeClr val="accent5"/>
                </a:solidFill>
                <a:prstDash val="dash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" name="Google Shape;147;p7"/>
              <p:cNvSpPr/>
              <p:nvPr/>
            </p:nvSpPr>
            <p:spPr>
              <a:xfrm>
                <a:off x="4029075" y="1375536"/>
                <a:ext cx="280479" cy="71374"/>
              </a:xfrm>
              <a:custGeom>
                <a:rect b="b" l="l" r="r" t="t"/>
                <a:pathLst>
                  <a:path extrusionOk="0" h="71374" w="280479">
                    <a:moveTo>
                      <a:pt x="0" y="0"/>
                    </a:moveTo>
                    <a:cubicBezTo>
                      <a:pt x="17590" y="762"/>
                      <a:pt x="36385" y="5017"/>
                      <a:pt x="52260" y="16701"/>
                    </a:cubicBezTo>
                    <a:cubicBezTo>
                      <a:pt x="93091" y="46736"/>
                      <a:pt x="97917" y="66294"/>
                      <a:pt x="152908" y="67945"/>
                    </a:cubicBezTo>
                    <a:cubicBezTo>
                      <a:pt x="197422" y="69279"/>
                      <a:pt x="239014" y="47181"/>
                      <a:pt x="280479" y="71374"/>
                    </a:cubicBezTo>
                  </a:path>
                </a:pathLst>
              </a:custGeom>
              <a:noFill/>
              <a:ln cap="rnd" cmpd="sng" w="12700">
                <a:solidFill>
                  <a:schemeClr val="accent5"/>
                </a:solidFill>
                <a:prstDash val="dash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" name="Google Shape;148;p7"/>
              <p:cNvSpPr/>
              <p:nvPr/>
            </p:nvSpPr>
            <p:spPr>
              <a:xfrm>
                <a:off x="4325746" y="1458849"/>
                <a:ext cx="13144" cy="13779"/>
              </a:xfrm>
              <a:custGeom>
                <a:rect b="b" l="l" r="r" t="t"/>
                <a:pathLst>
                  <a:path extrusionOk="0" h="13779" w="13144">
                    <a:moveTo>
                      <a:pt x="0" y="0"/>
                    </a:moveTo>
                    <a:cubicBezTo>
                      <a:pt x="4382" y="3937"/>
                      <a:pt x="8763" y="8509"/>
                      <a:pt x="13145" y="13779"/>
                    </a:cubicBezTo>
                  </a:path>
                </a:pathLst>
              </a:custGeom>
              <a:noFill/>
              <a:ln cap="rnd" cmpd="sng" w="12700">
                <a:solidFill>
                  <a:schemeClr val="accent5"/>
                </a:solidFill>
                <a:prstDash val="dash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9" name="Google Shape;149;p7"/>
            <p:cNvGrpSpPr/>
            <p:nvPr/>
          </p:nvGrpSpPr>
          <p:grpSpPr>
            <a:xfrm>
              <a:off x="-451580" y="1299305"/>
              <a:ext cx="1021766" cy="288760"/>
              <a:chOff x="8640762" y="5785103"/>
              <a:chExt cx="730250" cy="206375"/>
            </a:xfrm>
          </p:grpSpPr>
          <p:sp>
            <p:nvSpPr>
              <p:cNvPr id="150" name="Google Shape;150;p7"/>
              <p:cNvSpPr/>
              <p:nvPr/>
            </p:nvSpPr>
            <p:spPr>
              <a:xfrm>
                <a:off x="8799512" y="5785103"/>
                <a:ext cx="412750" cy="206375"/>
              </a:xfrm>
              <a:custGeom>
                <a:rect b="b" l="l" r="r" t="t"/>
                <a:pathLst>
                  <a:path extrusionOk="0" h="206375" w="412750">
                    <a:moveTo>
                      <a:pt x="0" y="206375"/>
                    </a:moveTo>
                    <a:cubicBezTo>
                      <a:pt x="0" y="92393"/>
                      <a:pt x="92393" y="0"/>
                      <a:pt x="206375" y="0"/>
                    </a:cubicBezTo>
                    <a:cubicBezTo>
                      <a:pt x="320357" y="0"/>
                      <a:pt x="412750" y="92393"/>
                      <a:pt x="412750" y="206375"/>
                    </a:cubicBezTo>
                    <a:lnTo>
                      <a:pt x="0" y="206375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" name="Google Shape;151;p7"/>
              <p:cNvSpPr/>
              <p:nvPr/>
            </p:nvSpPr>
            <p:spPr>
              <a:xfrm>
                <a:off x="8640762" y="5880353"/>
                <a:ext cx="222250" cy="111125"/>
              </a:xfrm>
              <a:custGeom>
                <a:rect b="b" l="l" r="r" t="t"/>
                <a:pathLst>
                  <a:path extrusionOk="0" h="111125" w="222250">
                    <a:moveTo>
                      <a:pt x="0" y="111125"/>
                    </a:moveTo>
                    <a:cubicBezTo>
                      <a:pt x="0" y="49784"/>
                      <a:pt x="49784" y="0"/>
                      <a:pt x="111125" y="0"/>
                    </a:cubicBezTo>
                    <a:cubicBezTo>
                      <a:pt x="172466" y="0"/>
                      <a:pt x="222250" y="49784"/>
                      <a:pt x="222250" y="111125"/>
                    </a:cubicBezTo>
                    <a:lnTo>
                      <a:pt x="0" y="111125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" name="Google Shape;152;p7"/>
              <p:cNvSpPr/>
              <p:nvPr/>
            </p:nvSpPr>
            <p:spPr>
              <a:xfrm>
                <a:off x="9148762" y="5880353"/>
                <a:ext cx="222250" cy="111125"/>
              </a:xfrm>
              <a:custGeom>
                <a:rect b="b" l="l" r="r" t="t"/>
                <a:pathLst>
                  <a:path extrusionOk="0" h="111125" w="222250">
                    <a:moveTo>
                      <a:pt x="0" y="111125"/>
                    </a:moveTo>
                    <a:cubicBezTo>
                      <a:pt x="0" y="49784"/>
                      <a:pt x="49784" y="0"/>
                      <a:pt x="111125" y="0"/>
                    </a:cubicBezTo>
                    <a:cubicBezTo>
                      <a:pt x="172466" y="0"/>
                      <a:pt x="222250" y="49784"/>
                      <a:pt x="222250" y="111125"/>
                    </a:cubicBezTo>
                    <a:lnTo>
                      <a:pt x="0" y="111125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53" name="Google Shape;153;p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8"/>
          <p:cNvSpPr txBox="1"/>
          <p:nvPr>
            <p:ph type="title"/>
          </p:nvPr>
        </p:nvSpPr>
        <p:spPr>
          <a:xfrm>
            <a:off x="1746750" y="1709850"/>
            <a:ext cx="5650500" cy="17238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grpSp>
        <p:nvGrpSpPr>
          <p:cNvPr id="156" name="Google Shape;156;p8"/>
          <p:cNvGrpSpPr/>
          <p:nvPr/>
        </p:nvGrpSpPr>
        <p:grpSpPr>
          <a:xfrm>
            <a:off x="-595510" y="1883256"/>
            <a:ext cx="10332504" cy="3618494"/>
            <a:chOff x="-595510" y="1883256"/>
            <a:chExt cx="10332504" cy="3618494"/>
          </a:xfrm>
        </p:grpSpPr>
        <p:grpSp>
          <p:nvGrpSpPr>
            <p:cNvPr id="157" name="Google Shape;157;p8"/>
            <p:cNvGrpSpPr/>
            <p:nvPr/>
          </p:nvGrpSpPr>
          <p:grpSpPr>
            <a:xfrm>
              <a:off x="-595510" y="2699668"/>
              <a:ext cx="1149779" cy="324917"/>
              <a:chOff x="8640762" y="5785103"/>
              <a:chExt cx="730250" cy="206375"/>
            </a:xfrm>
          </p:grpSpPr>
          <p:sp>
            <p:nvSpPr>
              <p:cNvPr id="158" name="Google Shape;158;p8"/>
              <p:cNvSpPr/>
              <p:nvPr/>
            </p:nvSpPr>
            <p:spPr>
              <a:xfrm>
                <a:off x="8799512" y="5785103"/>
                <a:ext cx="412750" cy="206375"/>
              </a:xfrm>
              <a:custGeom>
                <a:rect b="b" l="l" r="r" t="t"/>
                <a:pathLst>
                  <a:path extrusionOk="0" h="206375" w="412750">
                    <a:moveTo>
                      <a:pt x="0" y="206375"/>
                    </a:moveTo>
                    <a:cubicBezTo>
                      <a:pt x="0" y="92393"/>
                      <a:pt x="92393" y="0"/>
                      <a:pt x="206375" y="0"/>
                    </a:cubicBezTo>
                    <a:cubicBezTo>
                      <a:pt x="320357" y="0"/>
                      <a:pt x="412750" y="92393"/>
                      <a:pt x="412750" y="206375"/>
                    </a:cubicBezTo>
                    <a:lnTo>
                      <a:pt x="0" y="206375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" name="Google Shape;159;p8"/>
              <p:cNvSpPr/>
              <p:nvPr/>
            </p:nvSpPr>
            <p:spPr>
              <a:xfrm>
                <a:off x="8640762" y="5880353"/>
                <a:ext cx="222250" cy="111125"/>
              </a:xfrm>
              <a:custGeom>
                <a:rect b="b" l="l" r="r" t="t"/>
                <a:pathLst>
                  <a:path extrusionOk="0" h="111125" w="222250">
                    <a:moveTo>
                      <a:pt x="0" y="111125"/>
                    </a:moveTo>
                    <a:cubicBezTo>
                      <a:pt x="0" y="49784"/>
                      <a:pt x="49784" y="0"/>
                      <a:pt x="111125" y="0"/>
                    </a:cubicBezTo>
                    <a:cubicBezTo>
                      <a:pt x="172466" y="0"/>
                      <a:pt x="222250" y="49784"/>
                      <a:pt x="222250" y="111125"/>
                    </a:cubicBezTo>
                    <a:lnTo>
                      <a:pt x="0" y="111125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" name="Google Shape;160;p8"/>
              <p:cNvSpPr/>
              <p:nvPr/>
            </p:nvSpPr>
            <p:spPr>
              <a:xfrm>
                <a:off x="9148762" y="5880353"/>
                <a:ext cx="222250" cy="111125"/>
              </a:xfrm>
              <a:custGeom>
                <a:rect b="b" l="l" r="r" t="t"/>
                <a:pathLst>
                  <a:path extrusionOk="0" h="111125" w="222250">
                    <a:moveTo>
                      <a:pt x="0" y="111125"/>
                    </a:moveTo>
                    <a:cubicBezTo>
                      <a:pt x="0" y="49784"/>
                      <a:pt x="49784" y="0"/>
                      <a:pt x="111125" y="0"/>
                    </a:cubicBezTo>
                    <a:cubicBezTo>
                      <a:pt x="172466" y="0"/>
                      <a:pt x="222250" y="49784"/>
                      <a:pt x="222250" y="111125"/>
                    </a:cubicBezTo>
                    <a:lnTo>
                      <a:pt x="0" y="111125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61" name="Google Shape;161;p8"/>
            <p:cNvSpPr/>
            <p:nvPr/>
          </p:nvSpPr>
          <p:spPr>
            <a:xfrm>
              <a:off x="6958298" y="4004126"/>
              <a:ext cx="1425626" cy="1497624"/>
            </a:xfrm>
            <a:custGeom>
              <a:rect b="b" l="l" r="r" t="t"/>
              <a:pathLst>
                <a:path extrusionOk="0" h="282704" w="269113">
                  <a:moveTo>
                    <a:pt x="0" y="247780"/>
                  </a:moveTo>
                  <a:cubicBezTo>
                    <a:pt x="4572" y="232413"/>
                    <a:pt x="18923" y="221745"/>
                    <a:pt x="34036" y="216474"/>
                  </a:cubicBezTo>
                  <a:cubicBezTo>
                    <a:pt x="49149" y="211204"/>
                    <a:pt x="65405" y="210251"/>
                    <a:pt x="81217" y="207584"/>
                  </a:cubicBezTo>
                  <a:cubicBezTo>
                    <a:pt x="110998" y="202631"/>
                    <a:pt x="140081" y="191392"/>
                    <a:pt x="163513" y="172405"/>
                  </a:cubicBezTo>
                  <a:cubicBezTo>
                    <a:pt x="186944" y="153419"/>
                    <a:pt x="204470" y="126368"/>
                    <a:pt x="209042" y="96523"/>
                  </a:cubicBezTo>
                  <a:cubicBezTo>
                    <a:pt x="213614" y="66677"/>
                    <a:pt x="204343" y="34420"/>
                    <a:pt x="182563" y="13592"/>
                  </a:cubicBezTo>
                  <a:cubicBezTo>
                    <a:pt x="172085" y="3622"/>
                    <a:pt x="156528" y="-3807"/>
                    <a:pt x="143383" y="2098"/>
                  </a:cubicBezTo>
                  <a:cubicBezTo>
                    <a:pt x="130239" y="8004"/>
                    <a:pt x="125413" y="24260"/>
                    <a:pt x="124651" y="38610"/>
                  </a:cubicBezTo>
                  <a:cubicBezTo>
                    <a:pt x="122365" y="80394"/>
                    <a:pt x="142177" y="122812"/>
                    <a:pt x="175768" y="147831"/>
                  </a:cubicBezTo>
                  <a:cubicBezTo>
                    <a:pt x="190246" y="158626"/>
                    <a:pt x="207010" y="166309"/>
                    <a:pt x="220599" y="178184"/>
                  </a:cubicBezTo>
                  <a:cubicBezTo>
                    <a:pt x="250063" y="203901"/>
                    <a:pt x="260350" y="244605"/>
                    <a:pt x="269113" y="282705"/>
                  </a:cubicBezTo>
                </a:path>
              </a:pathLst>
            </a:custGeom>
            <a:noFill/>
            <a:ln cap="rnd" cmpd="sng" w="12700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62" name="Google Shape;162;p8"/>
            <p:cNvGrpSpPr/>
            <p:nvPr/>
          </p:nvGrpSpPr>
          <p:grpSpPr>
            <a:xfrm>
              <a:off x="8587215" y="1883256"/>
              <a:ext cx="1149779" cy="324917"/>
              <a:chOff x="8640762" y="5785103"/>
              <a:chExt cx="730250" cy="206375"/>
            </a:xfrm>
          </p:grpSpPr>
          <p:sp>
            <p:nvSpPr>
              <p:cNvPr id="163" name="Google Shape;163;p8"/>
              <p:cNvSpPr/>
              <p:nvPr/>
            </p:nvSpPr>
            <p:spPr>
              <a:xfrm>
                <a:off x="8799512" y="5785103"/>
                <a:ext cx="412750" cy="206375"/>
              </a:xfrm>
              <a:custGeom>
                <a:rect b="b" l="l" r="r" t="t"/>
                <a:pathLst>
                  <a:path extrusionOk="0" h="206375" w="412750">
                    <a:moveTo>
                      <a:pt x="0" y="206375"/>
                    </a:moveTo>
                    <a:cubicBezTo>
                      <a:pt x="0" y="92393"/>
                      <a:pt x="92393" y="0"/>
                      <a:pt x="206375" y="0"/>
                    </a:cubicBezTo>
                    <a:cubicBezTo>
                      <a:pt x="320357" y="0"/>
                      <a:pt x="412750" y="92393"/>
                      <a:pt x="412750" y="206375"/>
                    </a:cubicBezTo>
                    <a:lnTo>
                      <a:pt x="0" y="206375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" name="Google Shape;164;p8"/>
              <p:cNvSpPr/>
              <p:nvPr/>
            </p:nvSpPr>
            <p:spPr>
              <a:xfrm>
                <a:off x="8640762" y="5880353"/>
                <a:ext cx="222250" cy="111125"/>
              </a:xfrm>
              <a:custGeom>
                <a:rect b="b" l="l" r="r" t="t"/>
                <a:pathLst>
                  <a:path extrusionOk="0" h="111125" w="222250">
                    <a:moveTo>
                      <a:pt x="0" y="111125"/>
                    </a:moveTo>
                    <a:cubicBezTo>
                      <a:pt x="0" y="49784"/>
                      <a:pt x="49784" y="0"/>
                      <a:pt x="111125" y="0"/>
                    </a:cubicBezTo>
                    <a:cubicBezTo>
                      <a:pt x="172466" y="0"/>
                      <a:pt x="222250" y="49784"/>
                      <a:pt x="222250" y="111125"/>
                    </a:cubicBezTo>
                    <a:lnTo>
                      <a:pt x="0" y="111125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" name="Google Shape;165;p8"/>
              <p:cNvSpPr/>
              <p:nvPr/>
            </p:nvSpPr>
            <p:spPr>
              <a:xfrm>
                <a:off x="9148762" y="5880353"/>
                <a:ext cx="222250" cy="111125"/>
              </a:xfrm>
              <a:custGeom>
                <a:rect b="b" l="l" r="r" t="t"/>
                <a:pathLst>
                  <a:path extrusionOk="0" h="111125" w="222250">
                    <a:moveTo>
                      <a:pt x="0" y="111125"/>
                    </a:moveTo>
                    <a:cubicBezTo>
                      <a:pt x="0" y="49784"/>
                      <a:pt x="49784" y="0"/>
                      <a:pt x="111125" y="0"/>
                    </a:cubicBezTo>
                    <a:cubicBezTo>
                      <a:pt x="172466" y="0"/>
                      <a:pt x="222250" y="49784"/>
                      <a:pt x="222250" y="111125"/>
                    </a:cubicBezTo>
                    <a:lnTo>
                      <a:pt x="0" y="111125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66" name="Google Shape;166;p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8" name="Google Shape;168;p9"/>
          <p:cNvGrpSpPr/>
          <p:nvPr/>
        </p:nvGrpSpPr>
        <p:grpSpPr>
          <a:xfrm>
            <a:off x="-1393000" y="-377197"/>
            <a:ext cx="11312781" cy="5788054"/>
            <a:chOff x="-1393000" y="-377197"/>
            <a:chExt cx="11312781" cy="5788054"/>
          </a:xfrm>
        </p:grpSpPr>
        <p:sp>
          <p:nvSpPr>
            <p:cNvPr id="169" name="Google Shape;169;p9"/>
            <p:cNvSpPr/>
            <p:nvPr/>
          </p:nvSpPr>
          <p:spPr>
            <a:xfrm>
              <a:off x="4550675" y="4694909"/>
              <a:ext cx="836269" cy="715948"/>
            </a:xfrm>
            <a:custGeom>
              <a:rect b="b" l="l" r="r" t="t"/>
              <a:pathLst>
                <a:path extrusionOk="0" h="282704" w="269113">
                  <a:moveTo>
                    <a:pt x="0" y="247780"/>
                  </a:moveTo>
                  <a:cubicBezTo>
                    <a:pt x="4572" y="232413"/>
                    <a:pt x="18923" y="221745"/>
                    <a:pt x="34036" y="216474"/>
                  </a:cubicBezTo>
                  <a:cubicBezTo>
                    <a:pt x="49149" y="211204"/>
                    <a:pt x="65405" y="210251"/>
                    <a:pt x="81217" y="207584"/>
                  </a:cubicBezTo>
                  <a:cubicBezTo>
                    <a:pt x="110998" y="202631"/>
                    <a:pt x="140081" y="191392"/>
                    <a:pt x="163513" y="172405"/>
                  </a:cubicBezTo>
                  <a:cubicBezTo>
                    <a:pt x="186944" y="153419"/>
                    <a:pt x="204470" y="126368"/>
                    <a:pt x="209042" y="96523"/>
                  </a:cubicBezTo>
                  <a:cubicBezTo>
                    <a:pt x="213614" y="66677"/>
                    <a:pt x="204343" y="34420"/>
                    <a:pt x="182563" y="13592"/>
                  </a:cubicBezTo>
                  <a:cubicBezTo>
                    <a:pt x="172085" y="3622"/>
                    <a:pt x="156528" y="-3807"/>
                    <a:pt x="143383" y="2098"/>
                  </a:cubicBezTo>
                  <a:cubicBezTo>
                    <a:pt x="130239" y="8004"/>
                    <a:pt x="125413" y="24260"/>
                    <a:pt x="124651" y="38610"/>
                  </a:cubicBezTo>
                  <a:cubicBezTo>
                    <a:pt x="122365" y="80394"/>
                    <a:pt x="142177" y="122812"/>
                    <a:pt x="175768" y="147831"/>
                  </a:cubicBezTo>
                  <a:cubicBezTo>
                    <a:pt x="190246" y="158626"/>
                    <a:pt x="207010" y="166309"/>
                    <a:pt x="220599" y="178184"/>
                  </a:cubicBezTo>
                  <a:cubicBezTo>
                    <a:pt x="250063" y="203901"/>
                    <a:pt x="260350" y="244605"/>
                    <a:pt x="269113" y="282705"/>
                  </a:cubicBezTo>
                </a:path>
              </a:pathLst>
            </a:custGeom>
            <a:noFill/>
            <a:ln cap="rnd" cmpd="sng" w="12700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9"/>
            <p:cNvSpPr/>
            <p:nvPr/>
          </p:nvSpPr>
          <p:spPr>
            <a:xfrm rot="-6669226">
              <a:off x="6901498" y="1385118"/>
              <a:ext cx="3591338" cy="445173"/>
            </a:xfrm>
            <a:custGeom>
              <a:rect b="b" l="l" r="r" t="t"/>
              <a:pathLst>
                <a:path extrusionOk="0" h="77422" w="624585">
                  <a:moveTo>
                    <a:pt x="0" y="69331"/>
                  </a:moveTo>
                  <a:cubicBezTo>
                    <a:pt x="32957" y="25326"/>
                    <a:pt x="89090" y="3228"/>
                    <a:pt x="144018" y="370"/>
                  </a:cubicBezTo>
                  <a:cubicBezTo>
                    <a:pt x="198945" y="-2487"/>
                    <a:pt x="253238" y="11610"/>
                    <a:pt x="305626" y="28310"/>
                  </a:cubicBezTo>
                  <a:cubicBezTo>
                    <a:pt x="358013" y="45011"/>
                    <a:pt x="409829" y="64569"/>
                    <a:pt x="464121" y="73205"/>
                  </a:cubicBezTo>
                  <a:cubicBezTo>
                    <a:pt x="518414" y="81777"/>
                    <a:pt x="576580" y="78539"/>
                    <a:pt x="624586" y="51742"/>
                  </a:cubicBezTo>
                </a:path>
              </a:pathLst>
            </a:custGeom>
            <a:noFill/>
            <a:ln cap="rnd" cmpd="sng" w="12700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9"/>
            <p:cNvSpPr/>
            <p:nvPr/>
          </p:nvSpPr>
          <p:spPr>
            <a:xfrm rot="-4367269">
              <a:off x="-1915527" y="2162287"/>
              <a:ext cx="4142653" cy="1959529"/>
            </a:xfrm>
            <a:custGeom>
              <a:rect b="b" l="l" r="r" t="t"/>
              <a:pathLst>
                <a:path extrusionOk="0" h="254919" w="597979">
                  <a:moveTo>
                    <a:pt x="0" y="254762"/>
                  </a:moveTo>
                  <a:cubicBezTo>
                    <a:pt x="29654" y="256731"/>
                    <a:pt x="57658" y="239967"/>
                    <a:pt x="78549" y="218821"/>
                  </a:cubicBezTo>
                  <a:cubicBezTo>
                    <a:pt x="99378" y="197676"/>
                    <a:pt x="115062" y="172021"/>
                    <a:pt x="134429" y="149416"/>
                  </a:cubicBezTo>
                  <a:cubicBezTo>
                    <a:pt x="153797" y="126873"/>
                    <a:pt x="178498" y="106680"/>
                    <a:pt x="207899" y="102489"/>
                  </a:cubicBezTo>
                  <a:cubicBezTo>
                    <a:pt x="229870" y="99378"/>
                    <a:pt x="253936" y="106490"/>
                    <a:pt x="267970" y="123635"/>
                  </a:cubicBezTo>
                  <a:cubicBezTo>
                    <a:pt x="282004" y="140779"/>
                    <a:pt x="283464" y="168212"/>
                    <a:pt x="268669" y="184785"/>
                  </a:cubicBezTo>
                  <a:cubicBezTo>
                    <a:pt x="258635" y="196024"/>
                    <a:pt x="237617" y="199390"/>
                    <a:pt x="229870" y="186436"/>
                  </a:cubicBezTo>
                  <a:cubicBezTo>
                    <a:pt x="223457" y="175641"/>
                    <a:pt x="231267" y="160909"/>
                    <a:pt x="242507" y="155257"/>
                  </a:cubicBezTo>
                  <a:cubicBezTo>
                    <a:pt x="253746" y="149606"/>
                    <a:pt x="266954" y="150304"/>
                    <a:pt x="279591" y="150559"/>
                  </a:cubicBezTo>
                  <a:cubicBezTo>
                    <a:pt x="401193" y="152845"/>
                    <a:pt x="522605" y="95504"/>
                    <a:pt x="597979" y="0"/>
                  </a:cubicBezTo>
                </a:path>
              </a:pathLst>
            </a:custGeom>
            <a:noFill/>
            <a:ln cap="rnd" cmpd="sng" w="12700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72" name="Google Shape;172;p9"/>
            <p:cNvGrpSpPr/>
            <p:nvPr/>
          </p:nvGrpSpPr>
          <p:grpSpPr>
            <a:xfrm flipH="1">
              <a:off x="5062765" y="4749233"/>
              <a:ext cx="542868" cy="196056"/>
              <a:chOff x="10607230" y="6115367"/>
              <a:chExt cx="571500" cy="206375"/>
            </a:xfrm>
          </p:grpSpPr>
          <p:sp>
            <p:nvSpPr>
              <p:cNvPr id="173" name="Google Shape;173;p9"/>
              <p:cNvSpPr/>
              <p:nvPr/>
            </p:nvSpPr>
            <p:spPr>
              <a:xfrm>
                <a:off x="10607230" y="6115367"/>
                <a:ext cx="412750" cy="206375"/>
              </a:xfrm>
              <a:custGeom>
                <a:rect b="b" l="l" r="r" t="t"/>
                <a:pathLst>
                  <a:path extrusionOk="0" h="206375" w="412750">
                    <a:moveTo>
                      <a:pt x="0" y="206375"/>
                    </a:moveTo>
                    <a:cubicBezTo>
                      <a:pt x="0" y="92392"/>
                      <a:pt x="92392" y="0"/>
                      <a:pt x="206375" y="0"/>
                    </a:cubicBezTo>
                    <a:cubicBezTo>
                      <a:pt x="320357" y="0"/>
                      <a:pt x="412750" y="92392"/>
                      <a:pt x="412750" y="206375"/>
                    </a:cubicBezTo>
                    <a:lnTo>
                      <a:pt x="0" y="206375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4" name="Google Shape;174;p9"/>
              <p:cNvSpPr/>
              <p:nvPr/>
            </p:nvSpPr>
            <p:spPr>
              <a:xfrm>
                <a:off x="10956480" y="6210617"/>
                <a:ext cx="222250" cy="111125"/>
              </a:xfrm>
              <a:custGeom>
                <a:rect b="b" l="l" r="r" t="t"/>
                <a:pathLst>
                  <a:path extrusionOk="0" h="111125" w="222250">
                    <a:moveTo>
                      <a:pt x="0" y="111125"/>
                    </a:moveTo>
                    <a:cubicBezTo>
                      <a:pt x="0" y="49721"/>
                      <a:pt x="49784" y="0"/>
                      <a:pt x="111125" y="0"/>
                    </a:cubicBezTo>
                    <a:cubicBezTo>
                      <a:pt x="172529" y="0"/>
                      <a:pt x="222250" y="49721"/>
                      <a:pt x="222250" y="111125"/>
                    </a:cubicBezTo>
                    <a:lnTo>
                      <a:pt x="0" y="111125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75" name="Google Shape;175;p9"/>
            <p:cNvGrpSpPr/>
            <p:nvPr/>
          </p:nvGrpSpPr>
          <p:grpSpPr>
            <a:xfrm rot="3663327">
              <a:off x="7785026" y="507447"/>
              <a:ext cx="2394138" cy="631363"/>
              <a:chOff x="3970718" y="1375536"/>
              <a:chExt cx="368172" cy="97092"/>
            </a:xfrm>
          </p:grpSpPr>
          <p:sp>
            <p:nvSpPr>
              <p:cNvPr id="176" name="Google Shape;176;p9"/>
              <p:cNvSpPr/>
              <p:nvPr/>
            </p:nvSpPr>
            <p:spPr>
              <a:xfrm>
                <a:off x="3970718" y="1379156"/>
                <a:ext cx="18351" cy="4952"/>
              </a:xfrm>
              <a:custGeom>
                <a:rect b="b" l="l" r="r" t="t"/>
                <a:pathLst>
                  <a:path extrusionOk="0" h="4952" w="18351">
                    <a:moveTo>
                      <a:pt x="0" y="4953"/>
                    </a:moveTo>
                    <a:cubicBezTo>
                      <a:pt x="0" y="4953"/>
                      <a:pt x="7176" y="2349"/>
                      <a:pt x="18352" y="0"/>
                    </a:cubicBezTo>
                  </a:path>
                </a:pathLst>
              </a:custGeom>
              <a:noFill/>
              <a:ln cap="rnd" cmpd="sng" w="12700">
                <a:solidFill>
                  <a:schemeClr val="accent5"/>
                </a:solidFill>
                <a:prstDash val="dash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7" name="Google Shape;177;p9"/>
              <p:cNvSpPr/>
              <p:nvPr/>
            </p:nvSpPr>
            <p:spPr>
              <a:xfrm>
                <a:off x="4029075" y="1375536"/>
                <a:ext cx="280479" cy="71374"/>
              </a:xfrm>
              <a:custGeom>
                <a:rect b="b" l="l" r="r" t="t"/>
                <a:pathLst>
                  <a:path extrusionOk="0" h="71374" w="280479">
                    <a:moveTo>
                      <a:pt x="0" y="0"/>
                    </a:moveTo>
                    <a:cubicBezTo>
                      <a:pt x="17590" y="762"/>
                      <a:pt x="36385" y="5017"/>
                      <a:pt x="52260" y="16701"/>
                    </a:cubicBezTo>
                    <a:cubicBezTo>
                      <a:pt x="93091" y="46736"/>
                      <a:pt x="97917" y="66294"/>
                      <a:pt x="152908" y="67945"/>
                    </a:cubicBezTo>
                    <a:cubicBezTo>
                      <a:pt x="197422" y="69279"/>
                      <a:pt x="239014" y="47181"/>
                      <a:pt x="280479" y="71374"/>
                    </a:cubicBezTo>
                  </a:path>
                </a:pathLst>
              </a:custGeom>
              <a:noFill/>
              <a:ln cap="rnd" cmpd="sng" w="12700">
                <a:solidFill>
                  <a:schemeClr val="accent5"/>
                </a:solidFill>
                <a:prstDash val="dash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8" name="Google Shape;178;p9"/>
              <p:cNvSpPr/>
              <p:nvPr/>
            </p:nvSpPr>
            <p:spPr>
              <a:xfrm>
                <a:off x="4325746" y="1458849"/>
                <a:ext cx="13144" cy="13779"/>
              </a:xfrm>
              <a:custGeom>
                <a:rect b="b" l="l" r="r" t="t"/>
                <a:pathLst>
                  <a:path extrusionOk="0" h="13779" w="13144">
                    <a:moveTo>
                      <a:pt x="0" y="0"/>
                    </a:moveTo>
                    <a:cubicBezTo>
                      <a:pt x="4382" y="3937"/>
                      <a:pt x="8763" y="8509"/>
                      <a:pt x="13145" y="13779"/>
                    </a:cubicBezTo>
                  </a:path>
                </a:pathLst>
              </a:custGeom>
              <a:noFill/>
              <a:ln cap="rnd" cmpd="sng" w="12700">
                <a:solidFill>
                  <a:schemeClr val="accent5"/>
                </a:solidFill>
                <a:prstDash val="dash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79" name="Google Shape;179;p9"/>
            <p:cNvGrpSpPr/>
            <p:nvPr/>
          </p:nvGrpSpPr>
          <p:grpSpPr>
            <a:xfrm>
              <a:off x="8539317" y="1204953"/>
              <a:ext cx="1380465" cy="390131"/>
              <a:chOff x="8640762" y="5785103"/>
              <a:chExt cx="730250" cy="206375"/>
            </a:xfrm>
          </p:grpSpPr>
          <p:sp>
            <p:nvSpPr>
              <p:cNvPr id="180" name="Google Shape;180;p9"/>
              <p:cNvSpPr/>
              <p:nvPr/>
            </p:nvSpPr>
            <p:spPr>
              <a:xfrm>
                <a:off x="8799512" y="5785103"/>
                <a:ext cx="412750" cy="206375"/>
              </a:xfrm>
              <a:custGeom>
                <a:rect b="b" l="l" r="r" t="t"/>
                <a:pathLst>
                  <a:path extrusionOk="0" h="206375" w="412750">
                    <a:moveTo>
                      <a:pt x="0" y="206375"/>
                    </a:moveTo>
                    <a:cubicBezTo>
                      <a:pt x="0" y="92393"/>
                      <a:pt x="92393" y="0"/>
                      <a:pt x="206375" y="0"/>
                    </a:cubicBezTo>
                    <a:cubicBezTo>
                      <a:pt x="320357" y="0"/>
                      <a:pt x="412750" y="92393"/>
                      <a:pt x="412750" y="206375"/>
                    </a:cubicBezTo>
                    <a:lnTo>
                      <a:pt x="0" y="206375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1" name="Google Shape;181;p9"/>
              <p:cNvSpPr/>
              <p:nvPr/>
            </p:nvSpPr>
            <p:spPr>
              <a:xfrm>
                <a:off x="8640762" y="5880353"/>
                <a:ext cx="222250" cy="111125"/>
              </a:xfrm>
              <a:custGeom>
                <a:rect b="b" l="l" r="r" t="t"/>
                <a:pathLst>
                  <a:path extrusionOk="0" h="111125" w="222250">
                    <a:moveTo>
                      <a:pt x="0" y="111125"/>
                    </a:moveTo>
                    <a:cubicBezTo>
                      <a:pt x="0" y="49784"/>
                      <a:pt x="49784" y="0"/>
                      <a:pt x="111125" y="0"/>
                    </a:cubicBezTo>
                    <a:cubicBezTo>
                      <a:pt x="172466" y="0"/>
                      <a:pt x="222250" y="49784"/>
                      <a:pt x="222250" y="111125"/>
                    </a:cubicBezTo>
                    <a:lnTo>
                      <a:pt x="0" y="111125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" name="Google Shape;182;p9"/>
              <p:cNvSpPr/>
              <p:nvPr/>
            </p:nvSpPr>
            <p:spPr>
              <a:xfrm>
                <a:off x="9148762" y="5880353"/>
                <a:ext cx="222250" cy="111125"/>
              </a:xfrm>
              <a:custGeom>
                <a:rect b="b" l="l" r="r" t="t"/>
                <a:pathLst>
                  <a:path extrusionOk="0" h="111125" w="222250">
                    <a:moveTo>
                      <a:pt x="0" y="111125"/>
                    </a:moveTo>
                    <a:cubicBezTo>
                      <a:pt x="0" y="49784"/>
                      <a:pt x="49784" y="0"/>
                      <a:pt x="111125" y="0"/>
                    </a:cubicBezTo>
                    <a:cubicBezTo>
                      <a:pt x="172466" y="0"/>
                      <a:pt x="222250" y="49784"/>
                      <a:pt x="222250" y="111125"/>
                    </a:cubicBezTo>
                    <a:lnTo>
                      <a:pt x="0" y="111125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3" name="Google Shape;183;p9"/>
            <p:cNvGrpSpPr/>
            <p:nvPr/>
          </p:nvGrpSpPr>
          <p:grpSpPr>
            <a:xfrm>
              <a:off x="1438547" y="-54454"/>
              <a:ext cx="1080364" cy="390131"/>
              <a:chOff x="10607230" y="6115367"/>
              <a:chExt cx="571500" cy="206375"/>
            </a:xfrm>
          </p:grpSpPr>
          <p:sp>
            <p:nvSpPr>
              <p:cNvPr id="184" name="Google Shape;184;p9"/>
              <p:cNvSpPr/>
              <p:nvPr/>
            </p:nvSpPr>
            <p:spPr>
              <a:xfrm>
                <a:off x="10607230" y="6115367"/>
                <a:ext cx="412750" cy="206375"/>
              </a:xfrm>
              <a:custGeom>
                <a:rect b="b" l="l" r="r" t="t"/>
                <a:pathLst>
                  <a:path extrusionOk="0" h="206375" w="412750">
                    <a:moveTo>
                      <a:pt x="0" y="206375"/>
                    </a:moveTo>
                    <a:cubicBezTo>
                      <a:pt x="0" y="92392"/>
                      <a:pt x="92392" y="0"/>
                      <a:pt x="206375" y="0"/>
                    </a:cubicBezTo>
                    <a:cubicBezTo>
                      <a:pt x="320357" y="0"/>
                      <a:pt x="412750" y="92392"/>
                      <a:pt x="412750" y="206375"/>
                    </a:cubicBezTo>
                    <a:lnTo>
                      <a:pt x="0" y="206375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5" name="Google Shape;185;p9"/>
              <p:cNvSpPr/>
              <p:nvPr/>
            </p:nvSpPr>
            <p:spPr>
              <a:xfrm>
                <a:off x="10956480" y="6210617"/>
                <a:ext cx="222250" cy="111125"/>
              </a:xfrm>
              <a:custGeom>
                <a:rect b="b" l="l" r="r" t="t"/>
                <a:pathLst>
                  <a:path extrusionOk="0" h="111125" w="222250">
                    <a:moveTo>
                      <a:pt x="0" y="111125"/>
                    </a:moveTo>
                    <a:cubicBezTo>
                      <a:pt x="0" y="49721"/>
                      <a:pt x="49784" y="0"/>
                      <a:pt x="111125" y="0"/>
                    </a:cubicBezTo>
                    <a:cubicBezTo>
                      <a:pt x="172529" y="0"/>
                      <a:pt x="222250" y="49721"/>
                      <a:pt x="222250" y="111125"/>
                    </a:cubicBezTo>
                    <a:lnTo>
                      <a:pt x="0" y="111125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86" name="Google Shape;186;p9"/>
          <p:cNvSpPr txBox="1"/>
          <p:nvPr>
            <p:ph idx="1" type="subTitle"/>
          </p:nvPr>
        </p:nvSpPr>
        <p:spPr>
          <a:xfrm>
            <a:off x="793039" y="1489300"/>
            <a:ext cx="3648300" cy="288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9"/>
          <p:cNvSpPr txBox="1"/>
          <p:nvPr>
            <p:ph type="title"/>
          </p:nvPr>
        </p:nvSpPr>
        <p:spPr>
          <a:xfrm>
            <a:off x="720000" y="445025"/>
            <a:ext cx="7704000" cy="649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88" name="Google Shape;188;p9"/>
          <p:cNvSpPr txBox="1"/>
          <p:nvPr>
            <p:ph idx="2" type="subTitle"/>
          </p:nvPr>
        </p:nvSpPr>
        <p:spPr>
          <a:xfrm>
            <a:off x="4702661" y="1490350"/>
            <a:ext cx="3648300" cy="28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89" name="Google Shape;189;p9"/>
          <p:cNvGrpSpPr/>
          <p:nvPr/>
        </p:nvGrpSpPr>
        <p:grpSpPr>
          <a:xfrm rot="-509910">
            <a:off x="-980127" y="1250122"/>
            <a:ext cx="1428092" cy="1997791"/>
            <a:chOff x="-1891361" y="-1128192"/>
            <a:chExt cx="1290816" cy="1805406"/>
          </a:xfrm>
        </p:grpSpPr>
        <p:grpSp>
          <p:nvGrpSpPr>
            <p:cNvPr id="190" name="Google Shape;190;p9"/>
            <p:cNvGrpSpPr/>
            <p:nvPr/>
          </p:nvGrpSpPr>
          <p:grpSpPr>
            <a:xfrm>
              <a:off x="-1891361" y="-1128192"/>
              <a:ext cx="1290816" cy="1805406"/>
              <a:chOff x="-1891361" y="-1128192"/>
              <a:chExt cx="1290816" cy="1805406"/>
            </a:xfrm>
          </p:grpSpPr>
          <p:sp>
            <p:nvSpPr>
              <p:cNvPr id="191" name="Google Shape;191;p9"/>
              <p:cNvSpPr/>
              <p:nvPr/>
            </p:nvSpPr>
            <p:spPr>
              <a:xfrm>
                <a:off x="-1693575" y="-55375"/>
                <a:ext cx="893523" cy="433590"/>
              </a:xfrm>
              <a:custGeom>
                <a:rect b="b" l="l" r="r" t="t"/>
                <a:pathLst>
                  <a:path extrusionOk="0" h="1469798" w="3469994">
                    <a:moveTo>
                      <a:pt x="2218218" y="955478"/>
                    </a:moveTo>
                    <a:lnTo>
                      <a:pt x="2279936" y="955478"/>
                    </a:lnTo>
                    <a:lnTo>
                      <a:pt x="2279936" y="1469798"/>
                    </a:lnTo>
                    <a:lnTo>
                      <a:pt x="2218218" y="1469798"/>
                    </a:lnTo>
                    <a:close/>
                    <a:moveTo>
                      <a:pt x="1189577" y="955478"/>
                    </a:moveTo>
                    <a:lnTo>
                      <a:pt x="1251295" y="955478"/>
                    </a:lnTo>
                    <a:lnTo>
                      <a:pt x="1251295" y="1469798"/>
                    </a:lnTo>
                    <a:lnTo>
                      <a:pt x="1189577" y="1469798"/>
                    </a:lnTo>
                    <a:close/>
                    <a:moveTo>
                      <a:pt x="51287" y="2372"/>
                    </a:moveTo>
                    <a:lnTo>
                      <a:pt x="989061" y="1403218"/>
                    </a:lnTo>
                    <a:lnTo>
                      <a:pt x="937774" y="1437551"/>
                    </a:lnTo>
                    <a:lnTo>
                      <a:pt x="0" y="36705"/>
                    </a:lnTo>
                    <a:close/>
                    <a:moveTo>
                      <a:pt x="3418707" y="0"/>
                    </a:moveTo>
                    <a:lnTo>
                      <a:pt x="3469994" y="34333"/>
                    </a:lnTo>
                    <a:lnTo>
                      <a:pt x="2532221" y="1435177"/>
                    </a:lnTo>
                    <a:lnTo>
                      <a:pt x="2480934" y="140084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" name="Google Shape;192;p9"/>
              <p:cNvSpPr/>
              <p:nvPr/>
            </p:nvSpPr>
            <p:spPr>
              <a:xfrm>
                <a:off x="-1891361" y="-1128192"/>
                <a:ext cx="1290816" cy="1365868"/>
              </a:xfrm>
              <a:custGeom>
                <a:rect b="b" l="l" r="r" t="t"/>
                <a:pathLst>
                  <a:path extrusionOk="0" h="1579038" w="1492273">
                    <a:moveTo>
                      <a:pt x="1273730" y="218551"/>
                    </a:moveTo>
                    <a:cubicBezTo>
                      <a:pt x="982329" y="-72850"/>
                      <a:pt x="509953" y="-72850"/>
                      <a:pt x="218551" y="218551"/>
                    </a:cubicBezTo>
                    <a:cubicBezTo>
                      <a:pt x="-72850" y="509952"/>
                      <a:pt x="-72850" y="982329"/>
                      <a:pt x="218551" y="1273731"/>
                    </a:cubicBezTo>
                    <a:lnTo>
                      <a:pt x="523859" y="1579039"/>
                    </a:lnTo>
                    <a:lnTo>
                      <a:pt x="968359" y="1579039"/>
                    </a:lnTo>
                    <a:lnTo>
                      <a:pt x="1273667" y="1273731"/>
                    </a:lnTo>
                    <a:cubicBezTo>
                      <a:pt x="1565132" y="982393"/>
                      <a:pt x="1565132" y="509952"/>
                      <a:pt x="1273730" y="21855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" name="Google Shape;193;p9"/>
              <p:cNvSpPr/>
              <p:nvPr/>
            </p:nvSpPr>
            <p:spPr>
              <a:xfrm>
                <a:off x="-1671618" y="-1128192"/>
                <a:ext cx="851368" cy="1365868"/>
              </a:xfrm>
              <a:custGeom>
                <a:rect b="b" l="l" r="r" t="t"/>
                <a:pathLst>
                  <a:path extrusionOk="0" h="1579038" w="984241">
                    <a:moveTo>
                      <a:pt x="840121" y="218551"/>
                    </a:moveTo>
                    <a:cubicBezTo>
                      <a:pt x="647907" y="-72850"/>
                      <a:pt x="336312" y="-72850"/>
                      <a:pt x="144161" y="218551"/>
                    </a:cubicBezTo>
                    <a:cubicBezTo>
                      <a:pt x="-48054" y="509952"/>
                      <a:pt x="-48054" y="982329"/>
                      <a:pt x="144161" y="1273731"/>
                    </a:cubicBezTo>
                    <a:lnTo>
                      <a:pt x="345583" y="1579039"/>
                    </a:lnTo>
                    <a:lnTo>
                      <a:pt x="638762" y="1579039"/>
                    </a:lnTo>
                    <a:lnTo>
                      <a:pt x="840184" y="1273731"/>
                    </a:lnTo>
                    <a:cubicBezTo>
                      <a:pt x="1032272" y="982393"/>
                      <a:pt x="1032272" y="509952"/>
                      <a:pt x="840121" y="21855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4" name="Google Shape;194;p9"/>
              <p:cNvSpPr/>
              <p:nvPr/>
            </p:nvSpPr>
            <p:spPr>
              <a:xfrm>
                <a:off x="-1451887" y="-1128192"/>
                <a:ext cx="411949" cy="1365868"/>
              </a:xfrm>
              <a:custGeom>
                <a:rect b="b" l="l" r="r" t="t"/>
                <a:pathLst>
                  <a:path extrusionOk="0" h="1579038" w="476242">
                    <a:moveTo>
                      <a:pt x="406464" y="218551"/>
                    </a:moveTo>
                    <a:cubicBezTo>
                      <a:pt x="313500" y="-72850"/>
                      <a:pt x="162687" y="-72850"/>
                      <a:pt x="69723" y="218551"/>
                    </a:cubicBezTo>
                    <a:cubicBezTo>
                      <a:pt x="-23241" y="509952"/>
                      <a:pt x="-23241" y="982329"/>
                      <a:pt x="69723" y="1273731"/>
                    </a:cubicBezTo>
                    <a:lnTo>
                      <a:pt x="167195" y="1579039"/>
                    </a:lnTo>
                    <a:lnTo>
                      <a:pt x="309055" y="1579039"/>
                    </a:lnTo>
                    <a:lnTo>
                      <a:pt x="406527" y="1273731"/>
                    </a:lnTo>
                    <a:cubicBezTo>
                      <a:pt x="499491" y="982393"/>
                      <a:pt x="499491" y="509952"/>
                      <a:pt x="406464" y="21855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5" name="Google Shape;195;p9"/>
              <p:cNvSpPr/>
              <p:nvPr/>
            </p:nvSpPr>
            <p:spPr>
              <a:xfrm>
                <a:off x="-1451865" y="347649"/>
                <a:ext cx="411956" cy="329565"/>
              </a:xfrm>
              <a:custGeom>
                <a:rect b="b" l="l" r="r" t="t"/>
                <a:pathLst>
                  <a:path extrusionOk="0" h="381000" w="476250">
                    <a:moveTo>
                      <a:pt x="114300" y="381000"/>
                    </a:moveTo>
                    <a:lnTo>
                      <a:pt x="361950" y="381000"/>
                    </a:lnTo>
                    <a:cubicBezTo>
                      <a:pt x="425069" y="381000"/>
                      <a:pt x="476250" y="329819"/>
                      <a:pt x="476250" y="266700"/>
                    </a:cubicBezTo>
                    <a:lnTo>
                      <a:pt x="476250" y="0"/>
                    </a:lnTo>
                    <a:lnTo>
                      <a:pt x="0" y="0"/>
                    </a:lnTo>
                    <a:lnTo>
                      <a:pt x="0" y="266700"/>
                    </a:lnTo>
                    <a:cubicBezTo>
                      <a:pt x="0" y="329819"/>
                      <a:pt x="51118" y="381000"/>
                      <a:pt x="114300" y="38100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96" name="Google Shape;196;p9"/>
              <p:cNvGrpSpPr/>
              <p:nvPr/>
            </p:nvGrpSpPr>
            <p:grpSpPr>
              <a:xfrm>
                <a:off x="-1460307" y="347488"/>
                <a:ext cx="428435" cy="76899"/>
                <a:chOff x="6791388" y="5563615"/>
                <a:chExt cx="495300" cy="88900"/>
              </a:xfrm>
            </p:grpSpPr>
            <p:sp>
              <p:nvSpPr>
                <p:cNvPr id="197" name="Google Shape;197;p9"/>
                <p:cNvSpPr/>
                <p:nvPr/>
              </p:nvSpPr>
              <p:spPr>
                <a:xfrm>
                  <a:off x="6791388" y="5563615"/>
                  <a:ext cx="177800" cy="88900"/>
                </a:xfrm>
                <a:custGeom>
                  <a:rect b="b" l="l" r="r" t="t"/>
                  <a:pathLst>
                    <a:path extrusionOk="0" h="88900" w="177800">
                      <a:moveTo>
                        <a:pt x="88900" y="88900"/>
                      </a:moveTo>
                      <a:cubicBezTo>
                        <a:pt x="39878" y="88900"/>
                        <a:pt x="0" y="49022"/>
                        <a:pt x="0" y="0"/>
                      </a:cubicBezTo>
                      <a:lnTo>
                        <a:pt x="19050" y="0"/>
                      </a:lnTo>
                      <a:cubicBezTo>
                        <a:pt x="19050" y="38545"/>
                        <a:pt x="50355" y="69850"/>
                        <a:pt x="88900" y="69850"/>
                      </a:cubicBezTo>
                      <a:cubicBezTo>
                        <a:pt x="127444" y="69850"/>
                        <a:pt x="158750" y="38545"/>
                        <a:pt x="158750" y="0"/>
                      </a:cubicBezTo>
                      <a:lnTo>
                        <a:pt x="177800" y="0"/>
                      </a:lnTo>
                      <a:cubicBezTo>
                        <a:pt x="177800" y="49022"/>
                        <a:pt x="137922" y="88900"/>
                        <a:pt x="88900" y="8890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8" name="Google Shape;198;p9"/>
                <p:cNvSpPr/>
                <p:nvPr/>
              </p:nvSpPr>
              <p:spPr>
                <a:xfrm>
                  <a:off x="7108888" y="5563615"/>
                  <a:ext cx="177800" cy="88900"/>
                </a:xfrm>
                <a:custGeom>
                  <a:rect b="b" l="l" r="r" t="t"/>
                  <a:pathLst>
                    <a:path extrusionOk="0" h="88900" w="177800">
                      <a:moveTo>
                        <a:pt x="88900" y="88900"/>
                      </a:moveTo>
                      <a:cubicBezTo>
                        <a:pt x="39878" y="88900"/>
                        <a:pt x="0" y="49022"/>
                        <a:pt x="0" y="0"/>
                      </a:cubicBezTo>
                      <a:lnTo>
                        <a:pt x="19050" y="0"/>
                      </a:lnTo>
                      <a:cubicBezTo>
                        <a:pt x="19050" y="38545"/>
                        <a:pt x="50355" y="69850"/>
                        <a:pt x="88900" y="69850"/>
                      </a:cubicBezTo>
                      <a:cubicBezTo>
                        <a:pt x="127444" y="69850"/>
                        <a:pt x="158750" y="38545"/>
                        <a:pt x="158750" y="0"/>
                      </a:cubicBezTo>
                      <a:lnTo>
                        <a:pt x="177800" y="0"/>
                      </a:lnTo>
                      <a:cubicBezTo>
                        <a:pt x="177800" y="49022"/>
                        <a:pt x="137922" y="88900"/>
                        <a:pt x="88900" y="8890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9" name="Google Shape;199;p9"/>
                <p:cNvSpPr/>
                <p:nvPr/>
              </p:nvSpPr>
              <p:spPr>
                <a:xfrm>
                  <a:off x="6950138" y="5563615"/>
                  <a:ext cx="177800" cy="88900"/>
                </a:xfrm>
                <a:custGeom>
                  <a:rect b="b" l="l" r="r" t="t"/>
                  <a:pathLst>
                    <a:path extrusionOk="0" h="88900" w="177800">
                      <a:moveTo>
                        <a:pt x="88900" y="88900"/>
                      </a:moveTo>
                      <a:cubicBezTo>
                        <a:pt x="39878" y="88900"/>
                        <a:pt x="0" y="49022"/>
                        <a:pt x="0" y="0"/>
                      </a:cubicBezTo>
                      <a:lnTo>
                        <a:pt x="19050" y="0"/>
                      </a:lnTo>
                      <a:cubicBezTo>
                        <a:pt x="19050" y="38545"/>
                        <a:pt x="50355" y="69850"/>
                        <a:pt x="88900" y="69850"/>
                      </a:cubicBezTo>
                      <a:cubicBezTo>
                        <a:pt x="127444" y="69850"/>
                        <a:pt x="158750" y="38545"/>
                        <a:pt x="158750" y="0"/>
                      </a:cubicBezTo>
                      <a:lnTo>
                        <a:pt x="177800" y="0"/>
                      </a:lnTo>
                      <a:cubicBezTo>
                        <a:pt x="177800" y="49022"/>
                        <a:pt x="137922" y="88900"/>
                        <a:pt x="88900" y="8890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200" name="Google Shape;200;p9"/>
              <p:cNvSpPr/>
              <p:nvPr/>
            </p:nvSpPr>
            <p:spPr>
              <a:xfrm>
                <a:off x="-1451865" y="570114"/>
                <a:ext cx="411956" cy="16478"/>
              </a:xfrm>
              <a:custGeom>
                <a:rect b="b" l="l" r="r" t="t"/>
                <a:pathLst>
                  <a:path extrusionOk="0" h="19050" w="476250">
                    <a:moveTo>
                      <a:pt x="0" y="0"/>
                    </a:moveTo>
                    <a:lnTo>
                      <a:pt x="476250" y="0"/>
                    </a:lnTo>
                    <a:lnTo>
                      <a:pt x="476250" y="19050"/>
                    </a:lnTo>
                    <a:lnTo>
                      <a:pt x="0" y="1905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01" name="Google Shape;201;p9"/>
            <p:cNvSpPr/>
            <p:nvPr/>
          </p:nvSpPr>
          <p:spPr>
            <a:xfrm>
              <a:off x="-1439100" y="235100"/>
              <a:ext cx="384525" cy="59900"/>
            </a:xfrm>
            <a:prstGeom prst="flowChartOffpageConnector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Barlow"/>
                <a:ea typeface="Barlow"/>
                <a:cs typeface="Barlow"/>
                <a:sym typeface="Barlow"/>
              </a:endParaRPr>
            </a:p>
          </p:txBody>
        </p:sp>
      </p:grpSp>
      <p:sp>
        <p:nvSpPr>
          <p:cNvPr id="202" name="Google Shape;202;p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05" name="Google Shape;205;p10"/>
          <p:cNvSpPr txBox="1"/>
          <p:nvPr>
            <p:ph type="title"/>
          </p:nvPr>
        </p:nvSpPr>
        <p:spPr>
          <a:xfrm>
            <a:off x="1801050" y="3894950"/>
            <a:ext cx="5541900" cy="5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06" name="Google Shape;206;p1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1"/>
          <p:cNvSpPr txBox="1"/>
          <p:nvPr>
            <p:ph hasCustomPrompt="1" type="title"/>
          </p:nvPr>
        </p:nvSpPr>
        <p:spPr>
          <a:xfrm>
            <a:off x="2276400" y="2445488"/>
            <a:ext cx="4591200" cy="97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09" name="Google Shape;209;p11"/>
          <p:cNvSpPr txBox="1"/>
          <p:nvPr>
            <p:ph idx="1" type="subTitle"/>
          </p:nvPr>
        </p:nvSpPr>
        <p:spPr>
          <a:xfrm>
            <a:off x="2276475" y="3749125"/>
            <a:ext cx="4591200" cy="714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210" name="Google Shape;210;p1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5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_2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3"/>
          <p:cNvSpPr txBox="1"/>
          <p:nvPr>
            <p:ph idx="1" type="subTitle"/>
          </p:nvPr>
        </p:nvSpPr>
        <p:spPr>
          <a:xfrm>
            <a:off x="720000" y="2152777"/>
            <a:ext cx="3087300" cy="6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p13"/>
          <p:cNvSpPr txBox="1"/>
          <p:nvPr>
            <p:ph idx="2" type="subTitle"/>
          </p:nvPr>
        </p:nvSpPr>
        <p:spPr>
          <a:xfrm>
            <a:off x="4236455" y="2152778"/>
            <a:ext cx="3087300" cy="6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13"/>
          <p:cNvSpPr txBox="1"/>
          <p:nvPr>
            <p:ph idx="3" type="subTitle"/>
          </p:nvPr>
        </p:nvSpPr>
        <p:spPr>
          <a:xfrm>
            <a:off x="720000" y="3955999"/>
            <a:ext cx="3087300" cy="6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7" name="Google Shape;217;p13"/>
          <p:cNvSpPr txBox="1"/>
          <p:nvPr>
            <p:ph idx="4" type="subTitle"/>
          </p:nvPr>
        </p:nvSpPr>
        <p:spPr>
          <a:xfrm>
            <a:off x="4236455" y="3956000"/>
            <a:ext cx="3087300" cy="6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8" name="Google Shape;218;p13"/>
          <p:cNvSpPr txBox="1"/>
          <p:nvPr>
            <p:ph type="title"/>
          </p:nvPr>
        </p:nvSpPr>
        <p:spPr>
          <a:xfrm>
            <a:off x="720000" y="445025"/>
            <a:ext cx="7704000" cy="649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19" name="Google Shape;219;p13"/>
          <p:cNvSpPr txBox="1"/>
          <p:nvPr>
            <p:ph hasCustomPrompt="1" idx="5" type="title"/>
          </p:nvPr>
        </p:nvSpPr>
        <p:spPr>
          <a:xfrm>
            <a:off x="985930" y="1312315"/>
            <a:ext cx="571500" cy="3897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20" name="Google Shape;220;p13"/>
          <p:cNvSpPr txBox="1"/>
          <p:nvPr>
            <p:ph hasCustomPrompt="1" idx="6" type="title"/>
          </p:nvPr>
        </p:nvSpPr>
        <p:spPr>
          <a:xfrm>
            <a:off x="986494" y="3114278"/>
            <a:ext cx="570300" cy="3897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21" name="Google Shape;221;p13"/>
          <p:cNvSpPr txBox="1"/>
          <p:nvPr>
            <p:ph hasCustomPrompt="1" idx="7" type="title"/>
          </p:nvPr>
        </p:nvSpPr>
        <p:spPr>
          <a:xfrm>
            <a:off x="4509154" y="1312765"/>
            <a:ext cx="571500" cy="3897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22" name="Google Shape;222;p13"/>
          <p:cNvSpPr txBox="1"/>
          <p:nvPr>
            <p:ph hasCustomPrompt="1" idx="8" type="title"/>
          </p:nvPr>
        </p:nvSpPr>
        <p:spPr>
          <a:xfrm>
            <a:off x="4509154" y="3114279"/>
            <a:ext cx="571500" cy="3897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23" name="Google Shape;223;p13"/>
          <p:cNvSpPr txBox="1"/>
          <p:nvPr>
            <p:ph idx="9" type="subTitle"/>
          </p:nvPr>
        </p:nvSpPr>
        <p:spPr>
          <a:xfrm>
            <a:off x="720000" y="1743425"/>
            <a:ext cx="30873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24" name="Google Shape;224;p13"/>
          <p:cNvSpPr txBox="1"/>
          <p:nvPr>
            <p:ph idx="13" type="subTitle"/>
          </p:nvPr>
        </p:nvSpPr>
        <p:spPr>
          <a:xfrm>
            <a:off x="720000" y="3546777"/>
            <a:ext cx="30873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25" name="Google Shape;225;p13"/>
          <p:cNvSpPr txBox="1"/>
          <p:nvPr>
            <p:ph idx="14" type="subTitle"/>
          </p:nvPr>
        </p:nvSpPr>
        <p:spPr>
          <a:xfrm>
            <a:off x="4236450" y="1743425"/>
            <a:ext cx="30873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26" name="Google Shape;226;p13"/>
          <p:cNvSpPr txBox="1"/>
          <p:nvPr>
            <p:ph idx="15" type="subTitle"/>
          </p:nvPr>
        </p:nvSpPr>
        <p:spPr>
          <a:xfrm>
            <a:off x="4236450" y="3546776"/>
            <a:ext cx="30873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grpSp>
        <p:nvGrpSpPr>
          <p:cNvPr id="227" name="Google Shape;227;p13"/>
          <p:cNvGrpSpPr/>
          <p:nvPr/>
        </p:nvGrpSpPr>
        <p:grpSpPr>
          <a:xfrm>
            <a:off x="231262" y="328449"/>
            <a:ext cx="9740044" cy="4591805"/>
            <a:chOff x="231262" y="328449"/>
            <a:chExt cx="9740044" cy="4591805"/>
          </a:xfrm>
        </p:grpSpPr>
        <p:grpSp>
          <p:nvGrpSpPr>
            <p:cNvPr id="228" name="Google Shape;228;p13"/>
            <p:cNvGrpSpPr/>
            <p:nvPr/>
          </p:nvGrpSpPr>
          <p:grpSpPr>
            <a:xfrm>
              <a:off x="8590842" y="2125303"/>
              <a:ext cx="1380465" cy="390131"/>
              <a:chOff x="8640762" y="5785103"/>
              <a:chExt cx="730250" cy="206375"/>
            </a:xfrm>
          </p:grpSpPr>
          <p:sp>
            <p:nvSpPr>
              <p:cNvPr id="229" name="Google Shape;229;p13"/>
              <p:cNvSpPr/>
              <p:nvPr/>
            </p:nvSpPr>
            <p:spPr>
              <a:xfrm>
                <a:off x="8799512" y="5785103"/>
                <a:ext cx="412750" cy="206375"/>
              </a:xfrm>
              <a:custGeom>
                <a:rect b="b" l="l" r="r" t="t"/>
                <a:pathLst>
                  <a:path extrusionOk="0" h="206375" w="412750">
                    <a:moveTo>
                      <a:pt x="0" y="206375"/>
                    </a:moveTo>
                    <a:cubicBezTo>
                      <a:pt x="0" y="92393"/>
                      <a:pt x="92393" y="0"/>
                      <a:pt x="206375" y="0"/>
                    </a:cubicBezTo>
                    <a:cubicBezTo>
                      <a:pt x="320357" y="0"/>
                      <a:pt x="412750" y="92393"/>
                      <a:pt x="412750" y="206375"/>
                    </a:cubicBezTo>
                    <a:lnTo>
                      <a:pt x="0" y="206375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0" name="Google Shape;230;p13"/>
              <p:cNvSpPr/>
              <p:nvPr/>
            </p:nvSpPr>
            <p:spPr>
              <a:xfrm>
                <a:off x="8640762" y="5880353"/>
                <a:ext cx="222250" cy="111125"/>
              </a:xfrm>
              <a:custGeom>
                <a:rect b="b" l="l" r="r" t="t"/>
                <a:pathLst>
                  <a:path extrusionOk="0" h="111125" w="222250">
                    <a:moveTo>
                      <a:pt x="0" y="111125"/>
                    </a:moveTo>
                    <a:cubicBezTo>
                      <a:pt x="0" y="49784"/>
                      <a:pt x="49784" y="0"/>
                      <a:pt x="111125" y="0"/>
                    </a:cubicBezTo>
                    <a:cubicBezTo>
                      <a:pt x="172466" y="0"/>
                      <a:pt x="222250" y="49784"/>
                      <a:pt x="222250" y="111125"/>
                    </a:cubicBezTo>
                    <a:lnTo>
                      <a:pt x="0" y="111125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1" name="Google Shape;231;p13"/>
              <p:cNvSpPr/>
              <p:nvPr/>
            </p:nvSpPr>
            <p:spPr>
              <a:xfrm>
                <a:off x="9148762" y="5880353"/>
                <a:ext cx="222250" cy="111125"/>
              </a:xfrm>
              <a:custGeom>
                <a:rect b="b" l="l" r="r" t="t"/>
                <a:pathLst>
                  <a:path extrusionOk="0" h="111125" w="222250">
                    <a:moveTo>
                      <a:pt x="0" y="111125"/>
                    </a:moveTo>
                    <a:cubicBezTo>
                      <a:pt x="0" y="49784"/>
                      <a:pt x="49784" y="0"/>
                      <a:pt x="111125" y="0"/>
                    </a:cubicBezTo>
                    <a:cubicBezTo>
                      <a:pt x="172466" y="0"/>
                      <a:pt x="222250" y="49784"/>
                      <a:pt x="222250" y="111125"/>
                    </a:cubicBezTo>
                    <a:lnTo>
                      <a:pt x="0" y="111125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2" name="Google Shape;232;p13"/>
            <p:cNvGrpSpPr/>
            <p:nvPr/>
          </p:nvGrpSpPr>
          <p:grpSpPr>
            <a:xfrm>
              <a:off x="4846887" y="4786904"/>
              <a:ext cx="571500" cy="133350"/>
              <a:chOff x="8990012" y="6086729"/>
              <a:chExt cx="571500" cy="133350"/>
            </a:xfrm>
          </p:grpSpPr>
          <p:sp>
            <p:nvSpPr>
              <p:cNvPr id="233" name="Google Shape;233;p13"/>
              <p:cNvSpPr/>
              <p:nvPr/>
            </p:nvSpPr>
            <p:spPr>
              <a:xfrm>
                <a:off x="8990012" y="6201029"/>
                <a:ext cx="381000" cy="19050"/>
              </a:xfrm>
              <a:custGeom>
                <a:rect b="b" l="l" r="r" t="t"/>
                <a:pathLst>
                  <a:path extrusionOk="0" h="19050" w="381000">
                    <a:moveTo>
                      <a:pt x="0" y="0"/>
                    </a:moveTo>
                    <a:lnTo>
                      <a:pt x="381000" y="0"/>
                    </a:lnTo>
                    <a:lnTo>
                      <a:pt x="381000" y="19050"/>
                    </a:lnTo>
                    <a:lnTo>
                      <a:pt x="0" y="1905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4" name="Google Shape;234;p13"/>
              <p:cNvSpPr/>
              <p:nvPr/>
            </p:nvSpPr>
            <p:spPr>
              <a:xfrm>
                <a:off x="9180512" y="6086729"/>
                <a:ext cx="381000" cy="19050"/>
              </a:xfrm>
              <a:custGeom>
                <a:rect b="b" l="l" r="r" t="t"/>
                <a:pathLst>
                  <a:path extrusionOk="0" h="19050" w="381000">
                    <a:moveTo>
                      <a:pt x="0" y="0"/>
                    </a:moveTo>
                    <a:lnTo>
                      <a:pt x="381000" y="0"/>
                    </a:lnTo>
                    <a:lnTo>
                      <a:pt x="381000" y="19050"/>
                    </a:lnTo>
                    <a:lnTo>
                      <a:pt x="0" y="1905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5" name="Google Shape;235;p13"/>
            <p:cNvGrpSpPr/>
            <p:nvPr/>
          </p:nvGrpSpPr>
          <p:grpSpPr>
            <a:xfrm>
              <a:off x="8915480" y="4110417"/>
              <a:ext cx="571500" cy="206375"/>
              <a:chOff x="10607230" y="6115367"/>
              <a:chExt cx="571500" cy="206375"/>
            </a:xfrm>
          </p:grpSpPr>
          <p:sp>
            <p:nvSpPr>
              <p:cNvPr id="236" name="Google Shape;236;p13"/>
              <p:cNvSpPr/>
              <p:nvPr/>
            </p:nvSpPr>
            <p:spPr>
              <a:xfrm>
                <a:off x="10607230" y="6115367"/>
                <a:ext cx="412750" cy="206375"/>
              </a:xfrm>
              <a:custGeom>
                <a:rect b="b" l="l" r="r" t="t"/>
                <a:pathLst>
                  <a:path extrusionOk="0" h="206375" w="412750">
                    <a:moveTo>
                      <a:pt x="0" y="206375"/>
                    </a:moveTo>
                    <a:cubicBezTo>
                      <a:pt x="0" y="92392"/>
                      <a:pt x="92392" y="0"/>
                      <a:pt x="206375" y="0"/>
                    </a:cubicBezTo>
                    <a:cubicBezTo>
                      <a:pt x="320357" y="0"/>
                      <a:pt x="412750" y="92392"/>
                      <a:pt x="412750" y="206375"/>
                    </a:cubicBezTo>
                    <a:lnTo>
                      <a:pt x="0" y="206375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7" name="Google Shape;237;p13"/>
              <p:cNvSpPr/>
              <p:nvPr/>
            </p:nvSpPr>
            <p:spPr>
              <a:xfrm>
                <a:off x="10956480" y="6210617"/>
                <a:ext cx="222250" cy="111125"/>
              </a:xfrm>
              <a:custGeom>
                <a:rect b="b" l="l" r="r" t="t"/>
                <a:pathLst>
                  <a:path extrusionOk="0" h="111125" w="222250">
                    <a:moveTo>
                      <a:pt x="0" y="111125"/>
                    </a:moveTo>
                    <a:cubicBezTo>
                      <a:pt x="0" y="49721"/>
                      <a:pt x="49784" y="0"/>
                      <a:pt x="111125" y="0"/>
                    </a:cubicBezTo>
                    <a:cubicBezTo>
                      <a:pt x="172529" y="0"/>
                      <a:pt x="222250" y="49721"/>
                      <a:pt x="222250" y="111125"/>
                    </a:cubicBezTo>
                    <a:lnTo>
                      <a:pt x="0" y="111125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8" name="Google Shape;238;p13"/>
            <p:cNvGrpSpPr/>
            <p:nvPr/>
          </p:nvGrpSpPr>
          <p:grpSpPr>
            <a:xfrm>
              <a:off x="231262" y="328449"/>
              <a:ext cx="603250" cy="273050"/>
              <a:chOff x="8640762" y="3990149"/>
              <a:chExt cx="603250" cy="273050"/>
            </a:xfrm>
          </p:grpSpPr>
          <p:sp>
            <p:nvSpPr>
              <p:cNvPr id="239" name="Google Shape;239;p13"/>
              <p:cNvSpPr/>
              <p:nvPr/>
            </p:nvSpPr>
            <p:spPr>
              <a:xfrm>
                <a:off x="8640762" y="4152074"/>
                <a:ext cx="222250" cy="111125"/>
              </a:xfrm>
              <a:custGeom>
                <a:rect b="b" l="l" r="r" t="t"/>
                <a:pathLst>
                  <a:path extrusionOk="0" h="111125" w="222250">
                    <a:moveTo>
                      <a:pt x="0" y="111125"/>
                    </a:moveTo>
                    <a:cubicBezTo>
                      <a:pt x="0" y="49784"/>
                      <a:pt x="49784" y="0"/>
                      <a:pt x="111125" y="0"/>
                    </a:cubicBezTo>
                    <a:cubicBezTo>
                      <a:pt x="172466" y="0"/>
                      <a:pt x="222250" y="49784"/>
                      <a:pt x="222250" y="111125"/>
                    </a:cubicBezTo>
                    <a:lnTo>
                      <a:pt x="0" y="111125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0" name="Google Shape;240;p13"/>
              <p:cNvSpPr/>
              <p:nvPr/>
            </p:nvSpPr>
            <p:spPr>
              <a:xfrm>
                <a:off x="8863012" y="3990149"/>
                <a:ext cx="381000" cy="19050"/>
              </a:xfrm>
              <a:custGeom>
                <a:rect b="b" l="l" r="r" t="t"/>
                <a:pathLst>
                  <a:path extrusionOk="0" h="19050" w="381000">
                    <a:moveTo>
                      <a:pt x="0" y="0"/>
                    </a:moveTo>
                    <a:lnTo>
                      <a:pt x="381000" y="0"/>
                    </a:lnTo>
                    <a:lnTo>
                      <a:pt x="381000" y="19050"/>
                    </a:lnTo>
                    <a:lnTo>
                      <a:pt x="0" y="1905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41" name="Google Shape;241;p13"/>
          <p:cNvGrpSpPr/>
          <p:nvPr/>
        </p:nvGrpSpPr>
        <p:grpSpPr>
          <a:xfrm flipH="1" rot="2227899">
            <a:off x="8476009" y="2708152"/>
            <a:ext cx="1383714" cy="1173264"/>
            <a:chOff x="5024310" y="2167559"/>
            <a:chExt cx="569494" cy="482907"/>
          </a:xfrm>
        </p:grpSpPr>
        <p:grpSp>
          <p:nvGrpSpPr>
            <p:cNvPr id="242" name="Google Shape;242;p13"/>
            <p:cNvGrpSpPr/>
            <p:nvPr/>
          </p:nvGrpSpPr>
          <p:grpSpPr>
            <a:xfrm>
              <a:off x="5024310" y="2167559"/>
              <a:ext cx="569494" cy="482907"/>
              <a:chOff x="5024310" y="2167559"/>
              <a:chExt cx="569494" cy="482907"/>
            </a:xfrm>
          </p:grpSpPr>
          <p:sp>
            <p:nvSpPr>
              <p:cNvPr id="243" name="Google Shape;243;p13"/>
              <p:cNvSpPr/>
              <p:nvPr/>
            </p:nvSpPr>
            <p:spPr>
              <a:xfrm>
                <a:off x="5024310" y="2410967"/>
                <a:ext cx="113538" cy="181546"/>
              </a:xfrm>
              <a:custGeom>
                <a:rect b="b" l="l" r="r" t="t"/>
                <a:pathLst>
                  <a:path extrusionOk="0" h="181546" w="113538">
                    <a:moveTo>
                      <a:pt x="49340" y="81788"/>
                    </a:moveTo>
                    <a:lnTo>
                      <a:pt x="0" y="9462"/>
                    </a:lnTo>
                    <a:lnTo>
                      <a:pt x="26797" y="0"/>
                    </a:lnTo>
                    <a:lnTo>
                      <a:pt x="113538" y="64770"/>
                    </a:lnTo>
                    <a:lnTo>
                      <a:pt x="106680" y="168846"/>
                    </a:lnTo>
                    <a:lnTo>
                      <a:pt x="78549" y="181546"/>
                    </a:lnTo>
                    <a:close/>
                  </a:path>
                </a:pathLst>
              </a:custGeom>
              <a:solidFill>
                <a:srgbClr val="FF9D2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4" name="Google Shape;244;p13"/>
              <p:cNvSpPr/>
              <p:nvPr/>
            </p:nvSpPr>
            <p:spPr>
              <a:xfrm>
                <a:off x="5024310" y="2410967"/>
                <a:ext cx="113538" cy="181546"/>
              </a:xfrm>
              <a:custGeom>
                <a:rect b="b" l="l" r="r" t="t"/>
                <a:pathLst>
                  <a:path extrusionOk="0" h="181546" w="113538">
                    <a:moveTo>
                      <a:pt x="49340" y="81788"/>
                    </a:moveTo>
                    <a:lnTo>
                      <a:pt x="0" y="9462"/>
                    </a:lnTo>
                    <a:lnTo>
                      <a:pt x="26797" y="0"/>
                    </a:lnTo>
                    <a:lnTo>
                      <a:pt x="113538" y="64770"/>
                    </a:lnTo>
                    <a:lnTo>
                      <a:pt x="106680" y="168846"/>
                    </a:lnTo>
                    <a:lnTo>
                      <a:pt x="78549" y="18154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5" name="Google Shape;245;p13"/>
              <p:cNvSpPr/>
              <p:nvPr/>
            </p:nvSpPr>
            <p:spPr>
              <a:xfrm>
                <a:off x="5265229" y="2249445"/>
                <a:ext cx="83099" cy="64938"/>
              </a:xfrm>
              <a:custGeom>
                <a:rect b="b" l="l" r="r" t="t"/>
                <a:pathLst>
                  <a:path extrusionOk="0" h="64938" w="83099">
                    <a:moveTo>
                      <a:pt x="81724" y="11408"/>
                    </a:moveTo>
                    <a:lnTo>
                      <a:pt x="77026" y="4042"/>
                    </a:lnTo>
                    <a:cubicBezTo>
                      <a:pt x="74422" y="-22"/>
                      <a:pt x="69024" y="-1229"/>
                      <a:pt x="64961" y="1375"/>
                    </a:cubicBezTo>
                    <a:lnTo>
                      <a:pt x="0" y="42904"/>
                    </a:lnTo>
                    <a:cubicBezTo>
                      <a:pt x="5017" y="50016"/>
                      <a:pt x="9779" y="57382"/>
                      <a:pt x="14161" y="64939"/>
                    </a:cubicBezTo>
                    <a:lnTo>
                      <a:pt x="79058" y="23473"/>
                    </a:lnTo>
                    <a:cubicBezTo>
                      <a:pt x="83122" y="20870"/>
                      <a:pt x="84328" y="15472"/>
                      <a:pt x="81724" y="11408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6" name="Google Shape;246;p13"/>
              <p:cNvSpPr/>
              <p:nvPr/>
            </p:nvSpPr>
            <p:spPr>
              <a:xfrm>
                <a:off x="5196141" y="2191343"/>
                <a:ext cx="83099" cy="64938"/>
              </a:xfrm>
              <a:custGeom>
                <a:rect b="b" l="l" r="r" t="t"/>
                <a:pathLst>
                  <a:path extrusionOk="0" h="64938" w="83099">
                    <a:moveTo>
                      <a:pt x="81724" y="11408"/>
                    </a:moveTo>
                    <a:lnTo>
                      <a:pt x="77026" y="4042"/>
                    </a:lnTo>
                    <a:cubicBezTo>
                      <a:pt x="74422" y="-22"/>
                      <a:pt x="69024" y="-1229"/>
                      <a:pt x="64961" y="1375"/>
                    </a:cubicBezTo>
                    <a:lnTo>
                      <a:pt x="0" y="42904"/>
                    </a:lnTo>
                    <a:cubicBezTo>
                      <a:pt x="5017" y="50016"/>
                      <a:pt x="9779" y="57382"/>
                      <a:pt x="14161" y="64939"/>
                    </a:cubicBezTo>
                    <a:lnTo>
                      <a:pt x="79058" y="23473"/>
                    </a:lnTo>
                    <a:cubicBezTo>
                      <a:pt x="83122" y="20870"/>
                      <a:pt x="84328" y="15472"/>
                      <a:pt x="81724" y="11408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7" name="Google Shape;247;p13"/>
              <p:cNvSpPr/>
              <p:nvPr/>
            </p:nvSpPr>
            <p:spPr>
              <a:xfrm>
                <a:off x="5352732" y="2455228"/>
                <a:ext cx="87344" cy="48956"/>
              </a:xfrm>
              <a:custGeom>
                <a:rect b="b" l="l" r="r" t="t"/>
                <a:pathLst>
                  <a:path extrusionOk="0" h="48956" w="87344">
                    <a:moveTo>
                      <a:pt x="84264" y="6031"/>
                    </a:moveTo>
                    <a:lnTo>
                      <a:pt x="86932" y="14350"/>
                    </a:lnTo>
                    <a:cubicBezTo>
                      <a:pt x="88392" y="18922"/>
                      <a:pt x="85852" y="23875"/>
                      <a:pt x="81280" y="25335"/>
                    </a:cubicBezTo>
                    <a:lnTo>
                      <a:pt x="7938" y="48957"/>
                    </a:lnTo>
                    <a:cubicBezTo>
                      <a:pt x="5652" y="40512"/>
                      <a:pt x="2984" y="32193"/>
                      <a:pt x="0" y="24001"/>
                    </a:cubicBezTo>
                    <a:lnTo>
                      <a:pt x="73279" y="443"/>
                    </a:lnTo>
                    <a:cubicBezTo>
                      <a:pt x="77851" y="-1081"/>
                      <a:pt x="82740" y="1459"/>
                      <a:pt x="84264" y="603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8" name="Google Shape;248;p13"/>
              <p:cNvSpPr/>
              <p:nvPr/>
            </p:nvSpPr>
            <p:spPr>
              <a:xfrm>
                <a:off x="5353494" y="2545462"/>
                <a:ext cx="87344" cy="48957"/>
              </a:xfrm>
              <a:custGeom>
                <a:rect b="b" l="l" r="r" t="t"/>
                <a:pathLst>
                  <a:path extrusionOk="0" h="48957" w="87344">
                    <a:moveTo>
                      <a:pt x="84265" y="6031"/>
                    </a:moveTo>
                    <a:lnTo>
                      <a:pt x="86932" y="14350"/>
                    </a:lnTo>
                    <a:cubicBezTo>
                      <a:pt x="88392" y="18922"/>
                      <a:pt x="85852" y="23875"/>
                      <a:pt x="81280" y="25335"/>
                    </a:cubicBezTo>
                    <a:lnTo>
                      <a:pt x="7938" y="48957"/>
                    </a:lnTo>
                    <a:cubicBezTo>
                      <a:pt x="5652" y="40512"/>
                      <a:pt x="2984" y="32193"/>
                      <a:pt x="0" y="24002"/>
                    </a:cubicBezTo>
                    <a:lnTo>
                      <a:pt x="73279" y="443"/>
                    </a:lnTo>
                    <a:cubicBezTo>
                      <a:pt x="77851" y="-1081"/>
                      <a:pt x="82804" y="1459"/>
                      <a:pt x="84265" y="603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9" name="Google Shape;249;p13"/>
              <p:cNvSpPr/>
              <p:nvPr/>
            </p:nvSpPr>
            <p:spPr>
              <a:xfrm>
                <a:off x="5159933" y="2167559"/>
                <a:ext cx="254772" cy="482907"/>
              </a:xfrm>
              <a:custGeom>
                <a:rect b="b" l="l" r="r" t="t"/>
                <a:pathLst>
                  <a:path extrusionOk="0" h="482907" w="254772">
                    <a:moveTo>
                      <a:pt x="249505" y="207340"/>
                    </a:moveTo>
                    <a:lnTo>
                      <a:pt x="228867" y="190894"/>
                    </a:lnTo>
                    <a:lnTo>
                      <a:pt x="229757" y="164605"/>
                    </a:lnTo>
                    <a:cubicBezTo>
                      <a:pt x="229757" y="164605"/>
                      <a:pt x="62942" y="838"/>
                      <a:pt x="23381" y="13"/>
                    </a:cubicBezTo>
                    <a:cubicBezTo>
                      <a:pt x="-16242" y="-749"/>
                      <a:pt x="6490" y="32779"/>
                      <a:pt x="6490" y="32779"/>
                    </a:cubicBezTo>
                    <a:lnTo>
                      <a:pt x="124346" y="216992"/>
                    </a:lnTo>
                    <a:lnTo>
                      <a:pt x="133998" y="234328"/>
                    </a:lnTo>
                    <a:lnTo>
                      <a:pt x="141872" y="255410"/>
                    </a:lnTo>
                    <a:lnTo>
                      <a:pt x="204991" y="462801"/>
                    </a:lnTo>
                    <a:cubicBezTo>
                      <a:pt x="204991" y="462801"/>
                      <a:pt x="215786" y="501790"/>
                      <a:pt x="240869" y="471183"/>
                    </a:cubicBezTo>
                    <a:cubicBezTo>
                      <a:pt x="265888" y="440512"/>
                      <a:pt x="249505" y="207340"/>
                      <a:pt x="249505" y="20734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0" name="Google Shape;250;p13"/>
              <p:cNvSpPr/>
              <p:nvPr/>
            </p:nvSpPr>
            <p:spPr>
              <a:xfrm>
                <a:off x="5033490" y="2264417"/>
                <a:ext cx="560314" cy="256064"/>
              </a:xfrm>
              <a:custGeom>
                <a:rect b="b" l="l" r="r" t="t"/>
                <a:pathLst>
                  <a:path extrusionOk="0" h="256064" w="560314">
                    <a:moveTo>
                      <a:pt x="66258" y="194684"/>
                    </a:moveTo>
                    <a:cubicBezTo>
                      <a:pt x="66258" y="194684"/>
                      <a:pt x="359311" y="54920"/>
                      <a:pt x="420398" y="24821"/>
                    </a:cubicBezTo>
                    <a:cubicBezTo>
                      <a:pt x="481485" y="-5278"/>
                      <a:pt x="543144" y="-9913"/>
                      <a:pt x="558574" y="21519"/>
                    </a:cubicBezTo>
                    <a:cubicBezTo>
                      <a:pt x="574005" y="53015"/>
                      <a:pt x="482564" y="95814"/>
                      <a:pt x="452719" y="107244"/>
                    </a:cubicBezTo>
                    <a:cubicBezTo>
                      <a:pt x="422875" y="118674"/>
                      <a:pt x="86388" y="245356"/>
                      <a:pt x="86388" y="245356"/>
                    </a:cubicBezTo>
                    <a:cubicBezTo>
                      <a:pt x="86388" y="245356"/>
                      <a:pt x="4028" y="269868"/>
                      <a:pt x="155" y="244722"/>
                    </a:cubicBezTo>
                    <a:cubicBezTo>
                      <a:pt x="-3718" y="219575"/>
                      <a:pt x="66258" y="194684"/>
                      <a:pt x="66258" y="19468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51" name="Google Shape;251;p13"/>
            <p:cNvSpPr/>
            <p:nvPr/>
          </p:nvSpPr>
          <p:spPr>
            <a:xfrm>
              <a:off x="5503862" y="2278931"/>
              <a:ext cx="45767" cy="55265"/>
            </a:xfrm>
            <a:custGeom>
              <a:rect b="b" l="l" r="r" t="t"/>
              <a:pathLst>
                <a:path extrusionOk="0" h="55265" w="45767">
                  <a:moveTo>
                    <a:pt x="0" y="2878"/>
                  </a:moveTo>
                  <a:cubicBezTo>
                    <a:pt x="0" y="2878"/>
                    <a:pt x="20129" y="26817"/>
                    <a:pt x="24193" y="55265"/>
                  </a:cubicBezTo>
                  <a:cubicBezTo>
                    <a:pt x="24193" y="55265"/>
                    <a:pt x="53721" y="48471"/>
                    <a:pt x="43688" y="19197"/>
                  </a:cubicBezTo>
                  <a:cubicBezTo>
                    <a:pt x="33591" y="-10140"/>
                    <a:pt x="0" y="2878"/>
                    <a:pt x="0" y="287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2" name="Google Shape;252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"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4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255" name="Google Shape;255;p14"/>
          <p:cNvGrpSpPr/>
          <p:nvPr/>
        </p:nvGrpSpPr>
        <p:grpSpPr>
          <a:xfrm>
            <a:off x="-694133" y="222653"/>
            <a:ext cx="10655664" cy="5041189"/>
            <a:chOff x="-694133" y="222653"/>
            <a:chExt cx="10655664" cy="5041189"/>
          </a:xfrm>
        </p:grpSpPr>
        <p:grpSp>
          <p:nvGrpSpPr>
            <p:cNvPr id="256" name="Google Shape;256;p14"/>
            <p:cNvGrpSpPr/>
            <p:nvPr/>
          </p:nvGrpSpPr>
          <p:grpSpPr>
            <a:xfrm rot="-510019">
              <a:off x="8695994" y="298993"/>
              <a:ext cx="1152711" cy="1612424"/>
              <a:chOff x="-1891361" y="-1128192"/>
              <a:chExt cx="1290816" cy="1805406"/>
            </a:xfrm>
          </p:grpSpPr>
          <p:grpSp>
            <p:nvGrpSpPr>
              <p:cNvPr id="257" name="Google Shape;257;p14"/>
              <p:cNvGrpSpPr/>
              <p:nvPr/>
            </p:nvGrpSpPr>
            <p:grpSpPr>
              <a:xfrm>
                <a:off x="-1891361" y="-1128192"/>
                <a:ext cx="1290816" cy="1805406"/>
                <a:chOff x="-1891361" y="-1128192"/>
                <a:chExt cx="1290816" cy="1805406"/>
              </a:xfrm>
            </p:grpSpPr>
            <p:sp>
              <p:nvSpPr>
                <p:cNvPr id="258" name="Google Shape;258;p14"/>
                <p:cNvSpPr/>
                <p:nvPr/>
              </p:nvSpPr>
              <p:spPr>
                <a:xfrm>
                  <a:off x="-1693575" y="-55375"/>
                  <a:ext cx="893523" cy="433590"/>
                </a:xfrm>
                <a:custGeom>
                  <a:rect b="b" l="l" r="r" t="t"/>
                  <a:pathLst>
                    <a:path extrusionOk="0" h="1469798" w="3469994">
                      <a:moveTo>
                        <a:pt x="2218218" y="955478"/>
                      </a:moveTo>
                      <a:lnTo>
                        <a:pt x="2279936" y="955478"/>
                      </a:lnTo>
                      <a:lnTo>
                        <a:pt x="2279936" y="1469798"/>
                      </a:lnTo>
                      <a:lnTo>
                        <a:pt x="2218218" y="1469798"/>
                      </a:lnTo>
                      <a:close/>
                      <a:moveTo>
                        <a:pt x="1189577" y="955478"/>
                      </a:moveTo>
                      <a:lnTo>
                        <a:pt x="1251295" y="955478"/>
                      </a:lnTo>
                      <a:lnTo>
                        <a:pt x="1251295" y="1469798"/>
                      </a:lnTo>
                      <a:lnTo>
                        <a:pt x="1189577" y="1469798"/>
                      </a:lnTo>
                      <a:close/>
                      <a:moveTo>
                        <a:pt x="51287" y="2372"/>
                      </a:moveTo>
                      <a:lnTo>
                        <a:pt x="989061" y="1403218"/>
                      </a:lnTo>
                      <a:lnTo>
                        <a:pt x="937774" y="1437551"/>
                      </a:lnTo>
                      <a:lnTo>
                        <a:pt x="0" y="36705"/>
                      </a:lnTo>
                      <a:close/>
                      <a:moveTo>
                        <a:pt x="3418707" y="0"/>
                      </a:moveTo>
                      <a:lnTo>
                        <a:pt x="3469994" y="34333"/>
                      </a:lnTo>
                      <a:lnTo>
                        <a:pt x="2532221" y="1435177"/>
                      </a:lnTo>
                      <a:lnTo>
                        <a:pt x="2480934" y="1400844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9" name="Google Shape;259;p14"/>
                <p:cNvSpPr/>
                <p:nvPr/>
              </p:nvSpPr>
              <p:spPr>
                <a:xfrm>
                  <a:off x="-1891361" y="-1128192"/>
                  <a:ext cx="1290816" cy="1365868"/>
                </a:xfrm>
                <a:custGeom>
                  <a:rect b="b" l="l" r="r" t="t"/>
                  <a:pathLst>
                    <a:path extrusionOk="0" h="1579038" w="1492273">
                      <a:moveTo>
                        <a:pt x="1273730" y="218551"/>
                      </a:moveTo>
                      <a:cubicBezTo>
                        <a:pt x="982329" y="-72850"/>
                        <a:pt x="509953" y="-72850"/>
                        <a:pt x="218551" y="218551"/>
                      </a:cubicBezTo>
                      <a:cubicBezTo>
                        <a:pt x="-72850" y="509952"/>
                        <a:pt x="-72850" y="982329"/>
                        <a:pt x="218551" y="1273731"/>
                      </a:cubicBezTo>
                      <a:lnTo>
                        <a:pt x="523859" y="1579039"/>
                      </a:lnTo>
                      <a:lnTo>
                        <a:pt x="968359" y="1579039"/>
                      </a:lnTo>
                      <a:lnTo>
                        <a:pt x="1273667" y="1273731"/>
                      </a:lnTo>
                      <a:cubicBezTo>
                        <a:pt x="1565132" y="982393"/>
                        <a:pt x="1565132" y="509952"/>
                        <a:pt x="1273730" y="21855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0" name="Google Shape;260;p14"/>
                <p:cNvSpPr/>
                <p:nvPr/>
              </p:nvSpPr>
              <p:spPr>
                <a:xfrm>
                  <a:off x="-1671618" y="-1128192"/>
                  <a:ext cx="851368" cy="1365868"/>
                </a:xfrm>
                <a:custGeom>
                  <a:rect b="b" l="l" r="r" t="t"/>
                  <a:pathLst>
                    <a:path extrusionOk="0" h="1579038" w="984241">
                      <a:moveTo>
                        <a:pt x="840121" y="218551"/>
                      </a:moveTo>
                      <a:cubicBezTo>
                        <a:pt x="647907" y="-72850"/>
                        <a:pt x="336312" y="-72850"/>
                        <a:pt x="144161" y="218551"/>
                      </a:cubicBezTo>
                      <a:cubicBezTo>
                        <a:pt x="-48054" y="509952"/>
                        <a:pt x="-48054" y="982329"/>
                        <a:pt x="144161" y="1273731"/>
                      </a:cubicBezTo>
                      <a:lnTo>
                        <a:pt x="345583" y="1579039"/>
                      </a:lnTo>
                      <a:lnTo>
                        <a:pt x="638762" y="1579039"/>
                      </a:lnTo>
                      <a:lnTo>
                        <a:pt x="840184" y="1273731"/>
                      </a:lnTo>
                      <a:cubicBezTo>
                        <a:pt x="1032272" y="982393"/>
                        <a:pt x="1032272" y="509952"/>
                        <a:pt x="840121" y="21855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1" name="Google Shape;261;p14"/>
                <p:cNvSpPr/>
                <p:nvPr/>
              </p:nvSpPr>
              <p:spPr>
                <a:xfrm>
                  <a:off x="-1451887" y="-1128192"/>
                  <a:ext cx="411949" cy="1365868"/>
                </a:xfrm>
                <a:custGeom>
                  <a:rect b="b" l="l" r="r" t="t"/>
                  <a:pathLst>
                    <a:path extrusionOk="0" h="1579038" w="476242">
                      <a:moveTo>
                        <a:pt x="406464" y="218551"/>
                      </a:moveTo>
                      <a:cubicBezTo>
                        <a:pt x="313500" y="-72850"/>
                        <a:pt x="162687" y="-72850"/>
                        <a:pt x="69723" y="218551"/>
                      </a:cubicBezTo>
                      <a:cubicBezTo>
                        <a:pt x="-23241" y="509952"/>
                        <a:pt x="-23241" y="982329"/>
                        <a:pt x="69723" y="1273731"/>
                      </a:cubicBezTo>
                      <a:lnTo>
                        <a:pt x="167195" y="1579039"/>
                      </a:lnTo>
                      <a:lnTo>
                        <a:pt x="309055" y="1579039"/>
                      </a:lnTo>
                      <a:lnTo>
                        <a:pt x="406527" y="1273731"/>
                      </a:lnTo>
                      <a:cubicBezTo>
                        <a:pt x="499491" y="982393"/>
                        <a:pt x="499491" y="509952"/>
                        <a:pt x="406464" y="21855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2" name="Google Shape;262;p14"/>
                <p:cNvSpPr/>
                <p:nvPr/>
              </p:nvSpPr>
              <p:spPr>
                <a:xfrm>
                  <a:off x="-1451865" y="347649"/>
                  <a:ext cx="411956" cy="329565"/>
                </a:xfrm>
                <a:custGeom>
                  <a:rect b="b" l="l" r="r" t="t"/>
                  <a:pathLst>
                    <a:path extrusionOk="0" h="381000" w="476250">
                      <a:moveTo>
                        <a:pt x="114300" y="381000"/>
                      </a:moveTo>
                      <a:lnTo>
                        <a:pt x="361950" y="381000"/>
                      </a:lnTo>
                      <a:cubicBezTo>
                        <a:pt x="425069" y="381000"/>
                        <a:pt x="476250" y="329819"/>
                        <a:pt x="476250" y="266700"/>
                      </a:cubicBezTo>
                      <a:lnTo>
                        <a:pt x="476250" y="0"/>
                      </a:lnTo>
                      <a:lnTo>
                        <a:pt x="0" y="0"/>
                      </a:lnTo>
                      <a:lnTo>
                        <a:pt x="0" y="266700"/>
                      </a:lnTo>
                      <a:cubicBezTo>
                        <a:pt x="0" y="329819"/>
                        <a:pt x="51118" y="381000"/>
                        <a:pt x="114300" y="38100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63" name="Google Shape;263;p14"/>
                <p:cNvGrpSpPr/>
                <p:nvPr/>
              </p:nvGrpSpPr>
              <p:grpSpPr>
                <a:xfrm>
                  <a:off x="-1460307" y="347488"/>
                  <a:ext cx="428435" cy="76899"/>
                  <a:chOff x="6791388" y="5563615"/>
                  <a:chExt cx="495300" cy="88900"/>
                </a:xfrm>
              </p:grpSpPr>
              <p:sp>
                <p:nvSpPr>
                  <p:cNvPr id="264" name="Google Shape;264;p14"/>
                  <p:cNvSpPr/>
                  <p:nvPr/>
                </p:nvSpPr>
                <p:spPr>
                  <a:xfrm>
                    <a:off x="6791388" y="5563615"/>
                    <a:ext cx="177800" cy="88900"/>
                  </a:xfrm>
                  <a:custGeom>
                    <a:rect b="b" l="l" r="r" t="t"/>
                    <a:pathLst>
                      <a:path extrusionOk="0" h="88900" w="177800">
                        <a:moveTo>
                          <a:pt x="88900" y="88900"/>
                        </a:moveTo>
                        <a:cubicBezTo>
                          <a:pt x="39878" y="88900"/>
                          <a:pt x="0" y="49022"/>
                          <a:pt x="0" y="0"/>
                        </a:cubicBezTo>
                        <a:lnTo>
                          <a:pt x="19050" y="0"/>
                        </a:lnTo>
                        <a:cubicBezTo>
                          <a:pt x="19050" y="38545"/>
                          <a:pt x="50355" y="69850"/>
                          <a:pt x="88900" y="69850"/>
                        </a:cubicBezTo>
                        <a:cubicBezTo>
                          <a:pt x="127444" y="69850"/>
                          <a:pt x="158750" y="38545"/>
                          <a:pt x="158750" y="0"/>
                        </a:cubicBezTo>
                        <a:lnTo>
                          <a:pt x="177800" y="0"/>
                        </a:lnTo>
                        <a:cubicBezTo>
                          <a:pt x="177800" y="49022"/>
                          <a:pt x="137922" y="88900"/>
                          <a:pt x="88900" y="88900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65" name="Google Shape;265;p14"/>
                  <p:cNvSpPr/>
                  <p:nvPr/>
                </p:nvSpPr>
                <p:spPr>
                  <a:xfrm>
                    <a:off x="7108888" y="5563615"/>
                    <a:ext cx="177800" cy="88900"/>
                  </a:xfrm>
                  <a:custGeom>
                    <a:rect b="b" l="l" r="r" t="t"/>
                    <a:pathLst>
                      <a:path extrusionOk="0" h="88900" w="177800">
                        <a:moveTo>
                          <a:pt x="88900" y="88900"/>
                        </a:moveTo>
                        <a:cubicBezTo>
                          <a:pt x="39878" y="88900"/>
                          <a:pt x="0" y="49022"/>
                          <a:pt x="0" y="0"/>
                        </a:cubicBezTo>
                        <a:lnTo>
                          <a:pt x="19050" y="0"/>
                        </a:lnTo>
                        <a:cubicBezTo>
                          <a:pt x="19050" y="38545"/>
                          <a:pt x="50355" y="69850"/>
                          <a:pt x="88900" y="69850"/>
                        </a:cubicBezTo>
                        <a:cubicBezTo>
                          <a:pt x="127444" y="69850"/>
                          <a:pt x="158750" y="38545"/>
                          <a:pt x="158750" y="0"/>
                        </a:cubicBezTo>
                        <a:lnTo>
                          <a:pt x="177800" y="0"/>
                        </a:lnTo>
                        <a:cubicBezTo>
                          <a:pt x="177800" y="49022"/>
                          <a:pt x="137922" y="88900"/>
                          <a:pt x="88900" y="88900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66" name="Google Shape;266;p14"/>
                  <p:cNvSpPr/>
                  <p:nvPr/>
                </p:nvSpPr>
                <p:spPr>
                  <a:xfrm>
                    <a:off x="6950138" y="5563615"/>
                    <a:ext cx="177800" cy="88900"/>
                  </a:xfrm>
                  <a:custGeom>
                    <a:rect b="b" l="l" r="r" t="t"/>
                    <a:pathLst>
                      <a:path extrusionOk="0" h="88900" w="177800">
                        <a:moveTo>
                          <a:pt x="88900" y="88900"/>
                        </a:moveTo>
                        <a:cubicBezTo>
                          <a:pt x="39878" y="88900"/>
                          <a:pt x="0" y="49022"/>
                          <a:pt x="0" y="0"/>
                        </a:cubicBezTo>
                        <a:lnTo>
                          <a:pt x="19050" y="0"/>
                        </a:lnTo>
                        <a:cubicBezTo>
                          <a:pt x="19050" y="38545"/>
                          <a:pt x="50355" y="69850"/>
                          <a:pt x="88900" y="69850"/>
                        </a:cubicBezTo>
                        <a:cubicBezTo>
                          <a:pt x="127444" y="69850"/>
                          <a:pt x="158750" y="38545"/>
                          <a:pt x="158750" y="0"/>
                        </a:cubicBezTo>
                        <a:lnTo>
                          <a:pt x="177800" y="0"/>
                        </a:lnTo>
                        <a:cubicBezTo>
                          <a:pt x="177800" y="49022"/>
                          <a:pt x="137922" y="88900"/>
                          <a:pt x="88900" y="88900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267" name="Google Shape;267;p14"/>
                <p:cNvSpPr/>
                <p:nvPr/>
              </p:nvSpPr>
              <p:spPr>
                <a:xfrm>
                  <a:off x="-1451865" y="570114"/>
                  <a:ext cx="411956" cy="16478"/>
                </a:xfrm>
                <a:custGeom>
                  <a:rect b="b" l="l" r="r" t="t"/>
                  <a:pathLst>
                    <a:path extrusionOk="0" h="19050" w="476250">
                      <a:moveTo>
                        <a:pt x="0" y="0"/>
                      </a:moveTo>
                      <a:lnTo>
                        <a:pt x="476250" y="0"/>
                      </a:lnTo>
                      <a:lnTo>
                        <a:pt x="476250" y="19050"/>
                      </a:lnTo>
                      <a:lnTo>
                        <a:pt x="0" y="1905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268" name="Google Shape;268;p14"/>
              <p:cNvSpPr/>
              <p:nvPr/>
            </p:nvSpPr>
            <p:spPr>
              <a:xfrm>
                <a:off x="-1439100" y="235100"/>
                <a:ext cx="384525" cy="59900"/>
              </a:xfrm>
              <a:prstGeom prst="flowChartOffpageConnector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</p:grpSp>
        <p:grpSp>
          <p:nvGrpSpPr>
            <p:cNvPr id="269" name="Google Shape;269;p14"/>
            <p:cNvGrpSpPr/>
            <p:nvPr/>
          </p:nvGrpSpPr>
          <p:grpSpPr>
            <a:xfrm rot="-2227899">
              <a:off x="-480291" y="3791877"/>
              <a:ext cx="1383714" cy="1173264"/>
              <a:chOff x="5024310" y="2167559"/>
              <a:chExt cx="569494" cy="482907"/>
            </a:xfrm>
          </p:grpSpPr>
          <p:grpSp>
            <p:nvGrpSpPr>
              <p:cNvPr id="270" name="Google Shape;270;p14"/>
              <p:cNvGrpSpPr/>
              <p:nvPr/>
            </p:nvGrpSpPr>
            <p:grpSpPr>
              <a:xfrm>
                <a:off x="5024310" y="2167559"/>
                <a:ext cx="569494" cy="482907"/>
                <a:chOff x="5024310" y="2167559"/>
                <a:chExt cx="569494" cy="482907"/>
              </a:xfrm>
            </p:grpSpPr>
            <p:sp>
              <p:nvSpPr>
                <p:cNvPr id="271" name="Google Shape;271;p14"/>
                <p:cNvSpPr/>
                <p:nvPr/>
              </p:nvSpPr>
              <p:spPr>
                <a:xfrm>
                  <a:off x="5024310" y="2410967"/>
                  <a:ext cx="113538" cy="181546"/>
                </a:xfrm>
                <a:custGeom>
                  <a:rect b="b" l="l" r="r" t="t"/>
                  <a:pathLst>
                    <a:path extrusionOk="0" h="181546" w="113538">
                      <a:moveTo>
                        <a:pt x="49340" y="81788"/>
                      </a:moveTo>
                      <a:lnTo>
                        <a:pt x="0" y="9462"/>
                      </a:lnTo>
                      <a:lnTo>
                        <a:pt x="26797" y="0"/>
                      </a:lnTo>
                      <a:lnTo>
                        <a:pt x="113538" y="64770"/>
                      </a:lnTo>
                      <a:lnTo>
                        <a:pt x="106680" y="168846"/>
                      </a:lnTo>
                      <a:lnTo>
                        <a:pt x="78549" y="181546"/>
                      </a:lnTo>
                      <a:close/>
                    </a:path>
                  </a:pathLst>
                </a:custGeom>
                <a:solidFill>
                  <a:srgbClr val="FF9D2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2" name="Google Shape;272;p14"/>
                <p:cNvSpPr/>
                <p:nvPr/>
              </p:nvSpPr>
              <p:spPr>
                <a:xfrm>
                  <a:off x="5024310" y="2410967"/>
                  <a:ext cx="113538" cy="181546"/>
                </a:xfrm>
                <a:custGeom>
                  <a:rect b="b" l="l" r="r" t="t"/>
                  <a:pathLst>
                    <a:path extrusionOk="0" h="181546" w="113538">
                      <a:moveTo>
                        <a:pt x="49340" y="81788"/>
                      </a:moveTo>
                      <a:lnTo>
                        <a:pt x="0" y="9462"/>
                      </a:lnTo>
                      <a:lnTo>
                        <a:pt x="26797" y="0"/>
                      </a:lnTo>
                      <a:lnTo>
                        <a:pt x="113538" y="64770"/>
                      </a:lnTo>
                      <a:lnTo>
                        <a:pt x="106680" y="168846"/>
                      </a:lnTo>
                      <a:lnTo>
                        <a:pt x="78549" y="181546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3" name="Google Shape;273;p14"/>
                <p:cNvSpPr/>
                <p:nvPr/>
              </p:nvSpPr>
              <p:spPr>
                <a:xfrm>
                  <a:off x="5265229" y="2249445"/>
                  <a:ext cx="83099" cy="64938"/>
                </a:xfrm>
                <a:custGeom>
                  <a:rect b="b" l="l" r="r" t="t"/>
                  <a:pathLst>
                    <a:path extrusionOk="0" h="64938" w="83099">
                      <a:moveTo>
                        <a:pt x="81724" y="11408"/>
                      </a:moveTo>
                      <a:lnTo>
                        <a:pt x="77026" y="4042"/>
                      </a:lnTo>
                      <a:cubicBezTo>
                        <a:pt x="74422" y="-22"/>
                        <a:pt x="69024" y="-1229"/>
                        <a:pt x="64961" y="1375"/>
                      </a:cubicBezTo>
                      <a:lnTo>
                        <a:pt x="0" y="42904"/>
                      </a:lnTo>
                      <a:cubicBezTo>
                        <a:pt x="5017" y="50016"/>
                        <a:pt x="9779" y="57382"/>
                        <a:pt x="14161" y="64939"/>
                      </a:cubicBezTo>
                      <a:lnTo>
                        <a:pt x="79058" y="23473"/>
                      </a:lnTo>
                      <a:cubicBezTo>
                        <a:pt x="83122" y="20870"/>
                        <a:pt x="84328" y="15472"/>
                        <a:pt x="81724" y="11408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4" name="Google Shape;274;p14"/>
                <p:cNvSpPr/>
                <p:nvPr/>
              </p:nvSpPr>
              <p:spPr>
                <a:xfrm>
                  <a:off x="5196141" y="2191343"/>
                  <a:ext cx="83099" cy="64938"/>
                </a:xfrm>
                <a:custGeom>
                  <a:rect b="b" l="l" r="r" t="t"/>
                  <a:pathLst>
                    <a:path extrusionOk="0" h="64938" w="83099">
                      <a:moveTo>
                        <a:pt x="81724" y="11408"/>
                      </a:moveTo>
                      <a:lnTo>
                        <a:pt x="77026" y="4042"/>
                      </a:lnTo>
                      <a:cubicBezTo>
                        <a:pt x="74422" y="-22"/>
                        <a:pt x="69024" y="-1229"/>
                        <a:pt x="64961" y="1375"/>
                      </a:cubicBezTo>
                      <a:lnTo>
                        <a:pt x="0" y="42904"/>
                      </a:lnTo>
                      <a:cubicBezTo>
                        <a:pt x="5017" y="50016"/>
                        <a:pt x="9779" y="57382"/>
                        <a:pt x="14161" y="64939"/>
                      </a:cubicBezTo>
                      <a:lnTo>
                        <a:pt x="79058" y="23473"/>
                      </a:lnTo>
                      <a:cubicBezTo>
                        <a:pt x="83122" y="20870"/>
                        <a:pt x="84328" y="15472"/>
                        <a:pt x="81724" y="11408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5" name="Google Shape;275;p14"/>
                <p:cNvSpPr/>
                <p:nvPr/>
              </p:nvSpPr>
              <p:spPr>
                <a:xfrm>
                  <a:off x="5352732" y="2455228"/>
                  <a:ext cx="87344" cy="48956"/>
                </a:xfrm>
                <a:custGeom>
                  <a:rect b="b" l="l" r="r" t="t"/>
                  <a:pathLst>
                    <a:path extrusionOk="0" h="48956" w="87344">
                      <a:moveTo>
                        <a:pt x="84264" y="6031"/>
                      </a:moveTo>
                      <a:lnTo>
                        <a:pt x="86932" y="14350"/>
                      </a:lnTo>
                      <a:cubicBezTo>
                        <a:pt x="88392" y="18922"/>
                        <a:pt x="85852" y="23875"/>
                        <a:pt x="81280" y="25335"/>
                      </a:cubicBezTo>
                      <a:lnTo>
                        <a:pt x="7938" y="48957"/>
                      </a:lnTo>
                      <a:cubicBezTo>
                        <a:pt x="5652" y="40512"/>
                        <a:pt x="2984" y="32193"/>
                        <a:pt x="0" y="24001"/>
                      </a:cubicBezTo>
                      <a:lnTo>
                        <a:pt x="73279" y="443"/>
                      </a:lnTo>
                      <a:cubicBezTo>
                        <a:pt x="77851" y="-1081"/>
                        <a:pt x="82740" y="1459"/>
                        <a:pt x="84264" y="603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6" name="Google Shape;276;p14"/>
                <p:cNvSpPr/>
                <p:nvPr/>
              </p:nvSpPr>
              <p:spPr>
                <a:xfrm>
                  <a:off x="5353494" y="2545462"/>
                  <a:ext cx="87344" cy="48957"/>
                </a:xfrm>
                <a:custGeom>
                  <a:rect b="b" l="l" r="r" t="t"/>
                  <a:pathLst>
                    <a:path extrusionOk="0" h="48957" w="87344">
                      <a:moveTo>
                        <a:pt x="84265" y="6031"/>
                      </a:moveTo>
                      <a:lnTo>
                        <a:pt x="86932" y="14350"/>
                      </a:lnTo>
                      <a:cubicBezTo>
                        <a:pt x="88392" y="18922"/>
                        <a:pt x="85852" y="23875"/>
                        <a:pt x="81280" y="25335"/>
                      </a:cubicBezTo>
                      <a:lnTo>
                        <a:pt x="7938" y="48957"/>
                      </a:lnTo>
                      <a:cubicBezTo>
                        <a:pt x="5652" y="40512"/>
                        <a:pt x="2984" y="32193"/>
                        <a:pt x="0" y="24002"/>
                      </a:cubicBezTo>
                      <a:lnTo>
                        <a:pt x="73279" y="443"/>
                      </a:lnTo>
                      <a:cubicBezTo>
                        <a:pt x="77851" y="-1081"/>
                        <a:pt x="82804" y="1459"/>
                        <a:pt x="84265" y="603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7" name="Google Shape;277;p14"/>
                <p:cNvSpPr/>
                <p:nvPr/>
              </p:nvSpPr>
              <p:spPr>
                <a:xfrm>
                  <a:off x="5159933" y="2167559"/>
                  <a:ext cx="254772" cy="482907"/>
                </a:xfrm>
                <a:custGeom>
                  <a:rect b="b" l="l" r="r" t="t"/>
                  <a:pathLst>
                    <a:path extrusionOk="0" h="482907" w="254772">
                      <a:moveTo>
                        <a:pt x="249505" y="207340"/>
                      </a:moveTo>
                      <a:lnTo>
                        <a:pt x="228867" y="190894"/>
                      </a:lnTo>
                      <a:lnTo>
                        <a:pt x="229757" y="164605"/>
                      </a:lnTo>
                      <a:cubicBezTo>
                        <a:pt x="229757" y="164605"/>
                        <a:pt x="62942" y="838"/>
                        <a:pt x="23381" y="13"/>
                      </a:cubicBezTo>
                      <a:cubicBezTo>
                        <a:pt x="-16242" y="-749"/>
                        <a:pt x="6490" y="32779"/>
                        <a:pt x="6490" y="32779"/>
                      </a:cubicBezTo>
                      <a:lnTo>
                        <a:pt x="124346" y="216992"/>
                      </a:lnTo>
                      <a:lnTo>
                        <a:pt x="133998" y="234328"/>
                      </a:lnTo>
                      <a:lnTo>
                        <a:pt x="141872" y="255410"/>
                      </a:lnTo>
                      <a:lnTo>
                        <a:pt x="204991" y="462801"/>
                      </a:lnTo>
                      <a:cubicBezTo>
                        <a:pt x="204991" y="462801"/>
                        <a:pt x="215786" y="501790"/>
                        <a:pt x="240869" y="471183"/>
                      </a:cubicBezTo>
                      <a:cubicBezTo>
                        <a:pt x="265888" y="440512"/>
                        <a:pt x="249505" y="207340"/>
                        <a:pt x="249505" y="20734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8" name="Google Shape;278;p14"/>
                <p:cNvSpPr/>
                <p:nvPr/>
              </p:nvSpPr>
              <p:spPr>
                <a:xfrm>
                  <a:off x="5033490" y="2264417"/>
                  <a:ext cx="560314" cy="256064"/>
                </a:xfrm>
                <a:custGeom>
                  <a:rect b="b" l="l" r="r" t="t"/>
                  <a:pathLst>
                    <a:path extrusionOk="0" h="256064" w="560314">
                      <a:moveTo>
                        <a:pt x="66258" y="194684"/>
                      </a:moveTo>
                      <a:cubicBezTo>
                        <a:pt x="66258" y="194684"/>
                        <a:pt x="359311" y="54920"/>
                        <a:pt x="420398" y="24821"/>
                      </a:cubicBezTo>
                      <a:cubicBezTo>
                        <a:pt x="481485" y="-5278"/>
                        <a:pt x="543144" y="-9913"/>
                        <a:pt x="558574" y="21519"/>
                      </a:cubicBezTo>
                      <a:cubicBezTo>
                        <a:pt x="574005" y="53015"/>
                        <a:pt x="482564" y="95814"/>
                        <a:pt x="452719" y="107244"/>
                      </a:cubicBezTo>
                      <a:cubicBezTo>
                        <a:pt x="422875" y="118674"/>
                        <a:pt x="86388" y="245356"/>
                        <a:pt x="86388" y="245356"/>
                      </a:cubicBezTo>
                      <a:cubicBezTo>
                        <a:pt x="86388" y="245356"/>
                        <a:pt x="4028" y="269868"/>
                        <a:pt x="155" y="244722"/>
                      </a:cubicBezTo>
                      <a:cubicBezTo>
                        <a:pt x="-3718" y="219575"/>
                        <a:pt x="66258" y="194684"/>
                        <a:pt x="66258" y="194684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279" name="Google Shape;279;p14"/>
              <p:cNvSpPr/>
              <p:nvPr/>
            </p:nvSpPr>
            <p:spPr>
              <a:xfrm>
                <a:off x="5503862" y="2278931"/>
                <a:ext cx="45767" cy="55265"/>
              </a:xfrm>
              <a:custGeom>
                <a:rect b="b" l="l" r="r" t="t"/>
                <a:pathLst>
                  <a:path extrusionOk="0" h="55265" w="45767">
                    <a:moveTo>
                      <a:pt x="0" y="2878"/>
                    </a:moveTo>
                    <a:cubicBezTo>
                      <a:pt x="0" y="2878"/>
                      <a:pt x="20129" y="26817"/>
                      <a:pt x="24193" y="55265"/>
                    </a:cubicBezTo>
                    <a:cubicBezTo>
                      <a:pt x="24193" y="55265"/>
                      <a:pt x="53721" y="48471"/>
                      <a:pt x="43688" y="19197"/>
                    </a:cubicBezTo>
                    <a:cubicBezTo>
                      <a:pt x="33591" y="-10140"/>
                      <a:pt x="0" y="2878"/>
                      <a:pt x="0" y="2878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80" name="Google Shape;280;p14"/>
          <p:cNvGrpSpPr/>
          <p:nvPr/>
        </p:nvGrpSpPr>
        <p:grpSpPr>
          <a:xfrm>
            <a:off x="-170322" y="-39247"/>
            <a:ext cx="9898125" cy="5486018"/>
            <a:chOff x="-170322" y="-39247"/>
            <a:chExt cx="9898125" cy="5486018"/>
          </a:xfrm>
        </p:grpSpPr>
        <p:sp>
          <p:nvSpPr>
            <p:cNvPr id="281" name="Google Shape;281;p14"/>
            <p:cNvSpPr/>
            <p:nvPr/>
          </p:nvSpPr>
          <p:spPr>
            <a:xfrm>
              <a:off x="1346580" y="4965274"/>
              <a:ext cx="190500" cy="19050"/>
            </a:xfrm>
            <a:custGeom>
              <a:rect b="b" l="l" r="r" t="t"/>
              <a:pathLst>
                <a:path extrusionOk="0" h="19050" w="190500">
                  <a:moveTo>
                    <a:pt x="0" y="0"/>
                  </a:moveTo>
                  <a:lnTo>
                    <a:pt x="190500" y="0"/>
                  </a:lnTo>
                  <a:lnTo>
                    <a:pt x="1905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82" name="Google Shape;282;p14"/>
            <p:cNvGrpSpPr/>
            <p:nvPr/>
          </p:nvGrpSpPr>
          <p:grpSpPr>
            <a:xfrm>
              <a:off x="7166019" y="62299"/>
              <a:ext cx="1378420" cy="389574"/>
              <a:chOff x="8640762" y="5785103"/>
              <a:chExt cx="730250" cy="206375"/>
            </a:xfrm>
          </p:grpSpPr>
          <p:sp>
            <p:nvSpPr>
              <p:cNvPr id="283" name="Google Shape;283;p14"/>
              <p:cNvSpPr/>
              <p:nvPr/>
            </p:nvSpPr>
            <p:spPr>
              <a:xfrm>
                <a:off x="8799512" y="5785103"/>
                <a:ext cx="412750" cy="206375"/>
              </a:xfrm>
              <a:custGeom>
                <a:rect b="b" l="l" r="r" t="t"/>
                <a:pathLst>
                  <a:path extrusionOk="0" h="206375" w="412750">
                    <a:moveTo>
                      <a:pt x="0" y="206375"/>
                    </a:moveTo>
                    <a:cubicBezTo>
                      <a:pt x="0" y="92393"/>
                      <a:pt x="92393" y="0"/>
                      <a:pt x="206375" y="0"/>
                    </a:cubicBezTo>
                    <a:cubicBezTo>
                      <a:pt x="320357" y="0"/>
                      <a:pt x="412750" y="92393"/>
                      <a:pt x="412750" y="206375"/>
                    </a:cubicBezTo>
                    <a:lnTo>
                      <a:pt x="0" y="206375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4" name="Google Shape;284;p14"/>
              <p:cNvSpPr/>
              <p:nvPr/>
            </p:nvSpPr>
            <p:spPr>
              <a:xfrm>
                <a:off x="8640762" y="5880353"/>
                <a:ext cx="222250" cy="111125"/>
              </a:xfrm>
              <a:custGeom>
                <a:rect b="b" l="l" r="r" t="t"/>
                <a:pathLst>
                  <a:path extrusionOk="0" h="111125" w="222250">
                    <a:moveTo>
                      <a:pt x="0" y="111125"/>
                    </a:moveTo>
                    <a:cubicBezTo>
                      <a:pt x="0" y="49784"/>
                      <a:pt x="49784" y="0"/>
                      <a:pt x="111125" y="0"/>
                    </a:cubicBezTo>
                    <a:cubicBezTo>
                      <a:pt x="172466" y="0"/>
                      <a:pt x="222250" y="49784"/>
                      <a:pt x="222250" y="111125"/>
                    </a:cubicBezTo>
                    <a:lnTo>
                      <a:pt x="0" y="111125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5" name="Google Shape;285;p14"/>
              <p:cNvSpPr/>
              <p:nvPr/>
            </p:nvSpPr>
            <p:spPr>
              <a:xfrm>
                <a:off x="9148762" y="5880353"/>
                <a:ext cx="222250" cy="111125"/>
              </a:xfrm>
              <a:custGeom>
                <a:rect b="b" l="l" r="r" t="t"/>
                <a:pathLst>
                  <a:path extrusionOk="0" h="111125" w="222250">
                    <a:moveTo>
                      <a:pt x="0" y="111125"/>
                    </a:moveTo>
                    <a:cubicBezTo>
                      <a:pt x="0" y="49784"/>
                      <a:pt x="49784" y="0"/>
                      <a:pt x="111125" y="0"/>
                    </a:cubicBezTo>
                    <a:cubicBezTo>
                      <a:pt x="172466" y="0"/>
                      <a:pt x="222250" y="49784"/>
                      <a:pt x="222250" y="111125"/>
                    </a:cubicBezTo>
                    <a:lnTo>
                      <a:pt x="0" y="111125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86" name="Google Shape;286;p14"/>
            <p:cNvGrpSpPr/>
            <p:nvPr/>
          </p:nvGrpSpPr>
          <p:grpSpPr>
            <a:xfrm>
              <a:off x="8809246" y="2070038"/>
              <a:ext cx="863822" cy="311915"/>
              <a:chOff x="10607230" y="6115367"/>
              <a:chExt cx="571500" cy="206375"/>
            </a:xfrm>
          </p:grpSpPr>
          <p:sp>
            <p:nvSpPr>
              <p:cNvPr id="287" name="Google Shape;287;p14"/>
              <p:cNvSpPr/>
              <p:nvPr/>
            </p:nvSpPr>
            <p:spPr>
              <a:xfrm>
                <a:off x="10607230" y="6115367"/>
                <a:ext cx="412750" cy="206375"/>
              </a:xfrm>
              <a:custGeom>
                <a:rect b="b" l="l" r="r" t="t"/>
                <a:pathLst>
                  <a:path extrusionOk="0" h="206375" w="412750">
                    <a:moveTo>
                      <a:pt x="0" y="206375"/>
                    </a:moveTo>
                    <a:cubicBezTo>
                      <a:pt x="0" y="92392"/>
                      <a:pt x="92392" y="0"/>
                      <a:pt x="206375" y="0"/>
                    </a:cubicBezTo>
                    <a:cubicBezTo>
                      <a:pt x="320357" y="0"/>
                      <a:pt x="412750" y="92392"/>
                      <a:pt x="412750" y="206375"/>
                    </a:cubicBezTo>
                    <a:lnTo>
                      <a:pt x="0" y="206375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8" name="Google Shape;288;p14"/>
              <p:cNvSpPr/>
              <p:nvPr/>
            </p:nvSpPr>
            <p:spPr>
              <a:xfrm>
                <a:off x="10956480" y="6210617"/>
                <a:ext cx="222250" cy="111125"/>
              </a:xfrm>
              <a:custGeom>
                <a:rect b="b" l="l" r="r" t="t"/>
                <a:pathLst>
                  <a:path extrusionOk="0" h="111125" w="222250">
                    <a:moveTo>
                      <a:pt x="0" y="111125"/>
                    </a:moveTo>
                    <a:cubicBezTo>
                      <a:pt x="0" y="49721"/>
                      <a:pt x="49784" y="0"/>
                      <a:pt x="111125" y="0"/>
                    </a:cubicBezTo>
                    <a:cubicBezTo>
                      <a:pt x="172529" y="0"/>
                      <a:pt x="222250" y="49721"/>
                      <a:pt x="222250" y="111125"/>
                    </a:cubicBezTo>
                    <a:lnTo>
                      <a:pt x="0" y="111125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89" name="Google Shape;289;p14"/>
            <p:cNvGrpSpPr/>
            <p:nvPr/>
          </p:nvGrpSpPr>
          <p:grpSpPr>
            <a:xfrm>
              <a:off x="275621" y="3296129"/>
              <a:ext cx="476259" cy="140238"/>
              <a:chOff x="8653946" y="4723904"/>
              <a:chExt cx="476259" cy="140238"/>
            </a:xfrm>
          </p:grpSpPr>
          <p:sp>
            <p:nvSpPr>
              <p:cNvPr id="290" name="Google Shape;290;p14"/>
              <p:cNvSpPr/>
              <p:nvPr/>
            </p:nvSpPr>
            <p:spPr>
              <a:xfrm>
                <a:off x="8749205" y="4723904"/>
                <a:ext cx="381000" cy="19050"/>
              </a:xfrm>
              <a:custGeom>
                <a:rect b="b" l="l" r="r" t="t"/>
                <a:pathLst>
                  <a:path extrusionOk="0" h="19050" w="381000">
                    <a:moveTo>
                      <a:pt x="0" y="0"/>
                    </a:moveTo>
                    <a:lnTo>
                      <a:pt x="381000" y="0"/>
                    </a:lnTo>
                    <a:lnTo>
                      <a:pt x="381000" y="19050"/>
                    </a:lnTo>
                    <a:lnTo>
                      <a:pt x="0" y="1905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1" name="Google Shape;291;p14"/>
              <p:cNvSpPr/>
              <p:nvPr/>
            </p:nvSpPr>
            <p:spPr>
              <a:xfrm>
                <a:off x="8653946" y="4845092"/>
                <a:ext cx="190500" cy="19050"/>
              </a:xfrm>
              <a:custGeom>
                <a:rect b="b" l="l" r="r" t="t"/>
                <a:pathLst>
                  <a:path extrusionOk="0" h="19050" w="190500">
                    <a:moveTo>
                      <a:pt x="0" y="0"/>
                    </a:moveTo>
                    <a:lnTo>
                      <a:pt x="190500" y="0"/>
                    </a:lnTo>
                    <a:lnTo>
                      <a:pt x="190500" y="19050"/>
                    </a:lnTo>
                    <a:lnTo>
                      <a:pt x="0" y="1905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92" name="Google Shape;292;p14"/>
            <p:cNvSpPr/>
            <p:nvPr/>
          </p:nvSpPr>
          <p:spPr>
            <a:xfrm flipH="1" rot="9724518">
              <a:off x="7418795" y="4855378"/>
              <a:ext cx="2328748" cy="238841"/>
            </a:xfrm>
            <a:custGeom>
              <a:rect b="b" l="l" r="r" t="t"/>
              <a:pathLst>
                <a:path extrusionOk="0" h="77422" w="624585">
                  <a:moveTo>
                    <a:pt x="0" y="69331"/>
                  </a:moveTo>
                  <a:cubicBezTo>
                    <a:pt x="32957" y="25326"/>
                    <a:pt x="89090" y="3228"/>
                    <a:pt x="144018" y="370"/>
                  </a:cubicBezTo>
                  <a:cubicBezTo>
                    <a:pt x="198945" y="-2487"/>
                    <a:pt x="253238" y="11610"/>
                    <a:pt x="305626" y="28310"/>
                  </a:cubicBezTo>
                  <a:cubicBezTo>
                    <a:pt x="358013" y="45011"/>
                    <a:pt x="409829" y="64569"/>
                    <a:pt x="464121" y="73205"/>
                  </a:cubicBezTo>
                  <a:cubicBezTo>
                    <a:pt x="518414" y="81777"/>
                    <a:pt x="576580" y="78539"/>
                    <a:pt x="624586" y="51742"/>
                  </a:cubicBezTo>
                </a:path>
              </a:pathLst>
            </a:custGeom>
            <a:noFill/>
            <a:ln cap="rnd" cmpd="sng" w="12700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" name="Google Shape;293;p14"/>
            <p:cNvSpPr/>
            <p:nvPr/>
          </p:nvSpPr>
          <p:spPr>
            <a:xfrm flipH="1" rot="10800000">
              <a:off x="-170322" y="-39247"/>
              <a:ext cx="1156513" cy="1462286"/>
            </a:xfrm>
            <a:custGeom>
              <a:rect b="b" l="l" r="r" t="t"/>
              <a:pathLst>
                <a:path extrusionOk="0" h="282704" w="269113">
                  <a:moveTo>
                    <a:pt x="0" y="247780"/>
                  </a:moveTo>
                  <a:cubicBezTo>
                    <a:pt x="4572" y="232413"/>
                    <a:pt x="18923" y="221745"/>
                    <a:pt x="34036" y="216474"/>
                  </a:cubicBezTo>
                  <a:cubicBezTo>
                    <a:pt x="49149" y="211204"/>
                    <a:pt x="65405" y="210251"/>
                    <a:pt x="81217" y="207584"/>
                  </a:cubicBezTo>
                  <a:cubicBezTo>
                    <a:pt x="110998" y="202631"/>
                    <a:pt x="140081" y="191392"/>
                    <a:pt x="163513" y="172405"/>
                  </a:cubicBezTo>
                  <a:cubicBezTo>
                    <a:pt x="186944" y="153419"/>
                    <a:pt x="204470" y="126368"/>
                    <a:pt x="209042" y="96523"/>
                  </a:cubicBezTo>
                  <a:cubicBezTo>
                    <a:pt x="213614" y="66677"/>
                    <a:pt x="204343" y="34420"/>
                    <a:pt x="182563" y="13592"/>
                  </a:cubicBezTo>
                  <a:cubicBezTo>
                    <a:pt x="172085" y="3622"/>
                    <a:pt x="156528" y="-3807"/>
                    <a:pt x="143383" y="2098"/>
                  </a:cubicBezTo>
                  <a:cubicBezTo>
                    <a:pt x="130239" y="8004"/>
                    <a:pt x="125413" y="24260"/>
                    <a:pt x="124651" y="38610"/>
                  </a:cubicBezTo>
                  <a:cubicBezTo>
                    <a:pt x="122365" y="80394"/>
                    <a:pt x="142177" y="122812"/>
                    <a:pt x="175768" y="147831"/>
                  </a:cubicBezTo>
                  <a:cubicBezTo>
                    <a:pt x="190246" y="158626"/>
                    <a:pt x="207010" y="166309"/>
                    <a:pt x="220599" y="178184"/>
                  </a:cubicBezTo>
                  <a:cubicBezTo>
                    <a:pt x="250063" y="203901"/>
                    <a:pt x="260350" y="244605"/>
                    <a:pt x="269113" y="282705"/>
                  </a:cubicBezTo>
                </a:path>
              </a:pathLst>
            </a:custGeom>
            <a:noFill/>
            <a:ln cap="rnd" cmpd="sng" w="12700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94" name="Google Shape;294;p14"/>
            <p:cNvGrpSpPr/>
            <p:nvPr/>
          </p:nvGrpSpPr>
          <p:grpSpPr>
            <a:xfrm flipH="1">
              <a:off x="609187" y="4902775"/>
              <a:ext cx="562299" cy="203032"/>
              <a:chOff x="10607230" y="6115367"/>
              <a:chExt cx="571500" cy="206375"/>
            </a:xfrm>
          </p:grpSpPr>
          <p:sp>
            <p:nvSpPr>
              <p:cNvPr id="295" name="Google Shape;295;p14"/>
              <p:cNvSpPr/>
              <p:nvPr/>
            </p:nvSpPr>
            <p:spPr>
              <a:xfrm>
                <a:off x="10607230" y="6115367"/>
                <a:ext cx="412750" cy="206375"/>
              </a:xfrm>
              <a:custGeom>
                <a:rect b="b" l="l" r="r" t="t"/>
                <a:pathLst>
                  <a:path extrusionOk="0" h="206375" w="412750">
                    <a:moveTo>
                      <a:pt x="0" y="206375"/>
                    </a:moveTo>
                    <a:cubicBezTo>
                      <a:pt x="0" y="92392"/>
                      <a:pt x="92392" y="0"/>
                      <a:pt x="206375" y="0"/>
                    </a:cubicBezTo>
                    <a:cubicBezTo>
                      <a:pt x="320357" y="0"/>
                      <a:pt x="412750" y="92392"/>
                      <a:pt x="412750" y="206375"/>
                    </a:cubicBezTo>
                    <a:lnTo>
                      <a:pt x="0" y="206375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6" name="Google Shape;296;p14"/>
              <p:cNvSpPr/>
              <p:nvPr/>
            </p:nvSpPr>
            <p:spPr>
              <a:xfrm>
                <a:off x="10956480" y="6210617"/>
                <a:ext cx="222250" cy="111125"/>
              </a:xfrm>
              <a:custGeom>
                <a:rect b="b" l="l" r="r" t="t"/>
                <a:pathLst>
                  <a:path extrusionOk="0" h="111125" w="222250">
                    <a:moveTo>
                      <a:pt x="0" y="111125"/>
                    </a:moveTo>
                    <a:cubicBezTo>
                      <a:pt x="0" y="49721"/>
                      <a:pt x="49784" y="0"/>
                      <a:pt x="111125" y="0"/>
                    </a:cubicBezTo>
                    <a:cubicBezTo>
                      <a:pt x="172529" y="0"/>
                      <a:pt x="222250" y="49721"/>
                      <a:pt x="222250" y="111125"/>
                    </a:cubicBezTo>
                    <a:lnTo>
                      <a:pt x="0" y="111125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97" name="Google Shape;297;p1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"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5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300" name="Google Shape;300;p15"/>
          <p:cNvGrpSpPr/>
          <p:nvPr/>
        </p:nvGrpSpPr>
        <p:grpSpPr>
          <a:xfrm>
            <a:off x="-435325" y="-71329"/>
            <a:ext cx="9927103" cy="5629682"/>
            <a:chOff x="-587725" y="-223729"/>
            <a:chExt cx="9927103" cy="5629682"/>
          </a:xfrm>
        </p:grpSpPr>
        <p:grpSp>
          <p:nvGrpSpPr>
            <p:cNvPr id="301" name="Google Shape;301;p15"/>
            <p:cNvGrpSpPr/>
            <p:nvPr/>
          </p:nvGrpSpPr>
          <p:grpSpPr>
            <a:xfrm>
              <a:off x="8590665" y="3488161"/>
              <a:ext cx="701624" cy="198306"/>
              <a:chOff x="8640762" y="5785103"/>
              <a:chExt cx="730250" cy="206375"/>
            </a:xfrm>
          </p:grpSpPr>
          <p:sp>
            <p:nvSpPr>
              <p:cNvPr id="302" name="Google Shape;302;p15"/>
              <p:cNvSpPr/>
              <p:nvPr/>
            </p:nvSpPr>
            <p:spPr>
              <a:xfrm>
                <a:off x="8799512" y="5785103"/>
                <a:ext cx="412750" cy="206375"/>
              </a:xfrm>
              <a:custGeom>
                <a:rect b="b" l="l" r="r" t="t"/>
                <a:pathLst>
                  <a:path extrusionOk="0" h="206375" w="412750">
                    <a:moveTo>
                      <a:pt x="0" y="206375"/>
                    </a:moveTo>
                    <a:cubicBezTo>
                      <a:pt x="0" y="92393"/>
                      <a:pt x="92393" y="0"/>
                      <a:pt x="206375" y="0"/>
                    </a:cubicBezTo>
                    <a:cubicBezTo>
                      <a:pt x="320357" y="0"/>
                      <a:pt x="412750" y="92393"/>
                      <a:pt x="412750" y="206375"/>
                    </a:cubicBezTo>
                    <a:lnTo>
                      <a:pt x="0" y="206375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3" name="Google Shape;303;p15"/>
              <p:cNvSpPr/>
              <p:nvPr/>
            </p:nvSpPr>
            <p:spPr>
              <a:xfrm>
                <a:off x="8640762" y="5880353"/>
                <a:ext cx="222250" cy="111125"/>
              </a:xfrm>
              <a:custGeom>
                <a:rect b="b" l="l" r="r" t="t"/>
                <a:pathLst>
                  <a:path extrusionOk="0" h="111125" w="222250">
                    <a:moveTo>
                      <a:pt x="0" y="111125"/>
                    </a:moveTo>
                    <a:cubicBezTo>
                      <a:pt x="0" y="49784"/>
                      <a:pt x="49784" y="0"/>
                      <a:pt x="111125" y="0"/>
                    </a:cubicBezTo>
                    <a:cubicBezTo>
                      <a:pt x="172466" y="0"/>
                      <a:pt x="222250" y="49784"/>
                      <a:pt x="222250" y="111125"/>
                    </a:cubicBezTo>
                    <a:lnTo>
                      <a:pt x="0" y="111125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4" name="Google Shape;304;p15"/>
              <p:cNvSpPr/>
              <p:nvPr/>
            </p:nvSpPr>
            <p:spPr>
              <a:xfrm>
                <a:off x="9148762" y="5880353"/>
                <a:ext cx="222250" cy="111125"/>
              </a:xfrm>
              <a:custGeom>
                <a:rect b="b" l="l" r="r" t="t"/>
                <a:pathLst>
                  <a:path extrusionOk="0" h="111125" w="222250">
                    <a:moveTo>
                      <a:pt x="0" y="111125"/>
                    </a:moveTo>
                    <a:cubicBezTo>
                      <a:pt x="0" y="49784"/>
                      <a:pt x="49784" y="0"/>
                      <a:pt x="111125" y="0"/>
                    </a:cubicBezTo>
                    <a:cubicBezTo>
                      <a:pt x="172466" y="0"/>
                      <a:pt x="222250" y="49784"/>
                      <a:pt x="222250" y="111125"/>
                    </a:cubicBezTo>
                    <a:lnTo>
                      <a:pt x="0" y="111125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05" name="Google Shape;305;p15"/>
            <p:cNvGrpSpPr/>
            <p:nvPr/>
          </p:nvGrpSpPr>
          <p:grpSpPr>
            <a:xfrm>
              <a:off x="8651635" y="3940977"/>
              <a:ext cx="687743" cy="160473"/>
              <a:chOff x="8990012" y="6086729"/>
              <a:chExt cx="571500" cy="133350"/>
            </a:xfrm>
          </p:grpSpPr>
          <p:sp>
            <p:nvSpPr>
              <p:cNvPr id="306" name="Google Shape;306;p15"/>
              <p:cNvSpPr/>
              <p:nvPr/>
            </p:nvSpPr>
            <p:spPr>
              <a:xfrm>
                <a:off x="8990012" y="6201029"/>
                <a:ext cx="381000" cy="19050"/>
              </a:xfrm>
              <a:custGeom>
                <a:rect b="b" l="l" r="r" t="t"/>
                <a:pathLst>
                  <a:path extrusionOk="0" h="19050" w="381000">
                    <a:moveTo>
                      <a:pt x="0" y="0"/>
                    </a:moveTo>
                    <a:lnTo>
                      <a:pt x="381000" y="0"/>
                    </a:lnTo>
                    <a:lnTo>
                      <a:pt x="381000" y="19050"/>
                    </a:lnTo>
                    <a:lnTo>
                      <a:pt x="0" y="1905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7" name="Google Shape;307;p15"/>
              <p:cNvSpPr/>
              <p:nvPr/>
            </p:nvSpPr>
            <p:spPr>
              <a:xfrm>
                <a:off x="9180512" y="6086729"/>
                <a:ext cx="381000" cy="19050"/>
              </a:xfrm>
              <a:custGeom>
                <a:rect b="b" l="l" r="r" t="t"/>
                <a:pathLst>
                  <a:path extrusionOk="0" h="19050" w="381000">
                    <a:moveTo>
                      <a:pt x="0" y="0"/>
                    </a:moveTo>
                    <a:lnTo>
                      <a:pt x="381000" y="0"/>
                    </a:lnTo>
                    <a:lnTo>
                      <a:pt x="381000" y="19050"/>
                    </a:lnTo>
                    <a:lnTo>
                      <a:pt x="0" y="1905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08" name="Google Shape;308;p15"/>
            <p:cNvGrpSpPr/>
            <p:nvPr/>
          </p:nvGrpSpPr>
          <p:grpSpPr>
            <a:xfrm>
              <a:off x="7064293" y="-60361"/>
              <a:ext cx="1088650" cy="393124"/>
              <a:chOff x="10607230" y="6115367"/>
              <a:chExt cx="571500" cy="206375"/>
            </a:xfrm>
          </p:grpSpPr>
          <p:sp>
            <p:nvSpPr>
              <p:cNvPr id="309" name="Google Shape;309;p15"/>
              <p:cNvSpPr/>
              <p:nvPr/>
            </p:nvSpPr>
            <p:spPr>
              <a:xfrm>
                <a:off x="10607230" y="6115367"/>
                <a:ext cx="412750" cy="206375"/>
              </a:xfrm>
              <a:custGeom>
                <a:rect b="b" l="l" r="r" t="t"/>
                <a:pathLst>
                  <a:path extrusionOk="0" h="206375" w="412750">
                    <a:moveTo>
                      <a:pt x="0" y="206375"/>
                    </a:moveTo>
                    <a:cubicBezTo>
                      <a:pt x="0" y="92392"/>
                      <a:pt x="92392" y="0"/>
                      <a:pt x="206375" y="0"/>
                    </a:cubicBezTo>
                    <a:cubicBezTo>
                      <a:pt x="320357" y="0"/>
                      <a:pt x="412750" y="92392"/>
                      <a:pt x="412750" y="206375"/>
                    </a:cubicBezTo>
                    <a:lnTo>
                      <a:pt x="0" y="206375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0" name="Google Shape;310;p15"/>
              <p:cNvSpPr/>
              <p:nvPr/>
            </p:nvSpPr>
            <p:spPr>
              <a:xfrm>
                <a:off x="10956480" y="6210617"/>
                <a:ext cx="222250" cy="111125"/>
              </a:xfrm>
              <a:custGeom>
                <a:rect b="b" l="l" r="r" t="t"/>
                <a:pathLst>
                  <a:path extrusionOk="0" h="111125" w="222250">
                    <a:moveTo>
                      <a:pt x="0" y="111125"/>
                    </a:moveTo>
                    <a:cubicBezTo>
                      <a:pt x="0" y="49721"/>
                      <a:pt x="49784" y="0"/>
                      <a:pt x="111125" y="0"/>
                    </a:cubicBezTo>
                    <a:cubicBezTo>
                      <a:pt x="172529" y="0"/>
                      <a:pt x="222250" y="49721"/>
                      <a:pt x="222250" y="111125"/>
                    </a:cubicBezTo>
                    <a:lnTo>
                      <a:pt x="0" y="111125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11" name="Google Shape;311;p15"/>
            <p:cNvSpPr/>
            <p:nvPr/>
          </p:nvSpPr>
          <p:spPr>
            <a:xfrm>
              <a:off x="35090" y="1752213"/>
              <a:ext cx="372824" cy="186412"/>
            </a:xfrm>
            <a:custGeom>
              <a:rect b="b" l="l" r="r" t="t"/>
              <a:pathLst>
                <a:path extrusionOk="0" h="111125" w="222250">
                  <a:moveTo>
                    <a:pt x="0" y="111125"/>
                  </a:moveTo>
                  <a:cubicBezTo>
                    <a:pt x="0" y="49784"/>
                    <a:pt x="49721" y="0"/>
                    <a:pt x="111125" y="0"/>
                  </a:cubicBezTo>
                  <a:cubicBezTo>
                    <a:pt x="172530" y="0"/>
                    <a:pt x="222250" y="49784"/>
                    <a:pt x="222250" y="111125"/>
                  </a:cubicBezTo>
                  <a:lnTo>
                    <a:pt x="0" y="11112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" name="Google Shape;312;p15"/>
            <p:cNvSpPr/>
            <p:nvPr/>
          </p:nvSpPr>
          <p:spPr>
            <a:xfrm flipH="1" rot="7100148">
              <a:off x="-811454" y="495088"/>
              <a:ext cx="2065916" cy="724730"/>
            </a:xfrm>
            <a:custGeom>
              <a:rect b="b" l="l" r="r" t="t"/>
              <a:pathLst>
                <a:path extrusionOk="0" h="113808" w="324421">
                  <a:moveTo>
                    <a:pt x="324422" y="80090"/>
                  </a:moveTo>
                  <a:cubicBezTo>
                    <a:pt x="324422" y="80090"/>
                    <a:pt x="311912" y="40720"/>
                    <a:pt x="235458" y="50309"/>
                  </a:cubicBezTo>
                  <a:cubicBezTo>
                    <a:pt x="157607" y="60088"/>
                    <a:pt x="168783" y="-4682"/>
                    <a:pt x="187135" y="271"/>
                  </a:cubicBezTo>
                  <a:cubicBezTo>
                    <a:pt x="205486" y="5224"/>
                    <a:pt x="199898" y="32592"/>
                    <a:pt x="172974" y="39450"/>
                  </a:cubicBezTo>
                  <a:cubicBezTo>
                    <a:pt x="130492" y="50309"/>
                    <a:pt x="114617" y="12971"/>
                    <a:pt x="70676" y="32592"/>
                  </a:cubicBezTo>
                  <a:cubicBezTo>
                    <a:pt x="41275" y="45737"/>
                    <a:pt x="30035" y="78820"/>
                    <a:pt x="30035" y="78820"/>
                  </a:cubicBezTo>
                  <a:cubicBezTo>
                    <a:pt x="30035" y="78820"/>
                    <a:pt x="13779" y="109427"/>
                    <a:pt x="0" y="113809"/>
                  </a:cubicBezTo>
                </a:path>
              </a:pathLst>
            </a:custGeom>
            <a:noFill/>
            <a:ln cap="rnd" cmpd="sng" w="12700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" name="Google Shape;313;p15"/>
            <p:cNvSpPr/>
            <p:nvPr/>
          </p:nvSpPr>
          <p:spPr>
            <a:xfrm>
              <a:off x="6711976" y="4318723"/>
              <a:ext cx="2550380" cy="1087230"/>
            </a:xfrm>
            <a:custGeom>
              <a:rect b="b" l="l" r="r" t="t"/>
              <a:pathLst>
                <a:path extrusionOk="0" h="254919" w="597979">
                  <a:moveTo>
                    <a:pt x="0" y="254762"/>
                  </a:moveTo>
                  <a:cubicBezTo>
                    <a:pt x="29654" y="256731"/>
                    <a:pt x="57658" y="239967"/>
                    <a:pt x="78549" y="218821"/>
                  </a:cubicBezTo>
                  <a:cubicBezTo>
                    <a:pt x="99378" y="197676"/>
                    <a:pt x="115062" y="172021"/>
                    <a:pt x="134429" y="149416"/>
                  </a:cubicBezTo>
                  <a:cubicBezTo>
                    <a:pt x="153797" y="126873"/>
                    <a:pt x="178498" y="106680"/>
                    <a:pt x="207899" y="102489"/>
                  </a:cubicBezTo>
                  <a:cubicBezTo>
                    <a:pt x="229870" y="99378"/>
                    <a:pt x="253936" y="106490"/>
                    <a:pt x="267970" y="123635"/>
                  </a:cubicBezTo>
                  <a:cubicBezTo>
                    <a:pt x="282004" y="140779"/>
                    <a:pt x="283464" y="168212"/>
                    <a:pt x="268669" y="184785"/>
                  </a:cubicBezTo>
                  <a:cubicBezTo>
                    <a:pt x="258635" y="196024"/>
                    <a:pt x="237617" y="199390"/>
                    <a:pt x="229870" y="186436"/>
                  </a:cubicBezTo>
                  <a:cubicBezTo>
                    <a:pt x="223457" y="175641"/>
                    <a:pt x="231267" y="160909"/>
                    <a:pt x="242507" y="155257"/>
                  </a:cubicBezTo>
                  <a:cubicBezTo>
                    <a:pt x="253746" y="149606"/>
                    <a:pt x="266954" y="150304"/>
                    <a:pt x="279591" y="150559"/>
                  </a:cubicBezTo>
                  <a:cubicBezTo>
                    <a:pt x="401193" y="152845"/>
                    <a:pt x="522605" y="95504"/>
                    <a:pt x="597979" y="0"/>
                  </a:cubicBezTo>
                </a:path>
              </a:pathLst>
            </a:custGeom>
            <a:noFill/>
            <a:ln cap="rnd" cmpd="sng" w="12700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4" name="Google Shape;314;p15"/>
          <p:cNvGrpSpPr/>
          <p:nvPr/>
        </p:nvGrpSpPr>
        <p:grpSpPr>
          <a:xfrm>
            <a:off x="77070" y="2589722"/>
            <a:ext cx="9168790" cy="2553770"/>
            <a:chOff x="77070" y="2589722"/>
            <a:chExt cx="9168790" cy="2553770"/>
          </a:xfrm>
        </p:grpSpPr>
        <p:grpSp>
          <p:nvGrpSpPr>
            <p:cNvPr id="315" name="Google Shape;315;p15"/>
            <p:cNvGrpSpPr/>
            <p:nvPr/>
          </p:nvGrpSpPr>
          <p:grpSpPr>
            <a:xfrm rot="-1193981">
              <a:off x="178028" y="4420187"/>
              <a:ext cx="434231" cy="669390"/>
              <a:chOff x="930783" y="678815"/>
              <a:chExt cx="275081" cy="424052"/>
            </a:xfrm>
          </p:grpSpPr>
          <p:sp>
            <p:nvSpPr>
              <p:cNvPr id="316" name="Google Shape;316;p15"/>
              <p:cNvSpPr/>
              <p:nvPr/>
            </p:nvSpPr>
            <p:spPr>
              <a:xfrm>
                <a:off x="930783" y="678815"/>
                <a:ext cx="275081" cy="424052"/>
              </a:xfrm>
              <a:custGeom>
                <a:rect b="b" l="l" r="r" t="t"/>
                <a:pathLst>
                  <a:path extrusionOk="0" h="424052" w="275081">
                    <a:moveTo>
                      <a:pt x="0" y="137541"/>
                    </a:moveTo>
                    <a:cubicBezTo>
                      <a:pt x="0" y="213487"/>
                      <a:pt x="82105" y="424053"/>
                      <a:pt x="137541" y="424053"/>
                    </a:cubicBezTo>
                    <a:cubicBezTo>
                      <a:pt x="189103" y="424053"/>
                      <a:pt x="275082" y="213487"/>
                      <a:pt x="275082" y="137541"/>
                    </a:cubicBezTo>
                    <a:cubicBezTo>
                      <a:pt x="275082" y="61595"/>
                      <a:pt x="213487" y="0"/>
                      <a:pt x="137541" y="0"/>
                    </a:cubicBezTo>
                    <a:cubicBezTo>
                      <a:pt x="61595" y="0"/>
                      <a:pt x="0" y="61595"/>
                      <a:pt x="0" y="13754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7" name="Google Shape;317;p15"/>
              <p:cNvSpPr/>
              <p:nvPr/>
            </p:nvSpPr>
            <p:spPr>
              <a:xfrm>
                <a:off x="1007236" y="755205"/>
                <a:ext cx="122237" cy="122301"/>
              </a:xfrm>
              <a:custGeom>
                <a:rect b="b" l="l" r="r" t="t"/>
                <a:pathLst>
                  <a:path extrusionOk="0" h="122301" w="122237">
                    <a:moveTo>
                      <a:pt x="0" y="61150"/>
                    </a:moveTo>
                    <a:cubicBezTo>
                      <a:pt x="0" y="94933"/>
                      <a:pt x="27368" y="122301"/>
                      <a:pt x="61151" y="122301"/>
                    </a:cubicBezTo>
                    <a:cubicBezTo>
                      <a:pt x="94933" y="122301"/>
                      <a:pt x="122238" y="94933"/>
                      <a:pt x="122238" y="61150"/>
                    </a:cubicBezTo>
                    <a:cubicBezTo>
                      <a:pt x="122238" y="27368"/>
                      <a:pt x="94869" y="0"/>
                      <a:pt x="61151" y="0"/>
                    </a:cubicBezTo>
                    <a:cubicBezTo>
                      <a:pt x="27305" y="0"/>
                      <a:pt x="0" y="27368"/>
                      <a:pt x="0" y="6115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18" name="Google Shape;318;p15"/>
            <p:cNvGrpSpPr/>
            <p:nvPr/>
          </p:nvGrpSpPr>
          <p:grpSpPr>
            <a:xfrm rot="241708">
              <a:off x="8788640" y="2604148"/>
              <a:ext cx="434243" cy="669409"/>
              <a:chOff x="930783" y="678815"/>
              <a:chExt cx="275081" cy="424052"/>
            </a:xfrm>
          </p:grpSpPr>
          <p:sp>
            <p:nvSpPr>
              <p:cNvPr id="319" name="Google Shape;319;p15"/>
              <p:cNvSpPr/>
              <p:nvPr/>
            </p:nvSpPr>
            <p:spPr>
              <a:xfrm>
                <a:off x="930783" y="678815"/>
                <a:ext cx="275081" cy="424052"/>
              </a:xfrm>
              <a:custGeom>
                <a:rect b="b" l="l" r="r" t="t"/>
                <a:pathLst>
                  <a:path extrusionOk="0" h="424052" w="275081">
                    <a:moveTo>
                      <a:pt x="0" y="137541"/>
                    </a:moveTo>
                    <a:cubicBezTo>
                      <a:pt x="0" y="213487"/>
                      <a:pt x="82105" y="424053"/>
                      <a:pt x="137541" y="424053"/>
                    </a:cubicBezTo>
                    <a:cubicBezTo>
                      <a:pt x="189103" y="424053"/>
                      <a:pt x="275082" y="213487"/>
                      <a:pt x="275082" y="137541"/>
                    </a:cubicBezTo>
                    <a:cubicBezTo>
                      <a:pt x="275082" y="61595"/>
                      <a:pt x="213487" y="0"/>
                      <a:pt x="137541" y="0"/>
                    </a:cubicBezTo>
                    <a:cubicBezTo>
                      <a:pt x="61595" y="0"/>
                      <a:pt x="0" y="61595"/>
                      <a:pt x="0" y="13754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0" name="Google Shape;320;p15"/>
              <p:cNvSpPr/>
              <p:nvPr/>
            </p:nvSpPr>
            <p:spPr>
              <a:xfrm>
                <a:off x="1007236" y="755205"/>
                <a:ext cx="122237" cy="122301"/>
              </a:xfrm>
              <a:custGeom>
                <a:rect b="b" l="l" r="r" t="t"/>
                <a:pathLst>
                  <a:path extrusionOk="0" h="122301" w="122237">
                    <a:moveTo>
                      <a:pt x="0" y="61150"/>
                    </a:moveTo>
                    <a:cubicBezTo>
                      <a:pt x="0" y="94933"/>
                      <a:pt x="27368" y="122301"/>
                      <a:pt x="61151" y="122301"/>
                    </a:cubicBezTo>
                    <a:cubicBezTo>
                      <a:pt x="94933" y="122301"/>
                      <a:pt x="122238" y="94933"/>
                      <a:pt x="122238" y="61150"/>
                    </a:cubicBezTo>
                    <a:cubicBezTo>
                      <a:pt x="122238" y="27368"/>
                      <a:pt x="94869" y="0"/>
                      <a:pt x="61151" y="0"/>
                    </a:cubicBezTo>
                    <a:cubicBezTo>
                      <a:pt x="27305" y="0"/>
                      <a:pt x="0" y="27368"/>
                      <a:pt x="0" y="6115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21" name="Google Shape;321;p1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2"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24" name="Google Shape;324;p16"/>
          <p:cNvSpPr txBox="1"/>
          <p:nvPr>
            <p:ph idx="1" type="body"/>
          </p:nvPr>
        </p:nvSpPr>
        <p:spPr>
          <a:xfrm>
            <a:off x="720000" y="1152475"/>
            <a:ext cx="7704000" cy="15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Barlow SemiBold"/>
              <a:buChar char="●"/>
              <a:defRPr sz="1200"/>
            </a:lvl1pPr>
            <a:lvl2pPr indent="-3048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Darker Grotesque SemiBold"/>
              <a:buChar char="○"/>
              <a:defRPr sz="1200"/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Darker Grotesque SemiBold"/>
              <a:buChar char="■"/>
              <a:defRPr sz="1200"/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Darker Grotesque SemiBold"/>
              <a:buChar char="●"/>
              <a:defRPr sz="1200"/>
            </a:lvl4pPr>
            <a:lvl5pPr indent="-3048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Darker Grotesque SemiBold"/>
              <a:buChar char="○"/>
              <a:defRPr sz="1200"/>
            </a:lvl5pPr>
            <a:lvl6pPr indent="-3048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Darker Grotesque SemiBold"/>
              <a:buChar char="■"/>
              <a:defRPr sz="1200"/>
            </a:lvl6pPr>
            <a:lvl7pPr indent="-3048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Darker Grotesque SemiBold"/>
              <a:buChar char="●"/>
              <a:defRPr sz="1200"/>
            </a:lvl7pPr>
            <a:lvl8pPr indent="-3048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Darker Grotesque SemiBold"/>
              <a:buChar char="○"/>
              <a:defRPr sz="1200"/>
            </a:lvl8pPr>
            <a:lvl9pPr indent="-3048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Darker Grotesque SemiBold"/>
              <a:buChar char="■"/>
              <a:defRPr sz="1200"/>
            </a:lvl9pPr>
          </a:lstStyle>
          <a:p/>
        </p:txBody>
      </p:sp>
      <p:grpSp>
        <p:nvGrpSpPr>
          <p:cNvPr id="325" name="Google Shape;325;p16"/>
          <p:cNvGrpSpPr/>
          <p:nvPr/>
        </p:nvGrpSpPr>
        <p:grpSpPr>
          <a:xfrm>
            <a:off x="383662" y="480849"/>
            <a:ext cx="9740044" cy="4591805"/>
            <a:chOff x="231262" y="328449"/>
            <a:chExt cx="9740044" cy="4591805"/>
          </a:xfrm>
        </p:grpSpPr>
        <p:grpSp>
          <p:nvGrpSpPr>
            <p:cNvPr id="326" name="Google Shape;326;p16"/>
            <p:cNvGrpSpPr/>
            <p:nvPr/>
          </p:nvGrpSpPr>
          <p:grpSpPr>
            <a:xfrm>
              <a:off x="8590842" y="2125303"/>
              <a:ext cx="1380465" cy="390131"/>
              <a:chOff x="8640762" y="5785103"/>
              <a:chExt cx="730250" cy="206375"/>
            </a:xfrm>
          </p:grpSpPr>
          <p:sp>
            <p:nvSpPr>
              <p:cNvPr id="327" name="Google Shape;327;p16"/>
              <p:cNvSpPr/>
              <p:nvPr/>
            </p:nvSpPr>
            <p:spPr>
              <a:xfrm>
                <a:off x="8799512" y="5785103"/>
                <a:ext cx="412750" cy="206375"/>
              </a:xfrm>
              <a:custGeom>
                <a:rect b="b" l="l" r="r" t="t"/>
                <a:pathLst>
                  <a:path extrusionOk="0" h="206375" w="412750">
                    <a:moveTo>
                      <a:pt x="0" y="206375"/>
                    </a:moveTo>
                    <a:cubicBezTo>
                      <a:pt x="0" y="92393"/>
                      <a:pt x="92393" y="0"/>
                      <a:pt x="206375" y="0"/>
                    </a:cubicBezTo>
                    <a:cubicBezTo>
                      <a:pt x="320357" y="0"/>
                      <a:pt x="412750" y="92393"/>
                      <a:pt x="412750" y="206375"/>
                    </a:cubicBezTo>
                    <a:lnTo>
                      <a:pt x="0" y="206375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8" name="Google Shape;328;p16"/>
              <p:cNvSpPr/>
              <p:nvPr/>
            </p:nvSpPr>
            <p:spPr>
              <a:xfrm>
                <a:off x="8640762" y="5880353"/>
                <a:ext cx="222250" cy="111125"/>
              </a:xfrm>
              <a:custGeom>
                <a:rect b="b" l="l" r="r" t="t"/>
                <a:pathLst>
                  <a:path extrusionOk="0" h="111125" w="222250">
                    <a:moveTo>
                      <a:pt x="0" y="111125"/>
                    </a:moveTo>
                    <a:cubicBezTo>
                      <a:pt x="0" y="49784"/>
                      <a:pt x="49784" y="0"/>
                      <a:pt x="111125" y="0"/>
                    </a:cubicBezTo>
                    <a:cubicBezTo>
                      <a:pt x="172466" y="0"/>
                      <a:pt x="222250" y="49784"/>
                      <a:pt x="222250" y="111125"/>
                    </a:cubicBezTo>
                    <a:lnTo>
                      <a:pt x="0" y="111125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9" name="Google Shape;329;p16"/>
              <p:cNvSpPr/>
              <p:nvPr/>
            </p:nvSpPr>
            <p:spPr>
              <a:xfrm>
                <a:off x="9148762" y="5880353"/>
                <a:ext cx="222250" cy="111125"/>
              </a:xfrm>
              <a:custGeom>
                <a:rect b="b" l="l" r="r" t="t"/>
                <a:pathLst>
                  <a:path extrusionOk="0" h="111125" w="222250">
                    <a:moveTo>
                      <a:pt x="0" y="111125"/>
                    </a:moveTo>
                    <a:cubicBezTo>
                      <a:pt x="0" y="49784"/>
                      <a:pt x="49784" y="0"/>
                      <a:pt x="111125" y="0"/>
                    </a:cubicBezTo>
                    <a:cubicBezTo>
                      <a:pt x="172466" y="0"/>
                      <a:pt x="222250" y="49784"/>
                      <a:pt x="222250" y="111125"/>
                    </a:cubicBezTo>
                    <a:lnTo>
                      <a:pt x="0" y="111125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30" name="Google Shape;330;p16"/>
            <p:cNvGrpSpPr/>
            <p:nvPr/>
          </p:nvGrpSpPr>
          <p:grpSpPr>
            <a:xfrm>
              <a:off x="4846887" y="4786904"/>
              <a:ext cx="571500" cy="133350"/>
              <a:chOff x="8990012" y="6086729"/>
              <a:chExt cx="571500" cy="133350"/>
            </a:xfrm>
          </p:grpSpPr>
          <p:sp>
            <p:nvSpPr>
              <p:cNvPr id="331" name="Google Shape;331;p16"/>
              <p:cNvSpPr/>
              <p:nvPr/>
            </p:nvSpPr>
            <p:spPr>
              <a:xfrm>
                <a:off x="8990012" y="6201029"/>
                <a:ext cx="381000" cy="19050"/>
              </a:xfrm>
              <a:custGeom>
                <a:rect b="b" l="l" r="r" t="t"/>
                <a:pathLst>
                  <a:path extrusionOk="0" h="19050" w="381000">
                    <a:moveTo>
                      <a:pt x="0" y="0"/>
                    </a:moveTo>
                    <a:lnTo>
                      <a:pt x="381000" y="0"/>
                    </a:lnTo>
                    <a:lnTo>
                      <a:pt x="381000" y="19050"/>
                    </a:lnTo>
                    <a:lnTo>
                      <a:pt x="0" y="1905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2" name="Google Shape;332;p16"/>
              <p:cNvSpPr/>
              <p:nvPr/>
            </p:nvSpPr>
            <p:spPr>
              <a:xfrm>
                <a:off x="9180512" y="6086729"/>
                <a:ext cx="381000" cy="19050"/>
              </a:xfrm>
              <a:custGeom>
                <a:rect b="b" l="l" r="r" t="t"/>
                <a:pathLst>
                  <a:path extrusionOk="0" h="19050" w="381000">
                    <a:moveTo>
                      <a:pt x="0" y="0"/>
                    </a:moveTo>
                    <a:lnTo>
                      <a:pt x="381000" y="0"/>
                    </a:lnTo>
                    <a:lnTo>
                      <a:pt x="381000" y="19050"/>
                    </a:lnTo>
                    <a:lnTo>
                      <a:pt x="0" y="1905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33" name="Google Shape;333;p16"/>
            <p:cNvGrpSpPr/>
            <p:nvPr/>
          </p:nvGrpSpPr>
          <p:grpSpPr>
            <a:xfrm>
              <a:off x="8915480" y="4110417"/>
              <a:ext cx="571500" cy="206375"/>
              <a:chOff x="10607230" y="6115367"/>
              <a:chExt cx="571500" cy="206375"/>
            </a:xfrm>
          </p:grpSpPr>
          <p:sp>
            <p:nvSpPr>
              <p:cNvPr id="334" name="Google Shape;334;p16"/>
              <p:cNvSpPr/>
              <p:nvPr/>
            </p:nvSpPr>
            <p:spPr>
              <a:xfrm>
                <a:off x="10607230" y="6115367"/>
                <a:ext cx="412750" cy="206375"/>
              </a:xfrm>
              <a:custGeom>
                <a:rect b="b" l="l" r="r" t="t"/>
                <a:pathLst>
                  <a:path extrusionOk="0" h="206375" w="412750">
                    <a:moveTo>
                      <a:pt x="0" y="206375"/>
                    </a:moveTo>
                    <a:cubicBezTo>
                      <a:pt x="0" y="92392"/>
                      <a:pt x="92392" y="0"/>
                      <a:pt x="206375" y="0"/>
                    </a:cubicBezTo>
                    <a:cubicBezTo>
                      <a:pt x="320357" y="0"/>
                      <a:pt x="412750" y="92392"/>
                      <a:pt x="412750" y="206375"/>
                    </a:cubicBezTo>
                    <a:lnTo>
                      <a:pt x="0" y="206375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5" name="Google Shape;335;p16"/>
              <p:cNvSpPr/>
              <p:nvPr/>
            </p:nvSpPr>
            <p:spPr>
              <a:xfrm>
                <a:off x="10956480" y="6210617"/>
                <a:ext cx="222250" cy="111125"/>
              </a:xfrm>
              <a:custGeom>
                <a:rect b="b" l="l" r="r" t="t"/>
                <a:pathLst>
                  <a:path extrusionOk="0" h="111125" w="222250">
                    <a:moveTo>
                      <a:pt x="0" y="111125"/>
                    </a:moveTo>
                    <a:cubicBezTo>
                      <a:pt x="0" y="49721"/>
                      <a:pt x="49784" y="0"/>
                      <a:pt x="111125" y="0"/>
                    </a:cubicBezTo>
                    <a:cubicBezTo>
                      <a:pt x="172529" y="0"/>
                      <a:pt x="222250" y="49721"/>
                      <a:pt x="222250" y="111125"/>
                    </a:cubicBezTo>
                    <a:lnTo>
                      <a:pt x="0" y="111125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36" name="Google Shape;336;p16"/>
            <p:cNvGrpSpPr/>
            <p:nvPr/>
          </p:nvGrpSpPr>
          <p:grpSpPr>
            <a:xfrm>
              <a:off x="231262" y="328449"/>
              <a:ext cx="603250" cy="273050"/>
              <a:chOff x="8640762" y="3990149"/>
              <a:chExt cx="603250" cy="273050"/>
            </a:xfrm>
          </p:grpSpPr>
          <p:sp>
            <p:nvSpPr>
              <p:cNvPr id="337" name="Google Shape;337;p16"/>
              <p:cNvSpPr/>
              <p:nvPr/>
            </p:nvSpPr>
            <p:spPr>
              <a:xfrm>
                <a:off x="8640762" y="4152074"/>
                <a:ext cx="222250" cy="111125"/>
              </a:xfrm>
              <a:custGeom>
                <a:rect b="b" l="l" r="r" t="t"/>
                <a:pathLst>
                  <a:path extrusionOk="0" h="111125" w="222250">
                    <a:moveTo>
                      <a:pt x="0" y="111125"/>
                    </a:moveTo>
                    <a:cubicBezTo>
                      <a:pt x="0" y="49784"/>
                      <a:pt x="49784" y="0"/>
                      <a:pt x="111125" y="0"/>
                    </a:cubicBezTo>
                    <a:cubicBezTo>
                      <a:pt x="172466" y="0"/>
                      <a:pt x="222250" y="49784"/>
                      <a:pt x="222250" y="111125"/>
                    </a:cubicBezTo>
                    <a:lnTo>
                      <a:pt x="0" y="111125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8" name="Google Shape;338;p16"/>
              <p:cNvSpPr/>
              <p:nvPr/>
            </p:nvSpPr>
            <p:spPr>
              <a:xfrm>
                <a:off x="8863012" y="3990149"/>
                <a:ext cx="381000" cy="19050"/>
              </a:xfrm>
              <a:custGeom>
                <a:rect b="b" l="l" r="r" t="t"/>
                <a:pathLst>
                  <a:path extrusionOk="0" h="19050" w="381000">
                    <a:moveTo>
                      <a:pt x="0" y="0"/>
                    </a:moveTo>
                    <a:lnTo>
                      <a:pt x="381000" y="0"/>
                    </a:lnTo>
                    <a:lnTo>
                      <a:pt x="381000" y="19050"/>
                    </a:lnTo>
                    <a:lnTo>
                      <a:pt x="0" y="1905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39" name="Google Shape;339;p1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2_1"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42" name="Google Shape;342;p17"/>
          <p:cNvSpPr txBox="1"/>
          <p:nvPr>
            <p:ph idx="1" type="body"/>
          </p:nvPr>
        </p:nvSpPr>
        <p:spPr>
          <a:xfrm>
            <a:off x="720000" y="1152475"/>
            <a:ext cx="7704000" cy="345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Barlow SemiBold"/>
              <a:buChar char="●"/>
              <a:defRPr sz="1200"/>
            </a:lvl1pPr>
            <a:lvl2pPr indent="-3048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Darker Grotesque SemiBold"/>
              <a:buChar char="○"/>
              <a:defRPr sz="1200"/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Darker Grotesque SemiBold"/>
              <a:buChar char="■"/>
              <a:defRPr sz="1200"/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Darker Grotesque SemiBold"/>
              <a:buChar char="●"/>
              <a:defRPr sz="1200"/>
            </a:lvl4pPr>
            <a:lvl5pPr indent="-3048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Darker Grotesque SemiBold"/>
              <a:buChar char="○"/>
              <a:defRPr sz="1200"/>
            </a:lvl5pPr>
            <a:lvl6pPr indent="-3048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Darker Grotesque SemiBold"/>
              <a:buChar char="■"/>
              <a:defRPr sz="1200"/>
            </a:lvl6pPr>
            <a:lvl7pPr indent="-3048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Darker Grotesque SemiBold"/>
              <a:buChar char="●"/>
              <a:defRPr sz="1200"/>
            </a:lvl7pPr>
            <a:lvl8pPr indent="-3048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Darker Grotesque SemiBold"/>
              <a:buChar char="○"/>
              <a:defRPr sz="1200"/>
            </a:lvl8pPr>
            <a:lvl9pPr indent="-3048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Darker Grotesque SemiBold"/>
              <a:buChar char="■"/>
              <a:defRPr sz="1200"/>
            </a:lvl9pPr>
          </a:lstStyle>
          <a:p/>
        </p:txBody>
      </p:sp>
      <p:grpSp>
        <p:nvGrpSpPr>
          <p:cNvPr id="343" name="Google Shape;343;p17"/>
          <p:cNvGrpSpPr/>
          <p:nvPr/>
        </p:nvGrpSpPr>
        <p:grpSpPr>
          <a:xfrm>
            <a:off x="-710483" y="-163610"/>
            <a:ext cx="10268734" cy="5669310"/>
            <a:chOff x="-710483" y="-163610"/>
            <a:chExt cx="10268734" cy="5669310"/>
          </a:xfrm>
        </p:grpSpPr>
        <p:grpSp>
          <p:nvGrpSpPr>
            <p:cNvPr id="344" name="Google Shape;344;p17"/>
            <p:cNvGrpSpPr/>
            <p:nvPr/>
          </p:nvGrpSpPr>
          <p:grpSpPr>
            <a:xfrm flipH="1" rot="6395070">
              <a:off x="-642629" y="80269"/>
              <a:ext cx="1383685" cy="1173261"/>
              <a:chOff x="5024310" y="2167559"/>
              <a:chExt cx="569494" cy="482907"/>
            </a:xfrm>
          </p:grpSpPr>
          <p:grpSp>
            <p:nvGrpSpPr>
              <p:cNvPr id="345" name="Google Shape;345;p17"/>
              <p:cNvGrpSpPr/>
              <p:nvPr/>
            </p:nvGrpSpPr>
            <p:grpSpPr>
              <a:xfrm>
                <a:off x="5024310" y="2167559"/>
                <a:ext cx="569494" cy="482907"/>
                <a:chOff x="5024310" y="2167559"/>
                <a:chExt cx="569494" cy="482907"/>
              </a:xfrm>
            </p:grpSpPr>
            <p:sp>
              <p:nvSpPr>
                <p:cNvPr id="346" name="Google Shape;346;p17"/>
                <p:cNvSpPr/>
                <p:nvPr/>
              </p:nvSpPr>
              <p:spPr>
                <a:xfrm>
                  <a:off x="5024310" y="2410967"/>
                  <a:ext cx="113538" cy="181546"/>
                </a:xfrm>
                <a:custGeom>
                  <a:rect b="b" l="l" r="r" t="t"/>
                  <a:pathLst>
                    <a:path extrusionOk="0" h="181546" w="113538">
                      <a:moveTo>
                        <a:pt x="49340" y="81788"/>
                      </a:moveTo>
                      <a:lnTo>
                        <a:pt x="0" y="9462"/>
                      </a:lnTo>
                      <a:lnTo>
                        <a:pt x="26797" y="0"/>
                      </a:lnTo>
                      <a:lnTo>
                        <a:pt x="113538" y="64770"/>
                      </a:lnTo>
                      <a:lnTo>
                        <a:pt x="106680" y="168846"/>
                      </a:lnTo>
                      <a:lnTo>
                        <a:pt x="78549" y="181546"/>
                      </a:lnTo>
                      <a:close/>
                    </a:path>
                  </a:pathLst>
                </a:custGeom>
                <a:solidFill>
                  <a:srgbClr val="FF9D2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7" name="Google Shape;347;p17"/>
                <p:cNvSpPr/>
                <p:nvPr/>
              </p:nvSpPr>
              <p:spPr>
                <a:xfrm>
                  <a:off x="5024310" y="2410967"/>
                  <a:ext cx="113538" cy="181546"/>
                </a:xfrm>
                <a:custGeom>
                  <a:rect b="b" l="l" r="r" t="t"/>
                  <a:pathLst>
                    <a:path extrusionOk="0" h="181546" w="113538">
                      <a:moveTo>
                        <a:pt x="49340" y="81788"/>
                      </a:moveTo>
                      <a:lnTo>
                        <a:pt x="0" y="9462"/>
                      </a:lnTo>
                      <a:lnTo>
                        <a:pt x="26797" y="0"/>
                      </a:lnTo>
                      <a:lnTo>
                        <a:pt x="113538" y="64770"/>
                      </a:lnTo>
                      <a:lnTo>
                        <a:pt x="106680" y="168846"/>
                      </a:lnTo>
                      <a:lnTo>
                        <a:pt x="78549" y="181546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8" name="Google Shape;348;p17"/>
                <p:cNvSpPr/>
                <p:nvPr/>
              </p:nvSpPr>
              <p:spPr>
                <a:xfrm>
                  <a:off x="5265229" y="2249445"/>
                  <a:ext cx="83099" cy="64938"/>
                </a:xfrm>
                <a:custGeom>
                  <a:rect b="b" l="l" r="r" t="t"/>
                  <a:pathLst>
                    <a:path extrusionOk="0" h="64938" w="83099">
                      <a:moveTo>
                        <a:pt x="81724" y="11408"/>
                      </a:moveTo>
                      <a:lnTo>
                        <a:pt x="77026" y="4042"/>
                      </a:lnTo>
                      <a:cubicBezTo>
                        <a:pt x="74422" y="-22"/>
                        <a:pt x="69024" y="-1229"/>
                        <a:pt x="64961" y="1375"/>
                      </a:cubicBezTo>
                      <a:lnTo>
                        <a:pt x="0" y="42904"/>
                      </a:lnTo>
                      <a:cubicBezTo>
                        <a:pt x="5017" y="50016"/>
                        <a:pt x="9779" y="57382"/>
                        <a:pt x="14161" y="64939"/>
                      </a:cubicBezTo>
                      <a:lnTo>
                        <a:pt x="79058" y="23473"/>
                      </a:lnTo>
                      <a:cubicBezTo>
                        <a:pt x="83122" y="20870"/>
                        <a:pt x="84328" y="15472"/>
                        <a:pt x="81724" y="11408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9" name="Google Shape;349;p17"/>
                <p:cNvSpPr/>
                <p:nvPr/>
              </p:nvSpPr>
              <p:spPr>
                <a:xfrm>
                  <a:off x="5196141" y="2191343"/>
                  <a:ext cx="83099" cy="64938"/>
                </a:xfrm>
                <a:custGeom>
                  <a:rect b="b" l="l" r="r" t="t"/>
                  <a:pathLst>
                    <a:path extrusionOk="0" h="64938" w="83099">
                      <a:moveTo>
                        <a:pt x="81724" y="11408"/>
                      </a:moveTo>
                      <a:lnTo>
                        <a:pt x="77026" y="4042"/>
                      </a:lnTo>
                      <a:cubicBezTo>
                        <a:pt x="74422" y="-22"/>
                        <a:pt x="69024" y="-1229"/>
                        <a:pt x="64961" y="1375"/>
                      </a:cubicBezTo>
                      <a:lnTo>
                        <a:pt x="0" y="42904"/>
                      </a:lnTo>
                      <a:cubicBezTo>
                        <a:pt x="5017" y="50016"/>
                        <a:pt x="9779" y="57382"/>
                        <a:pt x="14161" y="64939"/>
                      </a:cubicBezTo>
                      <a:lnTo>
                        <a:pt x="79058" y="23473"/>
                      </a:lnTo>
                      <a:cubicBezTo>
                        <a:pt x="83122" y="20870"/>
                        <a:pt x="84328" y="15472"/>
                        <a:pt x="81724" y="11408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0" name="Google Shape;350;p17"/>
                <p:cNvSpPr/>
                <p:nvPr/>
              </p:nvSpPr>
              <p:spPr>
                <a:xfrm>
                  <a:off x="5352732" y="2455228"/>
                  <a:ext cx="87344" cy="48956"/>
                </a:xfrm>
                <a:custGeom>
                  <a:rect b="b" l="l" r="r" t="t"/>
                  <a:pathLst>
                    <a:path extrusionOk="0" h="48956" w="87344">
                      <a:moveTo>
                        <a:pt x="84264" y="6031"/>
                      </a:moveTo>
                      <a:lnTo>
                        <a:pt x="86932" y="14350"/>
                      </a:lnTo>
                      <a:cubicBezTo>
                        <a:pt x="88392" y="18922"/>
                        <a:pt x="85852" y="23875"/>
                        <a:pt x="81280" y="25335"/>
                      </a:cubicBezTo>
                      <a:lnTo>
                        <a:pt x="7938" y="48957"/>
                      </a:lnTo>
                      <a:cubicBezTo>
                        <a:pt x="5652" y="40512"/>
                        <a:pt x="2984" y="32193"/>
                        <a:pt x="0" y="24001"/>
                      </a:cubicBezTo>
                      <a:lnTo>
                        <a:pt x="73279" y="443"/>
                      </a:lnTo>
                      <a:cubicBezTo>
                        <a:pt x="77851" y="-1081"/>
                        <a:pt x="82740" y="1459"/>
                        <a:pt x="84264" y="603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1" name="Google Shape;351;p17"/>
                <p:cNvSpPr/>
                <p:nvPr/>
              </p:nvSpPr>
              <p:spPr>
                <a:xfrm>
                  <a:off x="5353494" y="2545462"/>
                  <a:ext cx="87344" cy="48957"/>
                </a:xfrm>
                <a:custGeom>
                  <a:rect b="b" l="l" r="r" t="t"/>
                  <a:pathLst>
                    <a:path extrusionOk="0" h="48957" w="87344">
                      <a:moveTo>
                        <a:pt x="84265" y="6031"/>
                      </a:moveTo>
                      <a:lnTo>
                        <a:pt x="86932" y="14350"/>
                      </a:lnTo>
                      <a:cubicBezTo>
                        <a:pt x="88392" y="18922"/>
                        <a:pt x="85852" y="23875"/>
                        <a:pt x="81280" y="25335"/>
                      </a:cubicBezTo>
                      <a:lnTo>
                        <a:pt x="7938" y="48957"/>
                      </a:lnTo>
                      <a:cubicBezTo>
                        <a:pt x="5652" y="40512"/>
                        <a:pt x="2984" y="32193"/>
                        <a:pt x="0" y="24002"/>
                      </a:cubicBezTo>
                      <a:lnTo>
                        <a:pt x="73279" y="443"/>
                      </a:lnTo>
                      <a:cubicBezTo>
                        <a:pt x="77851" y="-1081"/>
                        <a:pt x="82804" y="1459"/>
                        <a:pt x="84265" y="603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2" name="Google Shape;352;p17"/>
                <p:cNvSpPr/>
                <p:nvPr/>
              </p:nvSpPr>
              <p:spPr>
                <a:xfrm>
                  <a:off x="5159933" y="2167559"/>
                  <a:ext cx="254772" cy="482907"/>
                </a:xfrm>
                <a:custGeom>
                  <a:rect b="b" l="l" r="r" t="t"/>
                  <a:pathLst>
                    <a:path extrusionOk="0" h="482907" w="254772">
                      <a:moveTo>
                        <a:pt x="249505" y="207340"/>
                      </a:moveTo>
                      <a:lnTo>
                        <a:pt x="228867" y="190894"/>
                      </a:lnTo>
                      <a:lnTo>
                        <a:pt x="229757" y="164605"/>
                      </a:lnTo>
                      <a:cubicBezTo>
                        <a:pt x="229757" y="164605"/>
                        <a:pt x="62942" y="838"/>
                        <a:pt x="23381" y="13"/>
                      </a:cubicBezTo>
                      <a:cubicBezTo>
                        <a:pt x="-16242" y="-749"/>
                        <a:pt x="6490" y="32779"/>
                        <a:pt x="6490" y="32779"/>
                      </a:cubicBezTo>
                      <a:lnTo>
                        <a:pt x="124346" y="216992"/>
                      </a:lnTo>
                      <a:lnTo>
                        <a:pt x="133998" y="234328"/>
                      </a:lnTo>
                      <a:lnTo>
                        <a:pt x="141872" y="255410"/>
                      </a:lnTo>
                      <a:lnTo>
                        <a:pt x="204991" y="462801"/>
                      </a:lnTo>
                      <a:cubicBezTo>
                        <a:pt x="204991" y="462801"/>
                        <a:pt x="215786" y="501790"/>
                        <a:pt x="240869" y="471183"/>
                      </a:cubicBezTo>
                      <a:cubicBezTo>
                        <a:pt x="265888" y="440512"/>
                        <a:pt x="249505" y="207340"/>
                        <a:pt x="249505" y="20734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3" name="Google Shape;353;p17"/>
                <p:cNvSpPr/>
                <p:nvPr/>
              </p:nvSpPr>
              <p:spPr>
                <a:xfrm>
                  <a:off x="5033490" y="2264417"/>
                  <a:ext cx="560314" cy="256064"/>
                </a:xfrm>
                <a:custGeom>
                  <a:rect b="b" l="l" r="r" t="t"/>
                  <a:pathLst>
                    <a:path extrusionOk="0" h="256064" w="560314">
                      <a:moveTo>
                        <a:pt x="66258" y="194684"/>
                      </a:moveTo>
                      <a:cubicBezTo>
                        <a:pt x="66258" y="194684"/>
                        <a:pt x="359311" y="54920"/>
                        <a:pt x="420398" y="24821"/>
                      </a:cubicBezTo>
                      <a:cubicBezTo>
                        <a:pt x="481485" y="-5278"/>
                        <a:pt x="543144" y="-9913"/>
                        <a:pt x="558574" y="21519"/>
                      </a:cubicBezTo>
                      <a:cubicBezTo>
                        <a:pt x="574005" y="53015"/>
                        <a:pt x="482564" y="95814"/>
                        <a:pt x="452719" y="107244"/>
                      </a:cubicBezTo>
                      <a:cubicBezTo>
                        <a:pt x="422875" y="118674"/>
                        <a:pt x="86388" y="245356"/>
                        <a:pt x="86388" y="245356"/>
                      </a:cubicBezTo>
                      <a:cubicBezTo>
                        <a:pt x="86388" y="245356"/>
                        <a:pt x="4028" y="269868"/>
                        <a:pt x="155" y="244722"/>
                      </a:cubicBezTo>
                      <a:cubicBezTo>
                        <a:pt x="-3718" y="219575"/>
                        <a:pt x="66258" y="194684"/>
                        <a:pt x="66258" y="194684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54" name="Google Shape;354;p17"/>
              <p:cNvSpPr/>
              <p:nvPr/>
            </p:nvSpPr>
            <p:spPr>
              <a:xfrm>
                <a:off x="5503862" y="2278931"/>
                <a:ext cx="45767" cy="55265"/>
              </a:xfrm>
              <a:custGeom>
                <a:rect b="b" l="l" r="r" t="t"/>
                <a:pathLst>
                  <a:path extrusionOk="0" h="55265" w="45767">
                    <a:moveTo>
                      <a:pt x="0" y="2878"/>
                    </a:moveTo>
                    <a:cubicBezTo>
                      <a:pt x="0" y="2878"/>
                      <a:pt x="20129" y="26817"/>
                      <a:pt x="24193" y="55265"/>
                    </a:cubicBezTo>
                    <a:cubicBezTo>
                      <a:pt x="24193" y="55265"/>
                      <a:pt x="53721" y="48471"/>
                      <a:pt x="43688" y="19197"/>
                    </a:cubicBezTo>
                    <a:cubicBezTo>
                      <a:pt x="33591" y="-10140"/>
                      <a:pt x="0" y="2878"/>
                      <a:pt x="0" y="2878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55" name="Google Shape;355;p17"/>
            <p:cNvGrpSpPr/>
            <p:nvPr/>
          </p:nvGrpSpPr>
          <p:grpSpPr>
            <a:xfrm rot="-510170">
              <a:off x="8523092" y="4124523"/>
              <a:ext cx="942849" cy="1318720"/>
              <a:chOff x="-1891361" y="-1128192"/>
              <a:chExt cx="1290816" cy="1805406"/>
            </a:xfrm>
          </p:grpSpPr>
          <p:grpSp>
            <p:nvGrpSpPr>
              <p:cNvPr id="356" name="Google Shape;356;p17"/>
              <p:cNvGrpSpPr/>
              <p:nvPr/>
            </p:nvGrpSpPr>
            <p:grpSpPr>
              <a:xfrm>
                <a:off x="-1891361" y="-1128192"/>
                <a:ext cx="1290816" cy="1805406"/>
                <a:chOff x="-1891361" y="-1128192"/>
                <a:chExt cx="1290816" cy="1805406"/>
              </a:xfrm>
            </p:grpSpPr>
            <p:sp>
              <p:nvSpPr>
                <p:cNvPr id="357" name="Google Shape;357;p17"/>
                <p:cNvSpPr/>
                <p:nvPr/>
              </p:nvSpPr>
              <p:spPr>
                <a:xfrm>
                  <a:off x="-1693575" y="-55375"/>
                  <a:ext cx="893523" cy="433590"/>
                </a:xfrm>
                <a:custGeom>
                  <a:rect b="b" l="l" r="r" t="t"/>
                  <a:pathLst>
                    <a:path extrusionOk="0" h="1469798" w="3469994">
                      <a:moveTo>
                        <a:pt x="2218218" y="955478"/>
                      </a:moveTo>
                      <a:lnTo>
                        <a:pt x="2279936" y="955478"/>
                      </a:lnTo>
                      <a:lnTo>
                        <a:pt x="2279936" y="1469798"/>
                      </a:lnTo>
                      <a:lnTo>
                        <a:pt x="2218218" y="1469798"/>
                      </a:lnTo>
                      <a:close/>
                      <a:moveTo>
                        <a:pt x="1189577" y="955478"/>
                      </a:moveTo>
                      <a:lnTo>
                        <a:pt x="1251295" y="955478"/>
                      </a:lnTo>
                      <a:lnTo>
                        <a:pt x="1251295" y="1469798"/>
                      </a:lnTo>
                      <a:lnTo>
                        <a:pt x="1189577" y="1469798"/>
                      </a:lnTo>
                      <a:close/>
                      <a:moveTo>
                        <a:pt x="51287" y="2372"/>
                      </a:moveTo>
                      <a:lnTo>
                        <a:pt x="989061" y="1403218"/>
                      </a:lnTo>
                      <a:lnTo>
                        <a:pt x="937774" y="1437551"/>
                      </a:lnTo>
                      <a:lnTo>
                        <a:pt x="0" y="36705"/>
                      </a:lnTo>
                      <a:close/>
                      <a:moveTo>
                        <a:pt x="3418707" y="0"/>
                      </a:moveTo>
                      <a:lnTo>
                        <a:pt x="3469994" y="34333"/>
                      </a:lnTo>
                      <a:lnTo>
                        <a:pt x="2532221" y="1435177"/>
                      </a:lnTo>
                      <a:lnTo>
                        <a:pt x="2480934" y="1400844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8" name="Google Shape;358;p17"/>
                <p:cNvSpPr/>
                <p:nvPr/>
              </p:nvSpPr>
              <p:spPr>
                <a:xfrm>
                  <a:off x="-1891361" y="-1128192"/>
                  <a:ext cx="1290816" cy="1365868"/>
                </a:xfrm>
                <a:custGeom>
                  <a:rect b="b" l="l" r="r" t="t"/>
                  <a:pathLst>
                    <a:path extrusionOk="0" h="1579038" w="1492273">
                      <a:moveTo>
                        <a:pt x="1273730" y="218551"/>
                      </a:moveTo>
                      <a:cubicBezTo>
                        <a:pt x="982329" y="-72850"/>
                        <a:pt x="509953" y="-72850"/>
                        <a:pt x="218551" y="218551"/>
                      </a:cubicBezTo>
                      <a:cubicBezTo>
                        <a:pt x="-72850" y="509952"/>
                        <a:pt x="-72850" y="982329"/>
                        <a:pt x="218551" y="1273731"/>
                      </a:cubicBezTo>
                      <a:lnTo>
                        <a:pt x="523859" y="1579039"/>
                      </a:lnTo>
                      <a:lnTo>
                        <a:pt x="968359" y="1579039"/>
                      </a:lnTo>
                      <a:lnTo>
                        <a:pt x="1273667" y="1273731"/>
                      </a:lnTo>
                      <a:cubicBezTo>
                        <a:pt x="1565132" y="982393"/>
                        <a:pt x="1565132" y="509952"/>
                        <a:pt x="1273730" y="21855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9" name="Google Shape;359;p17"/>
                <p:cNvSpPr/>
                <p:nvPr/>
              </p:nvSpPr>
              <p:spPr>
                <a:xfrm>
                  <a:off x="-1671618" y="-1128192"/>
                  <a:ext cx="851368" cy="1365868"/>
                </a:xfrm>
                <a:custGeom>
                  <a:rect b="b" l="l" r="r" t="t"/>
                  <a:pathLst>
                    <a:path extrusionOk="0" h="1579038" w="984241">
                      <a:moveTo>
                        <a:pt x="840121" y="218551"/>
                      </a:moveTo>
                      <a:cubicBezTo>
                        <a:pt x="647907" y="-72850"/>
                        <a:pt x="336312" y="-72850"/>
                        <a:pt x="144161" y="218551"/>
                      </a:cubicBezTo>
                      <a:cubicBezTo>
                        <a:pt x="-48054" y="509952"/>
                        <a:pt x="-48054" y="982329"/>
                        <a:pt x="144161" y="1273731"/>
                      </a:cubicBezTo>
                      <a:lnTo>
                        <a:pt x="345583" y="1579039"/>
                      </a:lnTo>
                      <a:lnTo>
                        <a:pt x="638762" y="1579039"/>
                      </a:lnTo>
                      <a:lnTo>
                        <a:pt x="840184" y="1273731"/>
                      </a:lnTo>
                      <a:cubicBezTo>
                        <a:pt x="1032272" y="982393"/>
                        <a:pt x="1032272" y="509952"/>
                        <a:pt x="840121" y="21855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0" name="Google Shape;360;p17"/>
                <p:cNvSpPr/>
                <p:nvPr/>
              </p:nvSpPr>
              <p:spPr>
                <a:xfrm>
                  <a:off x="-1451887" y="-1128192"/>
                  <a:ext cx="411949" cy="1365868"/>
                </a:xfrm>
                <a:custGeom>
                  <a:rect b="b" l="l" r="r" t="t"/>
                  <a:pathLst>
                    <a:path extrusionOk="0" h="1579038" w="476242">
                      <a:moveTo>
                        <a:pt x="406464" y="218551"/>
                      </a:moveTo>
                      <a:cubicBezTo>
                        <a:pt x="313500" y="-72850"/>
                        <a:pt x="162687" y="-72850"/>
                        <a:pt x="69723" y="218551"/>
                      </a:cubicBezTo>
                      <a:cubicBezTo>
                        <a:pt x="-23241" y="509952"/>
                        <a:pt x="-23241" y="982329"/>
                        <a:pt x="69723" y="1273731"/>
                      </a:cubicBezTo>
                      <a:lnTo>
                        <a:pt x="167195" y="1579039"/>
                      </a:lnTo>
                      <a:lnTo>
                        <a:pt x="309055" y="1579039"/>
                      </a:lnTo>
                      <a:lnTo>
                        <a:pt x="406527" y="1273731"/>
                      </a:lnTo>
                      <a:cubicBezTo>
                        <a:pt x="499491" y="982393"/>
                        <a:pt x="499491" y="509952"/>
                        <a:pt x="406464" y="21855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1" name="Google Shape;361;p17"/>
                <p:cNvSpPr/>
                <p:nvPr/>
              </p:nvSpPr>
              <p:spPr>
                <a:xfrm>
                  <a:off x="-1451865" y="347649"/>
                  <a:ext cx="411956" cy="329565"/>
                </a:xfrm>
                <a:custGeom>
                  <a:rect b="b" l="l" r="r" t="t"/>
                  <a:pathLst>
                    <a:path extrusionOk="0" h="381000" w="476250">
                      <a:moveTo>
                        <a:pt x="114300" y="381000"/>
                      </a:moveTo>
                      <a:lnTo>
                        <a:pt x="361950" y="381000"/>
                      </a:lnTo>
                      <a:cubicBezTo>
                        <a:pt x="425069" y="381000"/>
                        <a:pt x="476250" y="329819"/>
                        <a:pt x="476250" y="266700"/>
                      </a:cubicBezTo>
                      <a:lnTo>
                        <a:pt x="476250" y="0"/>
                      </a:lnTo>
                      <a:lnTo>
                        <a:pt x="0" y="0"/>
                      </a:lnTo>
                      <a:lnTo>
                        <a:pt x="0" y="266700"/>
                      </a:lnTo>
                      <a:cubicBezTo>
                        <a:pt x="0" y="329819"/>
                        <a:pt x="51118" y="381000"/>
                        <a:pt x="114300" y="38100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62" name="Google Shape;362;p17"/>
                <p:cNvGrpSpPr/>
                <p:nvPr/>
              </p:nvGrpSpPr>
              <p:grpSpPr>
                <a:xfrm>
                  <a:off x="-1460307" y="347488"/>
                  <a:ext cx="428435" cy="76899"/>
                  <a:chOff x="6791388" y="5563615"/>
                  <a:chExt cx="495300" cy="88900"/>
                </a:xfrm>
              </p:grpSpPr>
              <p:sp>
                <p:nvSpPr>
                  <p:cNvPr id="363" name="Google Shape;363;p17"/>
                  <p:cNvSpPr/>
                  <p:nvPr/>
                </p:nvSpPr>
                <p:spPr>
                  <a:xfrm>
                    <a:off x="6791388" y="5563615"/>
                    <a:ext cx="177800" cy="88900"/>
                  </a:xfrm>
                  <a:custGeom>
                    <a:rect b="b" l="l" r="r" t="t"/>
                    <a:pathLst>
                      <a:path extrusionOk="0" h="88900" w="177800">
                        <a:moveTo>
                          <a:pt x="88900" y="88900"/>
                        </a:moveTo>
                        <a:cubicBezTo>
                          <a:pt x="39878" y="88900"/>
                          <a:pt x="0" y="49022"/>
                          <a:pt x="0" y="0"/>
                        </a:cubicBezTo>
                        <a:lnTo>
                          <a:pt x="19050" y="0"/>
                        </a:lnTo>
                        <a:cubicBezTo>
                          <a:pt x="19050" y="38545"/>
                          <a:pt x="50355" y="69850"/>
                          <a:pt x="88900" y="69850"/>
                        </a:cubicBezTo>
                        <a:cubicBezTo>
                          <a:pt x="127444" y="69850"/>
                          <a:pt x="158750" y="38545"/>
                          <a:pt x="158750" y="0"/>
                        </a:cubicBezTo>
                        <a:lnTo>
                          <a:pt x="177800" y="0"/>
                        </a:lnTo>
                        <a:cubicBezTo>
                          <a:pt x="177800" y="49022"/>
                          <a:pt x="137922" y="88900"/>
                          <a:pt x="88900" y="88900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64" name="Google Shape;364;p17"/>
                  <p:cNvSpPr/>
                  <p:nvPr/>
                </p:nvSpPr>
                <p:spPr>
                  <a:xfrm>
                    <a:off x="7108888" y="5563615"/>
                    <a:ext cx="177800" cy="88900"/>
                  </a:xfrm>
                  <a:custGeom>
                    <a:rect b="b" l="l" r="r" t="t"/>
                    <a:pathLst>
                      <a:path extrusionOk="0" h="88900" w="177800">
                        <a:moveTo>
                          <a:pt x="88900" y="88900"/>
                        </a:moveTo>
                        <a:cubicBezTo>
                          <a:pt x="39878" y="88900"/>
                          <a:pt x="0" y="49022"/>
                          <a:pt x="0" y="0"/>
                        </a:cubicBezTo>
                        <a:lnTo>
                          <a:pt x="19050" y="0"/>
                        </a:lnTo>
                        <a:cubicBezTo>
                          <a:pt x="19050" y="38545"/>
                          <a:pt x="50355" y="69850"/>
                          <a:pt x="88900" y="69850"/>
                        </a:cubicBezTo>
                        <a:cubicBezTo>
                          <a:pt x="127444" y="69850"/>
                          <a:pt x="158750" y="38545"/>
                          <a:pt x="158750" y="0"/>
                        </a:cubicBezTo>
                        <a:lnTo>
                          <a:pt x="177800" y="0"/>
                        </a:lnTo>
                        <a:cubicBezTo>
                          <a:pt x="177800" y="49022"/>
                          <a:pt x="137922" y="88900"/>
                          <a:pt x="88900" y="88900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65" name="Google Shape;365;p17"/>
                  <p:cNvSpPr/>
                  <p:nvPr/>
                </p:nvSpPr>
                <p:spPr>
                  <a:xfrm>
                    <a:off x="6950138" y="5563615"/>
                    <a:ext cx="177800" cy="88900"/>
                  </a:xfrm>
                  <a:custGeom>
                    <a:rect b="b" l="l" r="r" t="t"/>
                    <a:pathLst>
                      <a:path extrusionOk="0" h="88900" w="177800">
                        <a:moveTo>
                          <a:pt x="88900" y="88900"/>
                        </a:moveTo>
                        <a:cubicBezTo>
                          <a:pt x="39878" y="88900"/>
                          <a:pt x="0" y="49022"/>
                          <a:pt x="0" y="0"/>
                        </a:cubicBezTo>
                        <a:lnTo>
                          <a:pt x="19050" y="0"/>
                        </a:lnTo>
                        <a:cubicBezTo>
                          <a:pt x="19050" y="38545"/>
                          <a:pt x="50355" y="69850"/>
                          <a:pt x="88900" y="69850"/>
                        </a:cubicBezTo>
                        <a:cubicBezTo>
                          <a:pt x="127444" y="69850"/>
                          <a:pt x="158750" y="38545"/>
                          <a:pt x="158750" y="0"/>
                        </a:cubicBezTo>
                        <a:lnTo>
                          <a:pt x="177800" y="0"/>
                        </a:lnTo>
                        <a:cubicBezTo>
                          <a:pt x="177800" y="49022"/>
                          <a:pt x="137922" y="88900"/>
                          <a:pt x="88900" y="88900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366" name="Google Shape;366;p17"/>
                <p:cNvSpPr/>
                <p:nvPr/>
              </p:nvSpPr>
              <p:spPr>
                <a:xfrm>
                  <a:off x="-1451865" y="570114"/>
                  <a:ext cx="411956" cy="16478"/>
                </a:xfrm>
                <a:custGeom>
                  <a:rect b="b" l="l" r="r" t="t"/>
                  <a:pathLst>
                    <a:path extrusionOk="0" h="19050" w="476250">
                      <a:moveTo>
                        <a:pt x="0" y="0"/>
                      </a:moveTo>
                      <a:lnTo>
                        <a:pt x="476250" y="0"/>
                      </a:lnTo>
                      <a:lnTo>
                        <a:pt x="476250" y="19050"/>
                      </a:lnTo>
                      <a:lnTo>
                        <a:pt x="0" y="1905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67" name="Google Shape;367;p17"/>
              <p:cNvSpPr/>
              <p:nvPr/>
            </p:nvSpPr>
            <p:spPr>
              <a:xfrm>
                <a:off x="-1439100" y="235100"/>
                <a:ext cx="384525" cy="59900"/>
              </a:xfrm>
              <a:prstGeom prst="flowChartOffpageConnector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Barlow"/>
                  <a:ea typeface="Barlow"/>
                  <a:cs typeface="Barlow"/>
                  <a:sym typeface="Barlow"/>
                </a:endParaRPr>
              </a:p>
            </p:txBody>
          </p:sp>
        </p:grpSp>
      </p:grpSp>
      <p:sp>
        <p:nvSpPr>
          <p:cNvPr id="368" name="Google Shape;368;p1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3"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18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71" name="Google Shape;371;p18"/>
          <p:cNvSpPr txBox="1"/>
          <p:nvPr>
            <p:ph idx="1" type="subTitle"/>
          </p:nvPr>
        </p:nvSpPr>
        <p:spPr>
          <a:xfrm>
            <a:off x="713225" y="3212600"/>
            <a:ext cx="2480700" cy="139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2" name="Google Shape;372;p18"/>
          <p:cNvSpPr txBox="1"/>
          <p:nvPr>
            <p:ph idx="2" type="subTitle"/>
          </p:nvPr>
        </p:nvSpPr>
        <p:spPr>
          <a:xfrm>
            <a:off x="5943294" y="3214100"/>
            <a:ext cx="2480700" cy="138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3" name="Google Shape;373;p18"/>
          <p:cNvSpPr txBox="1"/>
          <p:nvPr>
            <p:ph idx="3" type="subTitle"/>
          </p:nvPr>
        </p:nvSpPr>
        <p:spPr>
          <a:xfrm>
            <a:off x="3328259" y="3214100"/>
            <a:ext cx="2480700" cy="138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4" name="Google Shape;374;p18"/>
          <p:cNvSpPr txBox="1"/>
          <p:nvPr>
            <p:ph idx="4" type="subTitle"/>
          </p:nvPr>
        </p:nvSpPr>
        <p:spPr>
          <a:xfrm>
            <a:off x="713213" y="2450225"/>
            <a:ext cx="2480700" cy="80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75" name="Google Shape;375;p18"/>
          <p:cNvSpPr txBox="1"/>
          <p:nvPr>
            <p:ph idx="5" type="subTitle"/>
          </p:nvPr>
        </p:nvSpPr>
        <p:spPr>
          <a:xfrm>
            <a:off x="3328247" y="2450225"/>
            <a:ext cx="2480700" cy="80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76" name="Google Shape;376;p18"/>
          <p:cNvSpPr txBox="1"/>
          <p:nvPr>
            <p:ph idx="6" type="subTitle"/>
          </p:nvPr>
        </p:nvSpPr>
        <p:spPr>
          <a:xfrm>
            <a:off x="5943281" y="2450225"/>
            <a:ext cx="2480700" cy="80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grpSp>
        <p:nvGrpSpPr>
          <p:cNvPr id="377" name="Google Shape;377;p18"/>
          <p:cNvGrpSpPr/>
          <p:nvPr/>
        </p:nvGrpSpPr>
        <p:grpSpPr>
          <a:xfrm>
            <a:off x="-587725" y="-223729"/>
            <a:ext cx="9927103" cy="5629682"/>
            <a:chOff x="-587725" y="-223729"/>
            <a:chExt cx="9927103" cy="5629682"/>
          </a:xfrm>
        </p:grpSpPr>
        <p:grpSp>
          <p:nvGrpSpPr>
            <p:cNvPr id="378" name="Google Shape;378;p18"/>
            <p:cNvGrpSpPr/>
            <p:nvPr/>
          </p:nvGrpSpPr>
          <p:grpSpPr>
            <a:xfrm>
              <a:off x="8590665" y="3488161"/>
              <a:ext cx="701624" cy="198306"/>
              <a:chOff x="8640762" y="5785103"/>
              <a:chExt cx="730250" cy="206375"/>
            </a:xfrm>
          </p:grpSpPr>
          <p:sp>
            <p:nvSpPr>
              <p:cNvPr id="379" name="Google Shape;379;p18"/>
              <p:cNvSpPr/>
              <p:nvPr/>
            </p:nvSpPr>
            <p:spPr>
              <a:xfrm>
                <a:off x="8799512" y="5785103"/>
                <a:ext cx="412750" cy="206375"/>
              </a:xfrm>
              <a:custGeom>
                <a:rect b="b" l="l" r="r" t="t"/>
                <a:pathLst>
                  <a:path extrusionOk="0" h="206375" w="412750">
                    <a:moveTo>
                      <a:pt x="0" y="206375"/>
                    </a:moveTo>
                    <a:cubicBezTo>
                      <a:pt x="0" y="92393"/>
                      <a:pt x="92393" y="0"/>
                      <a:pt x="206375" y="0"/>
                    </a:cubicBezTo>
                    <a:cubicBezTo>
                      <a:pt x="320357" y="0"/>
                      <a:pt x="412750" y="92393"/>
                      <a:pt x="412750" y="206375"/>
                    </a:cubicBezTo>
                    <a:lnTo>
                      <a:pt x="0" y="206375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0" name="Google Shape;380;p18"/>
              <p:cNvSpPr/>
              <p:nvPr/>
            </p:nvSpPr>
            <p:spPr>
              <a:xfrm>
                <a:off x="8640762" y="5880353"/>
                <a:ext cx="222250" cy="111125"/>
              </a:xfrm>
              <a:custGeom>
                <a:rect b="b" l="l" r="r" t="t"/>
                <a:pathLst>
                  <a:path extrusionOk="0" h="111125" w="222250">
                    <a:moveTo>
                      <a:pt x="0" y="111125"/>
                    </a:moveTo>
                    <a:cubicBezTo>
                      <a:pt x="0" y="49784"/>
                      <a:pt x="49784" y="0"/>
                      <a:pt x="111125" y="0"/>
                    </a:cubicBezTo>
                    <a:cubicBezTo>
                      <a:pt x="172466" y="0"/>
                      <a:pt x="222250" y="49784"/>
                      <a:pt x="222250" y="111125"/>
                    </a:cubicBezTo>
                    <a:lnTo>
                      <a:pt x="0" y="111125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1" name="Google Shape;381;p18"/>
              <p:cNvSpPr/>
              <p:nvPr/>
            </p:nvSpPr>
            <p:spPr>
              <a:xfrm>
                <a:off x="9148762" y="5880353"/>
                <a:ext cx="222250" cy="111125"/>
              </a:xfrm>
              <a:custGeom>
                <a:rect b="b" l="l" r="r" t="t"/>
                <a:pathLst>
                  <a:path extrusionOk="0" h="111125" w="222250">
                    <a:moveTo>
                      <a:pt x="0" y="111125"/>
                    </a:moveTo>
                    <a:cubicBezTo>
                      <a:pt x="0" y="49784"/>
                      <a:pt x="49784" y="0"/>
                      <a:pt x="111125" y="0"/>
                    </a:cubicBezTo>
                    <a:cubicBezTo>
                      <a:pt x="172466" y="0"/>
                      <a:pt x="222250" y="49784"/>
                      <a:pt x="222250" y="111125"/>
                    </a:cubicBezTo>
                    <a:lnTo>
                      <a:pt x="0" y="111125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82" name="Google Shape;382;p18"/>
            <p:cNvGrpSpPr/>
            <p:nvPr/>
          </p:nvGrpSpPr>
          <p:grpSpPr>
            <a:xfrm>
              <a:off x="8651635" y="3940977"/>
              <a:ext cx="687743" cy="160473"/>
              <a:chOff x="8990012" y="6086729"/>
              <a:chExt cx="571500" cy="133350"/>
            </a:xfrm>
          </p:grpSpPr>
          <p:sp>
            <p:nvSpPr>
              <p:cNvPr id="383" name="Google Shape;383;p18"/>
              <p:cNvSpPr/>
              <p:nvPr/>
            </p:nvSpPr>
            <p:spPr>
              <a:xfrm>
                <a:off x="8990012" y="6201029"/>
                <a:ext cx="381000" cy="19050"/>
              </a:xfrm>
              <a:custGeom>
                <a:rect b="b" l="l" r="r" t="t"/>
                <a:pathLst>
                  <a:path extrusionOk="0" h="19050" w="381000">
                    <a:moveTo>
                      <a:pt x="0" y="0"/>
                    </a:moveTo>
                    <a:lnTo>
                      <a:pt x="381000" y="0"/>
                    </a:lnTo>
                    <a:lnTo>
                      <a:pt x="381000" y="19050"/>
                    </a:lnTo>
                    <a:lnTo>
                      <a:pt x="0" y="1905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4" name="Google Shape;384;p18"/>
              <p:cNvSpPr/>
              <p:nvPr/>
            </p:nvSpPr>
            <p:spPr>
              <a:xfrm>
                <a:off x="9180512" y="6086729"/>
                <a:ext cx="381000" cy="19050"/>
              </a:xfrm>
              <a:custGeom>
                <a:rect b="b" l="l" r="r" t="t"/>
                <a:pathLst>
                  <a:path extrusionOk="0" h="19050" w="381000">
                    <a:moveTo>
                      <a:pt x="0" y="0"/>
                    </a:moveTo>
                    <a:lnTo>
                      <a:pt x="381000" y="0"/>
                    </a:lnTo>
                    <a:lnTo>
                      <a:pt x="381000" y="19050"/>
                    </a:lnTo>
                    <a:lnTo>
                      <a:pt x="0" y="1905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85" name="Google Shape;385;p18"/>
            <p:cNvGrpSpPr/>
            <p:nvPr/>
          </p:nvGrpSpPr>
          <p:grpSpPr>
            <a:xfrm>
              <a:off x="7064293" y="-60361"/>
              <a:ext cx="1088650" cy="393124"/>
              <a:chOff x="10607230" y="6115367"/>
              <a:chExt cx="571500" cy="206375"/>
            </a:xfrm>
          </p:grpSpPr>
          <p:sp>
            <p:nvSpPr>
              <p:cNvPr id="386" name="Google Shape;386;p18"/>
              <p:cNvSpPr/>
              <p:nvPr/>
            </p:nvSpPr>
            <p:spPr>
              <a:xfrm>
                <a:off x="10607230" y="6115367"/>
                <a:ext cx="412750" cy="206375"/>
              </a:xfrm>
              <a:custGeom>
                <a:rect b="b" l="l" r="r" t="t"/>
                <a:pathLst>
                  <a:path extrusionOk="0" h="206375" w="412750">
                    <a:moveTo>
                      <a:pt x="0" y="206375"/>
                    </a:moveTo>
                    <a:cubicBezTo>
                      <a:pt x="0" y="92392"/>
                      <a:pt x="92392" y="0"/>
                      <a:pt x="206375" y="0"/>
                    </a:cubicBezTo>
                    <a:cubicBezTo>
                      <a:pt x="320357" y="0"/>
                      <a:pt x="412750" y="92392"/>
                      <a:pt x="412750" y="206375"/>
                    </a:cubicBezTo>
                    <a:lnTo>
                      <a:pt x="0" y="206375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7" name="Google Shape;387;p18"/>
              <p:cNvSpPr/>
              <p:nvPr/>
            </p:nvSpPr>
            <p:spPr>
              <a:xfrm>
                <a:off x="10956480" y="6210617"/>
                <a:ext cx="222250" cy="111125"/>
              </a:xfrm>
              <a:custGeom>
                <a:rect b="b" l="l" r="r" t="t"/>
                <a:pathLst>
                  <a:path extrusionOk="0" h="111125" w="222250">
                    <a:moveTo>
                      <a:pt x="0" y="111125"/>
                    </a:moveTo>
                    <a:cubicBezTo>
                      <a:pt x="0" y="49721"/>
                      <a:pt x="49784" y="0"/>
                      <a:pt x="111125" y="0"/>
                    </a:cubicBezTo>
                    <a:cubicBezTo>
                      <a:pt x="172529" y="0"/>
                      <a:pt x="222250" y="49721"/>
                      <a:pt x="222250" y="111125"/>
                    </a:cubicBezTo>
                    <a:lnTo>
                      <a:pt x="0" y="111125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88" name="Google Shape;388;p18"/>
            <p:cNvSpPr/>
            <p:nvPr/>
          </p:nvSpPr>
          <p:spPr>
            <a:xfrm>
              <a:off x="186028" y="1560338"/>
              <a:ext cx="372824" cy="186412"/>
            </a:xfrm>
            <a:custGeom>
              <a:rect b="b" l="l" r="r" t="t"/>
              <a:pathLst>
                <a:path extrusionOk="0" h="111125" w="222250">
                  <a:moveTo>
                    <a:pt x="0" y="111125"/>
                  </a:moveTo>
                  <a:cubicBezTo>
                    <a:pt x="0" y="49784"/>
                    <a:pt x="49721" y="0"/>
                    <a:pt x="111125" y="0"/>
                  </a:cubicBezTo>
                  <a:cubicBezTo>
                    <a:pt x="172530" y="0"/>
                    <a:pt x="222250" y="49784"/>
                    <a:pt x="222250" y="111125"/>
                  </a:cubicBezTo>
                  <a:lnTo>
                    <a:pt x="0" y="11112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" name="Google Shape;389;p18"/>
            <p:cNvSpPr/>
            <p:nvPr/>
          </p:nvSpPr>
          <p:spPr>
            <a:xfrm flipH="1" rot="7100148">
              <a:off x="-811454" y="495088"/>
              <a:ext cx="2065916" cy="724730"/>
            </a:xfrm>
            <a:custGeom>
              <a:rect b="b" l="l" r="r" t="t"/>
              <a:pathLst>
                <a:path extrusionOk="0" h="113808" w="324421">
                  <a:moveTo>
                    <a:pt x="324422" y="80090"/>
                  </a:moveTo>
                  <a:cubicBezTo>
                    <a:pt x="324422" y="80090"/>
                    <a:pt x="311912" y="40720"/>
                    <a:pt x="235458" y="50309"/>
                  </a:cubicBezTo>
                  <a:cubicBezTo>
                    <a:pt x="157607" y="60088"/>
                    <a:pt x="168783" y="-4682"/>
                    <a:pt x="187135" y="271"/>
                  </a:cubicBezTo>
                  <a:cubicBezTo>
                    <a:pt x="205486" y="5224"/>
                    <a:pt x="199898" y="32592"/>
                    <a:pt x="172974" y="39450"/>
                  </a:cubicBezTo>
                  <a:cubicBezTo>
                    <a:pt x="130492" y="50309"/>
                    <a:pt x="114617" y="12971"/>
                    <a:pt x="70676" y="32592"/>
                  </a:cubicBezTo>
                  <a:cubicBezTo>
                    <a:pt x="41275" y="45737"/>
                    <a:pt x="30035" y="78820"/>
                    <a:pt x="30035" y="78820"/>
                  </a:cubicBezTo>
                  <a:cubicBezTo>
                    <a:pt x="30035" y="78820"/>
                    <a:pt x="13779" y="109427"/>
                    <a:pt x="0" y="113809"/>
                  </a:cubicBezTo>
                </a:path>
              </a:pathLst>
            </a:custGeom>
            <a:noFill/>
            <a:ln cap="rnd" cmpd="sng" w="12700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" name="Google Shape;390;p18"/>
            <p:cNvSpPr/>
            <p:nvPr/>
          </p:nvSpPr>
          <p:spPr>
            <a:xfrm>
              <a:off x="6711976" y="4318723"/>
              <a:ext cx="2550380" cy="1087230"/>
            </a:xfrm>
            <a:custGeom>
              <a:rect b="b" l="l" r="r" t="t"/>
              <a:pathLst>
                <a:path extrusionOk="0" h="254919" w="597979">
                  <a:moveTo>
                    <a:pt x="0" y="254762"/>
                  </a:moveTo>
                  <a:cubicBezTo>
                    <a:pt x="29654" y="256731"/>
                    <a:pt x="57658" y="239967"/>
                    <a:pt x="78549" y="218821"/>
                  </a:cubicBezTo>
                  <a:cubicBezTo>
                    <a:pt x="99378" y="197676"/>
                    <a:pt x="115062" y="172021"/>
                    <a:pt x="134429" y="149416"/>
                  </a:cubicBezTo>
                  <a:cubicBezTo>
                    <a:pt x="153797" y="126873"/>
                    <a:pt x="178498" y="106680"/>
                    <a:pt x="207899" y="102489"/>
                  </a:cubicBezTo>
                  <a:cubicBezTo>
                    <a:pt x="229870" y="99378"/>
                    <a:pt x="253936" y="106490"/>
                    <a:pt x="267970" y="123635"/>
                  </a:cubicBezTo>
                  <a:cubicBezTo>
                    <a:pt x="282004" y="140779"/>
                    <a:pt x="283464" y="168212"/>
                    <a:pt x="268669" y="184785"/>
                  </a:cubicBezTo>
                  <a:cubicBezTo>
                    <a:pt x="258635" y="196024"/>
                    <a:pt x="237617" y="199390"/>
                    <a:pt x="229870" y="186436"/>
                  </a:cubicBezTo>
                  <a:cubicBezTo>
                    <a:pt x="223457" y="175641"/>
                    <a:pt x="231267" y="160909"/>
                    <a:pt x="242507" y="155257"/>
                  </a:cubicBezTo>
                  <a:cubicBezTo>
                    <a:pt x="253746" y="149606"/>
                    <a:pt x="266954" y="150304"/>
                    <a:pt x="279591" y="150559"/>
                  </a:cubicBezTo>
                  <a:cubicBezTo>
                    <a:pt x="401193" y="152845"/>
                    <a:pt x="522605" y="95504"/>
                    <a:pt x="597979" y="0"/>
                  </a:cubicBezTo>
                </a:path>
              </a:pathLst>
            </a:custGeom>
            <a:noFill/>
            <a:ln cap="rnd" cmpd="sng" w="12700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91" name="Google Shape;391;p18"/>
          <p:cNvGrpSpPr/>
          <p:nvPr/>
        </p:nvGrpSpPr>
        <p:grpSpPr>
          <a:xfrm>
            <a:off x="-375491" y="807134"/>
            <a:ext cx="9519482" cy="4459952"/>
            <a:chOff x="-375491" y="807134"/>
            <a:chExt cx="9519482" cy="4459952"/>
          </a:xfrm>
        </p:grpSpPr>
        <p:grpSp>
          <p:nvGrpSpPr>
            <p:cNvPr id="392" name="Google Shape;392;p18"/>
            <p:cNvGrpSpPr/>
            <p:nvPr/>
          </p:nvGrpSpPr>
          <p:grpSpPr>
            <a:xfrm rot="-261523">
              <a:off x="-284302" y="2819488"/>
              <a:ext cx="675760" cy="2425426"/>
              <a:chOff x="10484452" y="-4336775"/>
              <a:chExt cx="675765" cy="2425445"/>
            </a:xfrm>
          </p:grpSpPr>
          <p:sp>
            <p:nvSpPr>
              <p:cNvPr id="393" name="Google Shape;393;p18"/>
              <p:cNvSpPr/>
              <p:nvPr/>
            </p:nvSpPr>
            <p:spPr>
              <a:xfrm>
                <a:off x="10505661" y="-4336775"/>
                <a:ext cx="633348" cy="2425445"/>
              </a:xfrm>
              <a:custGeom>
                <a:rect b="b" l="l" r="r" t="t"/>
                <a:pathLst>
                  <a:path extrusionOk="0" h="2425445" w="633348">
                    <a:moveTo>
                      <a:pt x="493078" y="402654"/>
                    </a:moveTo>
                    <a:lnTo>
                      <a:pt x="493078" y="141351"/>
                    </a:lnTo>
                    <a:cubicBezTo>
                      <a:pt x="493078" y="63310"/>
                      <a:pt x="414084" y="0"/>
                      <a:pt x="316674" y="0"/>
                    </a:cubicBezTo>
                    <a:cubicBezTo>
                      <a:pt x="219266" y="0"/>
                      <a:pt x="140272" y="63310"/>
                      <a:pt x="140272" y="141351"/>
                    </a:cubicBezTo>
                    <a:lnTo>
                      <a:pt x="140272" y="402654"/>
                    </a:lnTo>
                    <a:cubicBezTo>
                      <a:pt x="98298" y="434721"/>
                      <a:pt x="50800" y="465074"/>
                      <a:pt x="0" y="487299"/>
                    </a:cubicBezTo>
                    <a:lnTo>
                      <a:pt x="0" y="1837690"/>
                    </a:lnTo>
                    <a:cubicBezTo>
                      <a:pt x="0" y="1837690"/>
                      <a:pt x="140272" y="1977200"/>
                      <a:pt x="140272" y="2099945"/>
                    </a:cubicBezTo>
                    <a:lnTo>
                      <a:pt x="140272" y="2284095"/>
                    </a:lnTo>
                    <a:cubicBezTo>
                      <a:pt x="140272" y="2362200"/>
                      <a:pt x="219266" y="2425446"/>
                      <a:pt x="316674" y="2425446"/>
                    </a:cubicBezTo>
                    <a:cubicBezTo>
                      <a:pt x="414084" y="2425446"/>
                      <a:pt x="493078" y="2362137"/>
                      <a:pt x="493078" y="2284095"/>
                    </a:cubicBezTo>
                    <a:lnTo>
                      <a:pt x="493078" y="2099945"/>
                    </a:lnTo>
                    <a:cubicBezTo>
                      <a:pt x="493078" y="1977200"/>
                      <a:pt x="633349" y="1837690"/>
                      <a:pt x="633349" y="1837690"/>
                    </a:cubicBezTo>
                    <a:lnTo>
                      <a:pt x="633349" y="487299"/>
                    </a:lnTo>
                    <a:cubicBezTo>
                      <a:pt x="582549" y="465074"/>
                      <a:pt x="535051" y="434721"/>
                      <a:pt x="493078" y="40265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4" name="Google Shape;394;p18"/>
              <p:cNvSpPr/>
              <p:nvPr/>
            </p:nvSpPr>
            <p:spPr>
              <a:xfrm>
                <a:off x="10620786" y="-4086711"/>
                <a:ext cx="423100" cy="49085"/>
              </a:xfrm>
              <a:custGeom>
                <a:rect b="b" l="l" r="r" t="t"/>
                <a:pathLst>
                  <a:path extrusionOk="0" h="49085" w="423100">
                    <a:moveTo>
                      <a:pt x="0" y="0"/>
                    </a:moveTo>
                    <a:lnTo>
                      <a:pt x="423100" y="0"/>
                    </a:lnTo>
                    <a:lnTo>
                      <a:pt x="423100" y="49086"/>
                    </a:lnTo>
                    <a:lnTo>
                      <a:pt x="0" y="49086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5" name="Google Shape;395;p18"/>
              <p:cNvSpPr/>
              <p:nvPr/>
            </p:nvSpPr>
            <p:spPr>
              <a:xfrm>
                <a:off x="10620786" y="-2216509"/>
                <a:ext cx="423100" cy="49085"/>
              </a:xfrm>
              <a:custGeom>
                <a:rect b="b" l="l" r="r" t="t"/>
                <a:pathLst>
                  <a:path extrusionOk="0" h="49085" w="423100">
                    <a:moveTo>
                      <a:pt x="0" y="0"/>
                    </a:moveTo>
                    <a:lnTo>
                      <a:pt x="423100" y="0"/>
                    </a:lnTo>
                    <a:lnTo>
                      <a:pt x="423100" y="49085"/>
                    </a:lnTo>
                    <a:lnTo>
                      <a:pt x="0" y="49085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6" name="Google Shape;396;p18"/>
              <p:cNvSpPr/>
              <p:nvPr/>
            </p:nvSpPr>
            <p:spPr>
              <a:xfrm>
                <a:off x="10694192" y="-2359140"/>
                <a:ext cx="256413" cy="191652"/>
              </a:xfrm>
              <a:custGeom>
                <a:rect b="b" l="l" r="r" t="t"/>
                <a:pathLst>
                  <a:path extrusionOk="0" h="191652" w="256413">
                    <a:moveTo>
                      <a:pt x="0" y="191652"/>
                    </a:moveTo>
                    <a:lnTo>
                      <a:pt x="55626" y="191652"/>
                    </a:lnTo>
                    <a:lnTo>
                      <a:pt x="200787" y="191652"/>
                    </a:lnTo>
                    <a:lnTo>
                      <a:pt x="256413" y="191652"/>
                    </a:lnTo>
                    <a:lnTo>
                      <a:pt x="256413" y="148409"/>
                    </a:lnTo>
                    <a:lnTo>
                      <a:pt x="201168" y="131264"/>
                    </a:lnTo>
                    <a:lnTo>
                      <a:pt x="201168" y="38617"/>
                    </a:lnTo>
                    <a:cubicBezTo>
                      <a:pt x="201168" y="-1642"/>
                      <a:pt x="168529" y="9"/>
                      <a:pt x="128207" y="9"/>
                    </a:cubicBezTo>
                    <a:cubicBezTo>
                      <a:pt x="87948" y="9"/>
                      <a:pt x="55245" y="-1642"/>
                      <a:pt x="55245" y="38617"/>
                    </a:cubicBezTo>
                    <a:lnTo>
                      <a:pt x="55245" y="131200"/>
                    </a:lnTo>
                    <a:lnTo>
                      <a:pt x="0" y="148345"/>
                    </a:lnTo>
                    <a:lnTo>
                      <a:pt x="0" y="191652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7" name="Google Shape;397;p18"/>
              <p:cNvSpPr/>
              <p:nvPr/>
            </p:nvSpPr>
            <p:spPr>
              <a:xfrm>
                <a:off x="10766582" y="-2337667"/>
                <a:ext cx="111569" cy="152653"/>
              </a:xfrm>
              <a:custGeom>
                <a:rect b="b" l="l" r="r" t="t"/>
                <a:pathLst>
                  <a:path extrusionOk="0" h="152653" w="111569">
                    <a:moveTo>
                      <a:pt x="111379" y="152654"/>
                    </a:moveTo>
                    <a:cubicBezTo>
                      <a:pt x="111506" y="151320"/>
                      <a:pt x="111570" y="150051"/>
                      <a:pt x="111570" y="148717"/>
                    </a:cubicBezTo>
                    <a:lnTo>
                      <a:pt x="111570" y="55753"/>
                    </a:lnTo>
                    <a:cubicBezTo>
                      <a:pt x="111570" y="24955"/>
                      <a:pt x="86614" y="0"/>
                      <a:pt x="55753" y="0"/>
                    </a:cubicBezTo>
                    <a:cubicBezTo>
                      <a:pt x="24956" y="0"/>
                      <a:pt x="0" y="24955"/>
                      <a:pt x="0" y="55753"/>
                    </a:cubicBezTo>
                    <a:lnTo>
                      <a:pt x="0" y="148717"/>
                    </a:lnTo>
                    <a:cubicBezTo>
                      <a:pt x="0" y="150051"/>
                      <a:pt x="127" y="151320"/>
                      <a:pt x="190" y="152654"/>
                    </a:cubicBezTo>
                    <a:lnTo>
                      <a:pt x="111379" y="152654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8" name="Google Shape;398;p18"/>
              <p:cNvSpPr/>
              <p:nvPr/>
            </p:nvSpPr>
            <p:spPr>
              <a:xfrm>
                <a:off x="10785950" y="-2312013"/>
                <a:ext cx="72834" cy="63055"/>
              </a:xfrm>
              <a:custGeom>
                <a:rect b="b" l="l" r="r" t="t"/>
                <a:pathLst>
                  <a:path extrusionOk="0" h="63055" w="72834">
                    <a:moveTo>
                      <a:pt x="18225" y="63055"/>
                    </a:moveTo>
                    <a:lnTo>
                      <a:pt x="54610" y="63055"/>
                    </a:lnTo>
                    <a:lnTo>
                      <a:pt x="72835" y="31559"/>
                    </a:lnTo>
                    <a:lnTo>
                      <a:pt x="54610" y="0"/>
                    </a:lnTo>
                    <a:lnTo>
                      <a:pt x="18225" y="0"/>
                    </a:lnTo>
                    <a:lnTo>
                      <a:pt x="0" y="31559"/>
                    </a:lnTo>
                    <a:lnTo>
                      <a:pt x="18225" y="63055"/>
                    </a:lnTo>
                    <a:close/>
                    <a:moveTo>
                      <a:pt x="36385" y="15430"/>
                    </a:moveTo>
                    <a:cubicBezTo>
                      <a:pt x="45275" y="15430"/>
                      <a:pt x="52451" y="22670"/>
                      <a:pt x="52451" y="31559"/>
                    </a:cubicBezTo>
                    <a:cubicBezTo>
                      <a:pt x="52451" y="40449"/>
                      <a:pt x="45275" y="47625"/>
                      <a:pt x="36385" y="47625"/>
                    </a:cubicBezTo>
                    <a:cubicBezTo>
                      <a:pt x="27496" y="47625"/>
                      <a:pt x="20320" y="40449"/>
                      <a:pt x="20320" y="31559"/>
                    </a:cubicBezTo>
                    <a:cubicBezTo>
                      <a:pt x="20320" y="22670"/>
                      <a:pt x="27559" y="15430"/>
                      <a:pt x="36385" y="1543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9" name="Google Shape;399;p18"/>
              <p:cNvSpPr/>
              <p:nvPr/>
            </p:nvSpPr>
            <p:spPr>
              <a:xfrm>
                <a:off x="11023947" y="-2300266"/>
                <a:ext cx="136270" cy="208089"/>
              </a:xfrm>
              <a:custGeom>
                <a:rect b="b" l="l" r="r" t="t"/>
                <a:pathLst>
                  <a:path extrusionOk="0" h="208089" w="136270">
                    <a:moveTo>
                      <a:pt x="116332" y="8382"/>
                    </a:moveTo>
                    <a:lnTo>
                      <a:pt x="116332" y="8382"/>
                    </a:lnTo>
                    <a:cubicBezTo>
                      <a:pt x="104013" y="2159"/>
                      <a:pt x="86995" y="0"/>
                      <a:pt x="68136" y="0"/>
                    </a:cubicBezTo>
                    <a:cubicBezTo>
                      <a:pt x="49340" y="0"/>
                      <a:pt x="32258" y="2159"/>
                      <a:pt x="19939" y="8382"/>
                    </a:cubicBezTo>
                    <a:lnTo>
                      <a:pt x="19939" y="8382"/>
                    </a:lnTo>
                    <a:cubicBezTo>
                      <a:pt x="7620" y="14605"/>
                      <a:pt x="0" y="24765"/>
                      <a:pt x="0" y="40767"/>
                    </a:cubicBezTo>
                    <a:lnTo>
                      <a:pt x="0" y="167323"/>
                    </a:lnTo>
                    <a:cubicBezTo>
                      <a:pt x="0" y="183324"/>
                      <a:pt x="7620" y="193485"/>
                      <a:pt x="19939" y="199708"/>
                    </a:cubicBezTo>
                    <a:lnTo>
                      <a:pt x="19939" y="199708"/>
                    </a:lnTo>
                    <a:cubicBezTo>
                      <a:pt x="21019" y="200216"/>
                      <a:pt x="22162" y="200724"/>
                      <a:pt x="23305" y="201168"/>
                    </a:cubicBezTo>
                    <a:cubicBezTo>
                      <a:pt x="35306" y="206185"/>
                      <a:pt x="50927" y="208090"/>
                      <a:pt x="68136" y="208090"/>
                    </a:cubicBezTo>
                    <a:cubicBezTo>
                      <a:pt x="105791" y="208090"/>
                      <a:pt x="136271" y="199327"/>
                      <a:pt x="136271" y="167323"/>
                    </a:cubicBezTo>
                    <a:lnTo>
                      <a:pt x="136271" y="40704"/>
                    </a:lnTo>
                    <a:cubicBezTo>
                      <a:pt x="136271" y="24765"/>
                      <a:pt x="128651" y="14542"/>
                      <a:pt x="116332" y="838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0" name="Google Shape;400;p18"/>
              <p:cNvSpPr/>
              <p:nvPr/>
            </p:nvSpPr>
            <p:spPr>
              <a:xfrm>
                <a:off x="10484452" y="-2300266"/>
                <a:ext cx="136271" cy="208089"/>
              </a:xfrm>
              <a:custGeom>
                <a:rect b="b" l="l" r="r" t="t"/>
                <a:pathLst>
                  <a:path extrusionOk="0" h="208089" w="136271">
                    <a:moveTo>
                      <a:pt x="112077" y="6477"/>
                    </a:moveTo>
                    <a:cubicBezTo>
                      <a:pt x="100203" y="1715"/>
                      <a:pt x="84899" y="0"/>
                      <a:pt x="68136" y="0"/>
                    </a:cubicBezTo>
                    <a:cubicBezTo>
                      <a:pt x="49340" y="0"/>
                      <a:pt x="32258" y="2159"/>
                      <a:pt x="19939" y="8382"/>
                    </a:cubicBezTo>
                    <a:lnTo>
                      <a:pt x="19939" y="8382"/>
                    </a:lnTo>
                    <a:cubicBezTo>
                      <a:pt x="7620" y="14605"/>
                      <a:pt x="0" y="24765"/>
                      <a:pt x="0" y="40767"/>
                    </a:cubicBezTo>
                    <a:lnTo>
                      <a:pt x="0" y="167323"/>
                    </a:lnTo>
                    <a:cubicBezTo>
                      <a:pt x="0" y="199327"/>
                      <a:pt x="30543" y="208090"/>
                      <a:pt x="68136" y="208090"/>
                    </a:cubicBezTo>
                    <a:cubicBezTo>
                      <a:pt x="105791" y="208090"/>
                      <a:pt x="136271" y="199327"/>
                      <a:pt x="136271" y="167323"/>
                    </a:cubicBezTo>
                    <a:lnTo>
                      <a:pt x="136271" y="40704"/>
                    </a:lnTo>
                    <a:cubicBezTo>
                      <a:pt x="136334" y="22987"/>
                      <a:pt x="126936" y="12383"/>
                      <a:pt x="112077" y="647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1" name="Google Shape;401;p18"/>
              <p:cNvSpPr/>
              <p:nvPr/>
            </p:nvSpPr>
            <p:spPr>
              <a:xfrm>
                <a:off x="10694192" y="-4086712"/>
                <a:ext cx="256413" cy="191652"/>
              </a:xfrm>
              <a:custGeom>
                <a:rect b="b" l="l" r="r" t="t"/>
                <a:pathLst>
                  <a:path extrusionOk="0" h="191652" w="256413">
                    <a:moveTo>
                      <a:pt x="256350" y="0"/>
                    </a:moveTo>
                    <a:lnTo>
                      <a:pt x="200724" y="0"/>
                    </a:lnTo>
                    <a:lnTo>
                      <a:pt x="55563" y="0"/>
                    </a:lnTo>
                    <a:lnTo>
                      <a:pt x="0" y="0"/>
                    </a:lnTo>
                    <a:lnTo>
                      <a:pt x="0" y="43243"/>
                    </a:lnTo>
                    <a:lnTo>
                      <a:pt x="55245" y="60389"/>
                    </a:lnTo>
                    <a:lnTo>
                      <a:pt x="55245" y="153035"/>
                    </a:lnTo>
                    <a:cubicBezTo>
                      <a:pt x="55245" y="193294"/>
                      <a:pt x="87884" y="191643"/>
                      <a:pt x="128207" y="191643"/>
                    </a:cubicBezTo>
                    <a:cubicBezTo>
                      <a:pt x="168466" y="191643"/>
                      <a:pt x="201168" y="193294"/>
                      <a:pt x="201168" y="153035"/>
                    </a:cubicBezTo>
                    <a:lnTo>
                      <a:pt x="201168" y="60389"/>
                    </a:lnTo>
                    <a:lnTo>
                      <a:pt x="256413" y="43243"/>
                    </a:lnTo>
                    <a:lnTo>
                      <a:pt x="256413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2" name="Google Shape;402;p18"/>
              <p:cNvSpPr/>
              <p:nvPr/>
            </p:nvSpPr>
            <p:spPr>
              <a:xfrm>
                <a:off x="10766582" y="-4069185"/>
                <a:ext cx="111633" cy="152717"/>
              </a:xfrm>
              <a:custGeom>
                <a:rect b="b" l="l" r="r" t="t"/>
                <a:pathLst>
                  <a:path extrusionOk="0" h="152717" w="111633">
                    <a:moveTo>
                      <a:pt x="190" y="0"/>
                    </a:moveTo>
                    <a:cubicBezTo>
                      <a:pt x="64" y="1333"/>
                      <a:pt x="0" y="2604"/>
                      <a:pt x="0" y="3937"/>
                    </a:cubicBezTo>
                    <a:lnTo>
                      <a:pt x="0" y="96901"/>
                    </a:lnTo>
                    <a:cubicBezTo>
                      <a:pt x="0" y="127698"/>
                      <a:pt x="24956" y="152717"/>
                      <a:pt x="55817" y="152717"/>
                    </a:cubicBezTo>
                    <a:cubicBezTo>
                      <a:pt x="86614" y="152717"/>
                      <a:pt x="111633" y="127762"/>
                      <a:pt x="111633" y="96901"/>
                    </a:cubicBezTo>
                    <a:lnTo>
                      <a:pt x="111633" y="3937"/>
                    </a:lnTo>
                    <a:cubicBezTo>
                      <a:pt x="111633" y="2604"/>
                      <a:pt x="111506" y="1333"/>
                      <a:pt x="111443" y="0"/>
                    </a:cubicBezTo>
                    <a:lnTo>
                      <a:pt x="19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3" name="Google Shape;403;p18"/>
              <p:cNvSpPr/>
              <p:nvPr/>
            </p:nvSpPr>
            <p:spPr>
              <a:xfrm>
                <a:off x="10785950" y="-4005241"/>
                <a:ext cx="72834" cy="63055"/>
              </a:xfrm>
              <a:custGeom>
                <a:rect b="b" l="l" r="r" t="t"/>
                <a:pathLst>
                  <a:path extrusionOk="0" h="63055" w="72834">
                    <a:moveTo>
                      <a:pt x="54610" y="0"/>
                    </a:moveTo>
                    <a:lnTo>
                      <a:pt x="18225" y="0"/>
                    </a:lnTo>
                    <a:lnTo>
                      <a:pt x="0" y="31560"/>
                    </a:lnTo>
                    <a:lnTo>
                      <a:pt x="18225" y="63055"/>
                    </a:lnTo>
                    <a:lnTo>
                      <a:pt x="54610" y="63055"/>
                    </a:lnTo>
                    <a:lnTo>
                      <a:pt x="72835" y="31560"/>
                    </a:lnTo>
                    <a:lnTo>
                      <a:pt x="54610" y="0"/>
                    </a:lnTo>
                    <a:close/>
                    <a:moveTo>
                      <a:pt x="36449" y="47625"/>
                    </a:moveTo>
                    <a:cubicBezTo>
                      <a:pt x="27559" y="47625"/>
                      <a:pt x="20383" y="40386"/>
                      <a:pt x="20383" y="31560"/>
                    </a:cubicBezTo>
                    <a:cubicBezTo>
                      <a:pt x="20383" y="22669"/>
                      <a:pt x="27622" y="15494"/>
                      <a:pt x="36449" y="15494"/>
                    </a:cubicBezTo>
                    <a:cubicBezTo>
                      <a:pt x="45339" y="15494"/>
                      <a:pt x="52514" y="22733"/>
                      <a:pt x="52514" y="31560"/>
                    </a:cubicBezTo>
                    <a:cubicBezTo>
                      <a:pt x="52514" y="40386"/>
                      <a:pt x="45275" y="47625"/>
                      <a:pt x="36449" y="47625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4" name="Google Shape;404;p18"/>
              <p:cNvSpPr/>
              <p:nvPr/>
            </p:nvSpPr>
            <p:spPr>
              <a:xfrm>
                <a:off x="10484515" y="-4167610"/>
                <a:ext cx="136270" cy="208089"/>
              </a:xfrm>
              <a:custGeom>
                <a:rect b="b" l="l" r="r" t="t"/>
                <a:pathLst>
                  <a:path extrusionOk="0" h="208089" w="136270">
                    <a:moveTo>
                      <a:pt x="68136" y="0"/>
                    </a:moveTo>
                    <a:cubicBezTo>
                      <a:pt x="30544" y="0"/>
                      <a:pt x="0" y="8763"/>
                      <a:pt x="0" y="40767"/>
                    </a:cubicBezTo>
                    <a:lnTo>
                      <a:pt x="0" y="167323"/>
                    </a:lnTo>
                    <a:cubicBezTo>
                      <a:pt x="0" y="199326"/>
                      <a:pt x="30544" y="208089"/>
                      <a:pt x="68136" y="208089"/>
                    </a:cubicBezTo>
                    <a:cubicBezTo>
                      <a:pt x="79883" y="208089"/>
                      <a:pt x="90932" y="207264"/>
                      <a:pt x="100647" y="205105"/>
                    </a:cubicBezTo>
                    <a:cubicBezTo>
                      <a:pt x="106426" y="203835"/>
                      <a:pt x="111697" y="202057"/>
                      <a:pt x="116332" y="199708"/>
                    </a:cubicBezTo>
                    <a:lnTo>
                      <a:pt x="116332" y="199708"/>
                    </a:lnTo>
                    <a:cubicBezTo>
                      <a:pt x="128651" y="193548"/>
                      <a:pt x="136271" y="183324"/>
                      <a:pt x="136271" y="167323"/>
                    </a:cubicBezTo>
                    <a:lnTo>
                      <a:pt x="136271" y="40767"/>
                    </a:lnTo>
                    <a:cubicBezTo>
                      <a:pt x="136271" y="8763"/>
                      <a:pt x="105791" y="0"/>
                      <a:pt x="6813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5" name="Google Shape;405;p18"/>
              <p:cNvSpPr/>
              <p:nvPr/>
            </p:nvSpPr>
            <p:spPr>
              <a:xfrm>
                <a:off x="11023947" y="-4167674"/>
                <a:ext cx="136270" cy="208089"/>
              </a:xfrm>
              <a:custGeom>
                <a:rect b="b" l="l" r="r" t="t"/>
                <a:pathLst>
                  <a:path extrusionOk="0" h="208089" w="136270">
                    <a:moveTo>
                      <a:pt x="116332" y="8446"/>
                    </a:moveTo>
                    <a:lnTo>
                      <a:pt x="116332" y="8446"/>
                    </a:lnTo>
                    <a:cubicBezTo>
                      <a:pt x="114554" y="7557"/>
                      <a:pt x="112713" y="6795"/>
                      <a:pt x="110744" y="6033"/>
                    </a:cubicBezTo>
                    <a:cubicBezTo>
                      <a:pt x="99060" y="1651"/>
                      <a:pt x="84264" y="0"/>
                      <a:pt x="68136" y="0"/>
                    </a:cubicBezTo>
                    <a:cubicBezTo>
                      <a:pt x="30480" y="0"/>
                      <a:pt x="0" y="8763"/>
                      <a:pt x="0" y="40767"/>
                    </a:cubicBezTo>
                    <a:lnTo>
                      <a:pt x="0" y="167323"/>
                    </a:lnTo>
                    <a:cubicBezTo>
                      <a:pt x="0" y="199327"/>
                      <a:pt x="30480" y="208090"/>
                      <a:pt x="68136" y="208090"/>
                    </a:cubicBezTo>
                    <a:cubicBezTo>
                      <a:pt x="80645" y="208090"/>
                      <a:pt x="92329" y="207074"/>
                      <a:pt x="102425" y="204597"/>
                    </a:cubicBezTo>
                    <a:cubicBezTo>
                      <a:pt x="107506" y="203327"/>
                      <a:pt x="112205" y="201740"/>
                      <a:pt x="116332" y="199708"/>
                    </a:cubicBezTo>
                    <a:lnTo>
                      <a:pt x="116332" y="199708"/>
                    </a:lnTo>
                    <a:cubicBezTo>
                      <a:pt x="128651" y="193485"/>
                      <a:pt x="136271" y="183324"/>
                      <a:pt x="136271" y="167323"/>
                    </a:cubicBezTo>
                    <a:lnTo>
                      <a:pt x="136271" y="40767"/>
                    </a:lnTo>
                    <a:cubicBezTo>
                      <a:pt x="136271" y="24829"/>
                      <a:pt x="128651" y="14668"/>
                      <a:pt x="116332" y="844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06" name="Google Shape;406;p18"/>
            <p:cNvGrpSpPr/>
            <p:nvPr/>
          </p:nvGrpSpPr>
          <p:grpSpPr>
            <a:xfrm rot="-1193981">
              <a:off x="8608803" y="861049"/>
              <a:ext cx="434231" cy="669390"/>
              <a:chOff x="930783" y="678815"/>
              <a:chExt cx="275081" cy="424052"/>
            </a:xfrm>
          </p:grpSpPr>
          <p:sp>
            <p:nvSpPr>
              <p:cNvPr id="407" name="Google Shape;407;p18"/>
              <p:cNvSpPr/>
              <p:nvPr/>
            </p:nvSpPr>
            <p:spPr>
              <a:xfrm>
                <a:off x="930783" y="678815"/>
                <a:ext cx="275081" cy="424052"/>
              </a:xfrm>
              <a:custGeom>
                <a:rect b="b" l="l" r="r" t="t"/>
                <a:pathLst>
                  <a:path extrusionOk="0" h="424052" w="275081">
                    <a:moveTo>
                      <a:pt x="0" y="137541"/>
                    </a:moveTo>
                    <a:cubicBezTo>
                      <a:pt x="0" y="213487"/>
                      <a:pt x="82105" y="424053"/>
                      <a:pt x="137541" y="424053"/>
                    </a:cubicBezTo>
                    <a:cubicBezTo>
                      <a:pt x="189103" y="424053"/>
                      <a:pt x="275082" y="213487"/>
                      <a:pt x="275082" y="137541"/>
                    </a:cubicBezTo>
                    <a:cubicBezTo>
                      <a:pt x="275082" y="61595"/>
                      <a:pt x="213487" y="0"/>
                      <a:pt x="137541" y="0"/>
                    </a:cubicBezTo>
                    <a:cubicBezTo>
                      <a:pt x="61595" y="0"/>
                      <a:pt x="0" y="61595"/>
                      <a:pt x="0" y="13754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8" name="Google Shape;408;p18"/>
              <p:cNvSpPr/>
              <p:nvPr/>
            </p:nvSpPr>
            <p:spPr>
              <a:xfrm>
                <a:off x="1007236" y="755205"/>
                <a:ext cx="122237" cy="122301"/>
              </a:xfrm>
              <a:custGeom>
                <a:rect b="b" l="l" r="r" t="t"/>
                <a:pathLst>
                  <a:path extrusionOk="0" h="122301" w="122237">
                    <a:moveTo>
                      <a:pt x="0" y="61150"/>
                    </a:moveTo>
                    <a:cubicBezTo>
                      <a:pt x="0" y="94933"/>
                      <a:pt x="27368" y="122301"/>
                      <a:pt x="61151" y="122301"/>
                    </a:cubicBezTo>
                    <a:cubicBezTo>
                      <a:pt x="94933" y="122301"/>
                      <a:pt x="122238" y="94933"/>
                      <a:pt x="122238" y="61150"/>
                    </a:cubicBezTo>
                    <a:cubicBezTo>
                      <a:pt x="122238" y="27368"/>
                      <a:pt x="94869" y="0"/>
                      <a:pt x="61151" y="0"/>
                    </a:cubicBezTo>
                    <a:cubicBezTo>
                      <a:pt x="27305" y="0"/>
                      <a:pt x="0" y="27368"/>
                      <a:pt x="0" y="6115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09" name="Google Shape;409;p1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1_1_1_1_1"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1" name="Google Shape;411;p19"/>
          <p:cNvGrpSpPr/>
          <p:nvPr/>
        </p:nvGrpSpPr>
        <p:grpSpPr>
          <a:xfrm>
            <a:off x="4467982" y="4295391"/>
            <a:ext cx="3645932" cy="3645202"/>
            <a:chOff x="4467982" y="4295391"/>
            <a:chExt cx="3645932" cy="3645202"/>
          </a:xfrm>
        </p:grpSpPr>
        <p:grpSp>
          <p:nvGrpSpPr>
            <p:cNvPr id="412" name="Google Shape;412;p19"/>
            <p:cNvGrpSpPr/>
            <p:nvPr/>
          </p:nvGrpSpPr>
          <p:grpSpPr>
            <a:xfrm flipH="1" rot="2185135">
              <a:off x="4986589" y="4815363"/>
              <a:ext cx="2608718" cy="2605259"/>
              <a:chOff x="-2482208" y="3351602"/>
              <a:chExt cx="1509803" cy="1507801"/>
            </a:xfrm>
          </p:grpSpPr>
          <p:sp>
            <p:nvSpPr>
              <p:cNvPr id="413" name="Google Shape;413;p19"/>
              <p:cNvSpPr/>
              <p:nvPr/>
            </p:nvSpPr>
            <p:spPr>
              <a:xfrm>
                <a:off x="-2482208" y="3351602"/>
                <a:ext cx="1509803" cy="1507801"/>
              </a:xfrm>
              <a:custGeom>
                <a:rect b="b" l="l" r="r" t="t"/>
                <a:pathLst>
                  <a:path extrusionOk="0" h="1507801" w="1509803">
                    <a:moveTo>
                      <a:pt x="1509803" y="755000"/>
                    </a:moveTo>
                    <a:cubicBezTo>
                      <a:pt x="1509866" y="791703"/>
                      <a:pt x="1505104" y="840535"/>
                      <a:pt x="1499770" y="876793"/>
                    </a:cubicBezTo>
                    <a:cubicBezTo>
                      <a:pt x="1496595" y="898383"/>
                      <a:pt x="1490753" y="927022"/>
                      <a:pt x="1484466" y="947977"/>
                    </a:cubicBezTo>
                    <a:cubicBezTo>
                      <a:pt x="1484466" y="948040"/>
                      <a:pt x="1484466" y="948040"/>
                      <a:pt x="1484466" y="948040"/>
                    </a:cubicBezTo>
                    <a:cubicBezTo>
                      <a:pt x="1479323" y="964994"/>
                      <a:pt x="1472909" y="987791"/>
                      <a:pt x="1467004" y="1004492"/>
                    </a:cubicBezTo>
                    <a:cubicBezTo>
                      <a:pt x="1466940" y="1004555"/>
                      <a:pt x="1466940" y="1004682"/>
                      <a:pt x="1466940" y="1004746"/>
                    </a:cubicBezTo>
                    <a:cubicBezTo>
                      <a:pt x="1460463" y="1022843"/>
                      <a:pt x="1451510" y="1046910"/>
                      <a:pt x="1443064" y="1064118"/>
                    </a:cubicBezTo>
                    <a:cubicBezTo>
                      <a:pt x="1435381" y="1079739"/>
                      <a:pt x="1425538" y="1100694"/>
                      <a:pt x="1417156" y="1115871"/>
                    </a:cubicBezTo>
                    <a:cubicBezTo>
                      <a:pt x="1407822" y="1132698"/>
                      <a:pt x="1394550" y="1154733"/>
                      <a:pt x="1383946" y="1170735"/>
                    </a:cubicBezTo>
                    <a:cubicBezTo>
                      <a:pt x="1352704" y="1217724"/>
                      <a:pt x="1321906" y="1252078"/>
                      <a:pt x="1308825" y="1265985"/>
                    </a:cubicBezTo>
                    <a:cubicBezTo>
                      <a:pt x="1289140" y="1286876"/>
                      <a:pt x="1261708" y="1315006"/>
                      <a:pt x="1219671" y="1347899"/>
                    </a:cubicBezTo>
                    <a:cubicBezTo>
                      <a:pt x="1207543" y="1357361"/>
                      <a:pt x="1191096" y="1369553"/>
                      <a:pt x="1178269" y="1378062"/>
                    </a:cubicBezTo>
                    <a:cubicBezTo>
                      <a:pt x="1160870" y="1389555"/>
                      <a:pt x="1136994" y="1403906"/>
                      <a:pt x="1118960" y="1414321"/>
                    </a:cubicBezTo>
                    <a:cubicBezTo>
                      <a:pt x="1089306" y="1431466"/>
                      <a:pt x="1043141" y="1450960"/>
                      <a:pt x="1033489" y="1454643"/>
                    </a:cubicBezTo>
                    <a:cubicBezTo>
                      <a:pt x="1017170" y="1460866"/>
                      <a:pt x="995199" y="1468740"/>
                      <a:pt x="978562" y="1473947"/>
                    </a:cubicBezTo>
                    <a:cubicBezTo>
                      <a:pt x="962433" y="1478964"/>
                      <a:pt x="940589" y="1484742"/>
                      <a:pt x="924142" y="1488552"/>
                    </a:cubicBezTo>
                    <a:cubicBezTo>
                      <a:pt x="895123" y="1495220"/>
                      <a:pt x="865849" y="1500236"/>
                      <a:pt x="836449" y="1503411"/>
                    </a:cubicBezTo>
                    <a:cubicBezTo>
                      <a:pt x="815811" y="1505634"/>
                      <a:pt x="795110" y="1507030"/>
                      <a:pt x="774409" y="1507539"/>
                    </a:cubicBezTo>
                    <a:cubicBezTo>
                      <a:pt x="754089" y="1508110"/>
                      <a:pt x="733706" y="1507729"/>
                      <a:pt x="713259" y="1506586"/>
                    </a:cubicBezTo>
                    <a:cubicBezTo>
                      <a:pt x="690526" y="1505379"/>
                      <a:pt x="667729" y="1503093"/>
                      <a:pt x="644933" y="1499728"/>
                    </a:cubicBezTo>
                    <a:cubicBezTo>
                      <a:pt x="630836" y="1497696"/>
                      <a:pt x="618009" y="1495347"/>
                      <a:pt x="607150" y="1493187"/>
                    </a:cubicBezTo>
                    <a:cubicBezTo>
                      <a:pt x="593244" y="1490393"/>
                      <a:pt x="582576" y="1487854"/>
                      <a:pt x="576480" y="1486393"/>
                    </a:cubicBezTo>
                    <a:cubicBezTo>
                      <a:pt x="546762" y="1479345"/>
                      <a:pt x="517806" y="1469566"/>
                      <a:pt x="517552" y="1469502"/>
                    </a:cubicBezTo>
                    <a:cubicBezTo>
                      <a:pt x="488532" y="1459533"/>
                      <a:pt x="476086" y="1455024"/>
                      <a:pt x="440844" y="1439340"/>
                    </a:cubicBezTo>
                    <a:cubicBezTo>
                      <a:pt x="422873" y="1431339"/>
                      <a:pt x="399442" y="1419337"/>
                      <a:pt x="382424" y="1409431"/>
                    </a:cubicBezTo>
                    <a:cubicBezTo>
                      <a:pt x="369343" y="1401811"/>
                      <a:pt x="351944" y="1391651"/>
                      <a:pt x="339498" y="1383079"/>
                    </a:cubicBezTo>
                    <a:cubicBezTo>
                      <a:pt x="319686" y="1369426"/>
                      <a:pt x="293778" y="1350503"/>
                      <a:pt x="274982" y="1335454"/>
                    </a:cubicBezTo>
                    <a:cubicBezTo>
                      <a:pt x="249264" y="1314879"/>
                      <a:pt x="218403" y="1283574"/>
                      <a:pt x="195607" y="1259889"/>
                    </a:cubicBezTo>
                    <a:cubicBezTo>
                      <a:pt x="180621" y="1244267"/>
                      <a:pt x="162079" y="1222042"/>
                      <a:pt x="149760" y="1204262"/>
                    </a:cubicBezTo>
                    <a:cubicBezTo>
                      <a:pt x="138330" y="1187753"/>
                      <a:pt x="122836" y="1166035"/>
                      <a:pt x="112168" y="1149017"/>
                    </a:cubicBezTo>
                    <a:cubicBezTo>
                      <a:pt x="103024" y="1134349"/>
                      <a:pt x="91848" y="1114156"/>
                      <a:pt x="83783" y="1098853"/>
                    </a:cubicBezTo>
                    <a:cubicBezTo>
                      <a:pt x="74639" y="1081517"/>
                      <a:pt x="63908" y="1057641"/>
                      <a:pt x="56351" y="1039543"/>
                    </a:cubicBezTo>
                    <a:cubicBezTo>
                      <a:pt x="49620" y="1023287"/>
                      <a:pt x="42254" y="1000935"/>
                      <a:pt x="36222" y="984362"/>
                    </a:cubicBezTo>
                    <a:cubicBezTo>
                      <a:pt x="29554" y="965947"/>
                      <a:pt x="22823" y="940547"/>
                      <a:pt x="19013" y="921370"/>
                    </a:cubicBezTo>
                    <a:cubicBezTo>
                      <a:pt x="11965" y="885810"/>
                      <a:pt x="4345" y="837867"/>
                      <a:pt x="1868" y="801736"/>
                    </a:cubicBezTo>
                    <a:cubicBezTo>
                      <a:pt x="-481" y="768589"/>
                      <a:pt x="-1116" y="724012"/>
                      <a:pt x="2948" y="691055"/>
                    </a:cubicBezTo>
                    <a:cubicBezTo>
                      <a:pt x="5361" y="671371"/>
                      <a:pt x="7139" y="644891"/>
                      <a:pt x="11266" y="625460"/>
                    </a:cubicBezTo>
                    <a:cubicBezTo>
                      <a:pt x="15013" y="607934"/>
                      <a:pt x="19267" y="584312"/>
                      <a:pt x="23776" y="566977"/>
                    </a:cubicBezTo>
                    <a:cubicBezTo>
                      <a:pt x="28665" y="548117"/>
                      <a:pt x="35460" y="522907"/>
                      <a:pt x="42572" y="504747"/>
                    </a:cubicBezTo>
                    <a:cubicBezTo>
                      <a:pt x="48985" y="488427"/>
                      <a:pt x="56923" y="466392"/>
                      <a:pt x="64035" y="450391"/>
                    </a:cubicBezTo>
                    <a:cubicBezTo>
                      <a:pt x="71972" y="432610"/>
                      <a:pt x="83402" y="409242"/>
                      <a:pt x="92737" y="392161"/>
                    </a:cubicBezTo>
                    <a:cubicBezTo>
                      <a:pt x="100992" y="377111"/>
                      <a:pt x="112676" y="357427"/>
                      <a:pt x="122137" y="343139"/>
                    </a:cubicBezTo>
                    <a:cubicBezTo>
                      <a:pt x="133059" y="326629"/>
                      <a:pt x="147918" y="304722"/>
                      <a:pt x="160555" y="289481"/>
                    </a:cubicBezTo>
                    <a:cubicBezTo>
                      <a:pt x="181700" y="263954"/>
                      <a:pt x="210720" y="230490"/>
                      <a:pt x="234850" y="207757"/>
                    </a:cubicBezTo>
                    <a:cubicBezTo>
                      <a:pt x="249328" y="194168"/>
                      <a:pt x="269394" y="176832"/>
                      <a:pt x="284761" y="164323"/>
                    </a:cubicBezTo>
                    <a:cubicBezTo>
                      <a:pt x="296762" y="154544"/>
                      <a:pt x="313272" y="142225"/>
                      <a:pt x="326163" y="133653"/>
                    </a:cubicBezTo>
                    <a:cubicBezTo>
                      <a:pt x="336894" y="126477"/>
                      <a:pt x="349975" y="118159"/>
                      <a:pt x="362675" y="110348"/>
                    </a:cubicBezTo>
                    <a:cubicBezTo>
                      <a:pt x="370422" y="105522"/>
                      <a:pt x="378106" y="100950"/>
                      <a:pt x="384964" y="96949"/>
                    </a:cubicBezTo>
                    <a:cubicBezTo>
                      <a:pt x="396330" y="90282"/>
                      <a:pt x="411888" y="82091"/>
                      <a:pt x="423826" y="76503"/>
                    </a:cubicBezTo>
                    <a:cubicBezTo>
                      <a:pt x="435510" y="71042"/>
                      <a:pt x="451004" y="63803"/>
                      <a:pt x="462878" y="58723"/>
                    </a:cubicBezTo>
                    <a:cubicBezTo>
                      <a:pt x="472784" y="54531"/>
                      <a:pt x="486310" y="49451"/>
                      <a:pt x="496343" y="45642"/>
                    </a:cubicBezTo>
                    <a:cubicBezTo>
                      <a:pt x="512726" y="39418"/>
                      <a:pt x="535141" y="32560"/>
                      <a:pt x="552032" y="27861"/>
                    </a:cubicBezTo>
                    <a:cubicBezTo>
                      <a:pt x="560224" y="25575"/>
                      <a:pt x="571146" y="22591"/>
                      <a:pt x="579464" y="20749"/>
                    </a:cubicBezTo>
                    <a:cubicBezTo>
                      <a:pt x="595149" y="17257"/>
                      <a:pt x="616167" y="12875"/>
                      <a:pt x="632042" y="10081"/>
                    </a:cubicBezTo>
                    <a:cubicBezTo>
                      <a:pt x="643853" y="7986"/>
                      <a:pt x="671539" y="4176"/>
                      <a:pt x="692939" y="2525"/>
                    </a:cubicBezTo>
                    <a:cubicBezTo>
                      <a:pt x="714719" y="874"/>
                      <a:pt x="772504" y="-3508"/>
                      <a:pt x="846228" y="5510"/>
                    </a:cubicBezTo>
                    <a:cubicBezTo>
                      <a:pt x="865151" y="7859"/>
                      <a:pt x="881216" y="10462"/>
                      <a:pt x="892265" y="12494"/>
                    </a:cubicBezTo>
                    <a:cubicBezTo>
                      <a:pt x="902489" y="14336"/>
                      <a:pt x="908394" y="15669"/>
                      <a:pt x="908521" y="15669"/>
                    </a:cubicBezTo>
                    <a:cubicBezTo>
                      <a:pt x="923825" y="19098"/>
                      <a:pt x="944145" y="23988"/>
                      <a:pt x="959258" y="28052"/>
                    </a:cubicBezTo>
                    <a:cubicBezTo>
                      <a:pt x="963258" y="29131"/>
                      <a:pt x="967894" y="30465"/>
                      <a:pt x="972466" y="31862"/>
                    </a:cubicBezTo>
                    <a:cubicBezTo>
                      <a:pt x="979387" y="33957"/>
                      <a:pt x="986563" y="36243"/>
                      <a:pt x="992468" y="38212"/>
                    </a:cubicBezTo>
                    <a:cubicBezTo>
                      <a:pt x="1004025" y="42022"/>
                      <a:pt x="1019329" y="47610"/>
                      <a:pt x="1030695" y="52055"/>
                    </a:cubicBezTo>
                    <a:cubicBezTo>
                      <a:pt x="1039458" y="55548"/>
                      <a:pt x="1050253" y="60119"/>
                      <a:pt x="1059969" y="64374"/>
                    </a:cubicBezTo>
                    <a:cubicBezTo>
                      <a:pt x="1060794" y="64692"/>
                      <a:pt x="1061556" y="65073"/>
                      <a:pt x="1062382" y="65454"/>
                    </a:cubicBezTo>
                    <a:cubicBezTo>
                      <a:pt x="1063525" y="65961"/>
                      <a:pt x="1064731" y="66533"/>
                      <a:pt x="1065874" y="67041"/>
                    </a:cubicBezTo>
                    <a:cubicBezTo>
                      <a:pt x="1067017" y="67549"/>
                      <a:pt x="1068097" y="67993"/>
                      <a:pt x="1069240" y="68501"/>
                    </a:cubicBezTo>
                    <a:cubicBezTo>
                      <a:pt x="1072097" y="69772"/>
                      <a:pt x="1075018" y="71105"/>
                      <a:pt x="1078130" y="72629"/>
                    </a:cubicBezTo>
                    <a:cubicBezTo>
                      <a:pt x="1084734" y="75741"/>
                      <a:pt x="1091782" y="79297"/>
                      <a:pt x="1098767" y="82916"/>
                    </a:cubicBezTo>
                    <a:cubicBezTo>
                      <a:pt x="1108927" y="88186"/>
                      <a:pt x="1119087" y="93711"/>
                      <a:pt x="1127723" y="98410"/>
                    </a:cubicBezTo>
                    <a:cubicBezTo>
                      <a:pt x="1134645" y="102665"/>
                      <a:pt x="1142265" y="107363"/>
                      <a:pt x="1150139" y="112253"/>
                    </a:cubicBezTo>
                    <a:cubicBezTo>
                      <a:pt x="1171856" y="125779"/>
                      <a:pt x="1195478" y="141018"/>
                      <a:pt x="1213258" y="155052"/>
                    </a:cubicBezTo>
                    <a:cubicBezTo>
                      <a:pt x="1229831" y="168133"/>
                      <a:pt x="1251485" y="186104"/>
                      <a:pt x="1267106" y="200264"/>
                    </a:cubicBezTo>
                    <a:cubicBezTo>
                      <a:pt x="1269328" y="202232"/>
                      <a:pt x="1271614" y="204392"/>
                      <a:pt x="1274027" y="206550"/>
                    </a:cubicBezTo>
                    <a:cubicBezTo>
                      <a:pt x="1279171" y="211376"/>
                      <a:pt x="1284568" y="216647"/>
                      <a:pt x="1289775" y="221917"/>
                    </a:cubicBezTo>
                    <a:cubicBezTo>
                      <a:pt x="1289839" y="221981"/>
                      <a:pt x="1289902" y="222044"/>
                      <a:pt x="1289966" y="222108"/>
                    </a:cubicBezTo>
                    <a:cubicBezTo>
                      <a:pt x="1295871" y="228013"/>
                      <a:pt x="1301586" y="233982"/>
                      <a:pt x="1306412" y="239253"/>
                    </a:cubicBezTo>
                    <a:cubicBezTo>
                      <a:pt x="1307682" y="240586"/>
                      <a:pt x="1308952" y="242047"/>
                      <a:pt x="1310286" y="243507"/>
                    </a:cubicBezTo>
                    <a:cubicBezTo>
                      <a:pt x="1319620" y="253922"/>
                      <a:pt x="1330352" y="266304"/>
                      <a:pt x="1339940" y="277861"/>
                    </a:cubicBezTo>
                    <a:cubicBezTo>
                      <a:pt x="1343941" y="282687"/>
                      <a:pt x="1347814" y="287386"/>
                      <a:pt x="1351243" y="291704"/>
                    </a:cubicBezTo>
                    <a:cubicBezTo>
                      <a:pt x="1361848" y="305103"/>
                      <a:pt x="1375056" y="323708"/>
                      <a:pt x="1384517" y="337932"/>
                    </a:cubicBezTo>
                    <a:cubicBezTo>
                      <a:pt x="1395503" y="354442"/>
                      <a:pt x="1409092" y="377175"/>
                      <a:pt x="1418617" y="394510"/>
                    </a:cubicBezTo>
                    <a:cubicBezTo>
                      <a:pt x="1427062" y="409750"/>
                      <a:pt x="1436841" y="430832"/>
                      <a:pt x="1444334" y="446580"/>
                    </a:cubicBezTo>
                    <a:cubicBezTo>
                      <a:pt x="1452780" y="464234"/>
                      <a:pt x="1461860" y="488744"/>
                      <a:pt x="1468401" y="507223"/>
                    </a:cubicBezTo>
                    <a:cubicBezTo>
                      <a:pt x="1474243" y="523987"/>
                      <a:pt x="1480402" y="546847"/>
                      <a:pt x="1485546" y="563865"/>
                    </a:cubicBezTo>
                    <a:cubicBezTo>
                      <a:pt x="1491197" y="582661"/>
                      <a:pt x="1496722" y="608442"/>
                      <a:pt x="1499262" y="627936"/>
                    </a:cubicBezTo>
                    <a:cubicBezTo>
                      <a:pt x="1501548" y="645971"/>
                      <a:pt x="1505421" y="669973"/>
                      <a:pt x="1506882" y="688071"/>
                    </a:cubicBezTo>
                    <a:cubicBezTo>
                      <a:pt x="1508660" y="708073"/>
                      <a:pt x="1509803" y="734934"/>
                      <a:pt x="1509803" y="75500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4" name="Google Shape;414;p19"/>
              <p:cNvSpPr/>
              <p:nvPr/>
            </p:nvSpPr>
            <p:spPr>
              <a:xfrm>
                <a:off x="-2229486" y="3409650"/>
                <a:ext cx="564133" cy="751379"/>
              </a:xfrm>
              <a:custGeom>
                <a:rect b="b" l="l" r="r" t="t"/>
                <a:pathLst>
                  <a:path extrusionOk="0" h="751379" w="564133">
                    <a:moveTo>
                      <a:pt x="561565" y="167235"/>
                    </a:moveTo>
                    <a:cubicBezTo>
                      <a:pt x="555914" y="175236"/>
                      <a:pt x="541944" y="178792"/>
                      <a:pt x="532673" y="179935"/>
                    </a:cubicBezTo>
                    <a:cubicBezTo>
                      <a:pt x="524291" y="180951"/>
                      <a:pt x="516417" y="177077"/>
                      <a:pt x="508225" y="177966"/>
                    </a:cubicBezTo>
                    <a:cubicBezTo>
                      <a:pt x="495335" y="179363"/>
                      <a:pt x="484159" y="191682"/>
                      <a:pt x="477555" y="201779"/>
                    </a:cubicBezTo>
                    <a:cubicBezTo>
                      <a:pt x="476094" y="204001"/>
                      <a:pt x="479650" y="206033"/>
                      <a:pt x="481047" y="203874"/>
                    </a:cubicBezTo>
                    <a:cubicBezTo>
                      <a:pt x="481238" y="203557"/>
                      <a:pt x="481492" y="203239"/>
                      <a:pt x="481746" y="202922"/>
                    </a:cubicBezTo>
                    <a:cubicBezTo>
                      <a:pt x="485873" y="200699"/>
                      <a:pt x="490064" y="198540"/>
                      <a:pt x="494573" y="197143"/>
                    </a:cubicBezTo>
                    <a:cubicBezTo>
                      <a:pt x="497049" y="196191"/>
                      <a:pt x="499589" y="195683"/>
                      <a:pt x="502193" y="195492"/>
                    </a:cubicBezTo>
                    <a:cubicBezTo>
                      <a:pt x="504415" y="198350"/>
                      <a:pt x="506638" y="201271"/>
                      <a:pt x="508860" y="204128"/>
                    </a:cubicBezTo>
                    <a:cubicBezTo>
                      <a:pt x="508797" y="207430"/>
                      <a:pt x="503336" y="210732"/>
                      <a:pt x="502828" y="214669"/>
                    </a:cubicBezTo>
                    <a:cubicBezTo>
                      <a:pt x="502320" y="218289"/>
                      <a:pt x="503907" y="221019"/>
                      <a:pt x="506574" y="223305"/>
                    </a:cubicBezTo>
                    <a:cubicBezTo>
                      <a:pt x="508543" y="225020"/>
                      <a:pt x="511083" y="225718"/>
                      <a:pt x="513178" y="227179"/>
                    </a:cubicBezTo>
                    <a:cubicBezTo>
                      <a:pt x="522894" y="233846"/>
                      <a:pt x="523021" y="244133"/>
                      <a:pt x="510067" y="248832"/>
                    </a:cubicBezTo>
                    <a:cubicBezTo>
                      <a:pt x="502891" y="251436"/>
                      <a:pt x="494700" y="251817"/>
                      <a:pt x="487270" y="253976"/>
                    </a:cubicBezTo>
                    <a:cubicBezTo>
                      <a:pt x="480349" y="256008"/>
                      <a:pt x="473618" y="258484"/>
                      <a:pt x="467077" y="261405"/>
                    </a:cubicBezTo>
                    <a:cubicBezTo>
                      <a:pt x="452726" y="267819"/>
                      <a:pt x="438947" y="276391"/>
                      <a:pt x="427453" y="287123"/>
                    </a:cubicBezTo>
                    <a:cubicBezTo>
                      <a:pt x="409546" y="299315"/>
                      <a:pt x="388972" y="301537"/>
                      <a:pt x="377860" y="322302"/>
                    </a:cubicBezTo>
                    <a:cubicBezTo>
                      <a:pt x="371002" y="335129"/>
                      <a:pt x="365668" y="348464"/>
                      <a:pt x="354809" y="358687"/>
                    </a:cubicBezTo>
                    <a:cubicBezTo>
                      <a:pt x="346046" y="366942"/>
                      <a:pt x="335442" y="372721"/>
                      <a:pt x="325218" y="378880"/>
                    </a:cubicBezTo>
                    <a:cubicBezTo>
                      <a:pt x="307756" y="389358"/>
                      <a:pt x="293214" y="400915"/>
                      <a:pt x="285848" y="420536"/>
                    </a:cubicBezTo>
                    <a:cubicBezTo>
                      <a:pt x="277339" y="443015"/>
                      <a:pt x="277720" y="469114"/>
                      <a:pt x="262290" y="488481"/>
                    </a:cubicBezTo>
                    <a:cubicBezTo>
                      <a:pt x="255559" y="464669"/>
                      <a:pt x="265909" y="431014"/>
                      <a:pt x="241843" y="415710"/>
                    </a:cubicBezTo>
                    <a:cubicBezTo>
                      <a:pt x="233334" y="410313"/>
                      <a:pt x="217332" y="405550"/>
                      <a:pt x="207299" y="408979"/>
                    </a:cubicBezTo>
                    <a:cubicBezTo>
                      <a:pt x="203171" y="410313"/>
                      <a:pt x="202155" y="412345"/>
                      <a:pt x="200314" y="415964"/>
                    </a:cubicBezTo>
                    <a:cubicBezTo>
                      <a:pt x="198663" y="419139"/>
                      <a:pt x="198218" y="424092"/>
                      <a:pt x="195043" y="426696"/>
                    </a:cubicBezTo>
                    <a:cubicBezTo>
                      <a:pt x="192313" y="428982"/>
                      <a:pt x="185518" y="428410"/>
                      <a:pt x="182661" y="427648"/>
                    </a:cubicBezTo>
                    <a:cubicBezTo>
                      <a:pt x="177644" y="426251"/>
                      <a:pt x="173263" y="423076"/>
                      <a:pt x="168818" y="420600"/>
                    </a:cubicBezTo>
                    <a:cubicBezTo>
                      <a:pt x="156689" y="414123"/>
                      <a:pt x="147482" y="414440"/>
                      <a:pt x="136369" y="422695"/>
                    </a:cubicBezTo>
                    <a:cubicBezTo>
                      <a:pt x="123161" y="432601"/>
                      <a:pt x="112747" y="445936"/>
                      <a:pt x="102460" y="458700"/>
                    </a:cubicBezTo>
                    <a:cubicBezTo>
                      <a:pt x="84553" y="480861"/>
                      <a:pt x="64741" y="508357"/>
                      <a:pt x="70520" y="538583"/>
                    </a:cubicBezTo>
                    <a:cubicBezTo>
                      <a:pt x="72869" y="551092"/>
                      <a:pt x="80362" y="562967"/>
                      <a:pt x="92808" y="567221"/>
                    </a:cubicBezTo>
                    <a:cubicBezTo>
                      <a:pt x="103603" y="570904"/>
                      <a:pt x="116367" y="568555"/>
                      <a:pt x="123098" y="558966"/>
                    </a:cubicBezTo>
                    <a:cubicBezTo>
                      <a:pt x="123415" y="558522"/>
                      <a:pt x="123415" y="558014"/>
                      <a:pt x="123288" y="557569"/>
                    </a:cubicBezTo>
                    <a:cubicBezTo>
                      <a:pt x="134210" y="546266"/>
                      <a:pt x="144180" y="534138"/>
                      <a:pt x="160055" y="529375"/>
                    </a:cubicBezTo>
                    <a:cubicBezTo>
                      <a:pt x="165770" y="527661"/>
                      <a:pt x="172437" y="526645"/>
                      <a:pt x="178343" y="528169"/>
                    </a:cubicBezTo>
                    <a:cubicBezTo>
                      <a:pt x="188884" y="531026"/>
                      <a:pt x="186344" y="543917"/>
                      <a:pt x="180629" y="550711"/>
                    </a:cubicBezTo>
                    <a:cubicBezTo>
                      <a:pt x="175993" y="556172"/>
                      <a:pt x="171104" y="561252"/>
                      <a:pt x="166976" y="567094"/>
                    </a:cubicBezTo>
                    <a:cubicBezTo>
                      <a:pt x="160436" y="576365"/>
                      <a:pt x="149958" y="591669"/>
                      <a:pt x="150466" y="603670"/>
                    </a:cubicBezTo>
                    <a:cubicBezTo>
                      <a:pt x="150784" y="610782"/>
                      <a:pt x="156181" y="614656"/>
                      <a:pt x="162404" y="616180"/>
                    </a:cubicBezTo>
                    <a:cubicBezTo>
                      <a:pt x="162595" y="616370"/>
                      <a:pt x="162722" y="616624"/>
                      <a:pt x="163039" y="616624"/>
                    </a:cubicBezTo>
                    <a:cubicBezTo>
                      <a:pt x="163928" y="616688"/>
                      <a:pt x="164944" y="616751"/>
                      <a:pt x="165960" y="616815"/>
                    </a:cubicBezTo>
                    <a:cubicBezTo>
                      <a:pt x="167548" y="617005"/>
                      <a:pt x="169199" y="617069"/>
                      <a:pt x="170723" y="617005"/>
                    </a:cubicBezTo>
                    <a:cubicBezTo>
                      <a:pt x="170977" y="617005"/>
                      <a:pt x="171167" y="616942"/>
                      <a:pt x="171358" y="616878"/>
                    </a:cubicBezTo>
                    <a:cubicBezTo>
                      <a:pt x="181772" y="616751"/>
                      <a:pt x="194408" y="616561"/>
                      <a:pt x="195424" y="627737"/>
                    </a:cubicBezTo>
                    <a:cubicBezTo>
                      <a:pt x="196250" y="636881"/>
                      <a:pt x="187423" y="648057"/>
                      <a:pt x="183867" y="656185"/>
                    </a:cubicBezTo>
                    <a:cubicBezTo>
                      <a:pt x="178724" y="668123"/>
                      <a:pt x="174596" y="681394"/>
                      <a:pt x="177454" y="694412"/>
                    </a:cubicBezTo>
                    <a:cubicBezTo>
                      <a:pt x="179676" y="704762"/>
                      <a:pt x="185963" y="715049"/>
                      <a:pt x="195742" y="719748"/>
                    </a:cubicBezTo>
                    <a:cubicBezTo>
                      <a:pt x="200568" y="722034"/>
                      <a:pt x="205775" y="720637"/>
                      <a:pt x="210347" y="722352"/>
                    </a:cubicBezTo>
                    <a:cubicBezTo>
                      <a:pt x="227428" y="728765"/>
                      <a:pt x="205838" y="756705"/>
                      <a:pt x="193964" y="750482"/>
                    </a:cubicBezTo>
                    <a:cubicBezTo>
                      <a:pt x="192313" y="748323"/>
                      <a:pt x="190662" y="744958"/>
                      <a:pt x="189201" y="743751"/>
                    </a:cubicBezTo>
                    <a:cubicBezTo>
                      <a:pt x="184883" y="740132"/>
                      <a:pt x="179295" y="738671"/>
                      <a:pt x="174977" y="734734"/>
                    </a:cubicBezTo>
                    <a:cubicBezTo>
                      <a:pt x="166405" y="726860"/>
                      <a:pt x="159610" y="716446"/>
                      <a:pt x="154530" y="706032"/>
                    </a:cubicBezTo>
                    <a:cubicBezTo>
                      <a:pt x="146783" y="690157"/>
                      <a:pt x="146910" y="666662"/>
                      <a:pt x="133448" y="654089"/>
                    </a:cubicBezTo>
                    <a:cubicBezTo>
                      <a:pt x="126209" y="647422"/>
                      <a:pt x="115732" y="646342"/>
                      <a:pt x="108302" y="639738"/>
                    </a:cubicBezTo>
                    <a:cubicBezTo>
                      <a:pt x="99666" y="632055"/>
                      <a:pt x="97825" y="622149"/>
                      <a:pt x="93570" y="612052"/>
                    </a:cubicBezTo>
                    <a:cubicBezTo>
                      <a:pt x="90713" y="605258"/>
                      <a:pt x="86077" y="601130"/>
                      <a:pt x="80807" y="599416"/>
                    </a:cubicBezTo>
                    <a:cubicBezTo>
                      <a:pt x="80616" y="599098"/>
                      <a:pt x="80362" y="598844"/>
                      <a:pt x="79854" y="598654"/>
                    </a:cubicBezTo>
                    <a:cubicBezTo>
                      <a:pt x="76743" y="597574"/>
                      <a:pt x="74393" y="597892"/>
                      <a:pt x="71599" y="598844"/>
                    </a:cubicBezTo>
                    <a:cubicBezTo>
                      <a:pt x="69059" y="599225"/>
                      <a:pt x="66519" y="600051"/>
                      <a:pt x="63979" y="601321"/>
                    </a:cubicBezTo>
                    <a:cubicBezTo>
                      <a:pt x="58899" y="602273"/>
                      <a:pt x="54137" y="601321"/>
                      <a:pt x="49374" y="596939"/>
                    </a:cubicBezTo>
                    <a:cubicBezTo>
                      <a:pt x="39595" y="587922"/>
                      <a:pt x="30007" y="578651"/>
                      <a:pt x="21752" y="568174"/>
                    </a:cubicBezTo>
                    <a:cubicBezTo>
                      <a:pt x="2575" y="543726"/>
                      <a:pt x="-2315" y="514897"/>
                      <a:pt x="924" y="484544"/>
                    </a:cubicBezTo>
                    <a:cubicBezTo>
                      <a:pt x="3972" y="455779"/>
                      <a:pt x="13243" y="428220"/>
                      <a:pt x="17116" y="399645"/>
                    </a:cubicBezTo>
                    <a:cubicBezTo>
                      <a:pt x="18958" y="386056"/>
                      <a:pt x="19085" y="372784"/>
                      <a:pt x="17942" y="359195"/>
                    </a:cubicBezTo>
                    <a:cubicBezTo>
                      <a:pt x="17688" y="344717"/>
                      <a:pt x="16164" y="330303"/>
                      <a:pt x="17180" y="315761"/>
                    </a:cubicBezTo>
                    <a:cubicBezTo>
                      <a:pt x="18704" y="293219"/>
                      <a:pt x="30134" y="275121"/>
                      <a:pt x="42389" y="256897"/>
                    </a:cubicBezTo>
                    <a:cubicBezTo>
                      <a:pt x="66075" y="221718"/>
                      <a:pt x="100873" y="192825"/>
                      <a:pt x="141068" y="177966"/>
                    </a:cubicBezTo>
                    <a:cubicBezTo>
                      <a:pt x="156880" y="172124"/>
                      <a:pt x="172755" y="169203"/>
                      <a:pt x="185582" y="157456"/>
                    </a:cubicBezTo>
                    <a:cubicBezTo>
                      <a:pt x="198853" y="145391"/>
                      <a:pt x="208124" y="129452"/>
                      <a:pt x="220634" y="116689"/>
                    </a:cubicBezTo>
                    <a:cubicBezTo>
                      <a:pt x="228127" y="109069"/>
                      <a:pt x="236255" y="102084"/>
                      <a:pt x="244891" y="95924"/>
                    </a:cubicBezTo>
                    <a:cubicBezTo>
                      <a:pt x="251114" y="91479"/>
                      <a:pt x="258035" y="87669"/>
                      <a:pt x="263433" y="82208"/>
                    </a:cubicBezTo>
                    <a:cubicBezTo>
                      <a:pt x="271434" y="74080"/>
                      <a:pt x="275307" y="62206"/>
                      <a:pt x="268132" y="52427"/>
                    </a:cubicBezTo>
                    <a:cubicBezTo>
                      <a:pt x="267560" y="51665"/>
                      <a:pt x="266290" y="52363"/>
                      <a:pt x="266862" y="53125"/>
                    </a:cubicBezTo>
                    <a:cubicBezTo>
                      <a:pt x="266925" y="53252"/>
                      <a:pt x="266989" y="53379"/>
                      <a:pt x="267052" y="53506"/>
                    </a:cubicBezTo>
                    <a:cubicBezTo>
                      <a:pt x="266227" y="52871"/>
                      <a:pt x="265338" y="52236"/>
                      <a:pt x="264258" y="51665"/>
                    </a:cubicBezTo>
                    <a:cubicBezTo>
                      <a:pt x="259496" y="49188"/>
                      <a:pt x="254035" y="49506"/>
                      <a:pt x="248891" y="50585"/>
                    </a:cubicBezTo>
                    <a:cubicBezTo>
                      <a:pt x="238287" y="52808"/>
                      <a:pt x="228952" y="57507"/>
                      <a:pt x="217967" y="58586"/>
                    </a:cubicBezTo>
                    <a:cubicBezTo>
                      <a:pt x="214538" y="58904"/>
                      <a:pt x="203679" y="60428"/>
                      <a:pt x="200949" y="58269"/>
                    </a:cubicBezTo>
                    <a:cubicBezTo>
                      <a:pt x="192186" y="51284"/>
                      <a:pt x="210220" y="45759"/>
                      <a:pt x="212569" y="45061"/>
                    </a:cubicBezTo>
                    <a:cubicBezTo>
                      <a:pt x="221586" y="42203"/>
                      <a:pt x="231238" y="40933"/>
                      <a:pt x="240509" y="39028"/>
                    </a:cubicBezTo>
                    <a:cubicBezTo>
                      <a:pt x="260956" y="34964"/>
                      <a:pt x="281403" y="30646"/>
                      <a:pt x="301152" y="23852"/>
                    </a:cubicBezTo>
                    <a:cubicBezTo>
                      <a:pt x="320202" y="17311"/>
                      <a:pt x="338109" y="7532"/>
                      <a:pt x="357667" y="2643"/>
                    </a:cubicBezTo>
                    <a:cubicBezTo>
                      <a:pt x="371891" y="-977"/>
                      <a:pt x="387893" y="-3136"/>
                      <a:pt x="396275" y="11787"/>
                    </a:cubicBezTo>
                    <a:cubicBezTo>
                      <a:pt x="398370" y="15597"/>
                      <a:pt x="397862" y="17565"/>
                      <a:pt x="402371" y="18835"/>
                    </a:cubicBezTo>
                    <a:cubicBezTo>
                      <a:pt x="407197" y="20296"/>
                      <a:pt x="412658" y="18454"/>
                      <a:pt x="417738" y="20042"/>
                    </a:cubicBezTo>
                    <a:cubicBezTo>
                      <a:pt x="425104" y="21820"/>
                      <a:pt x="428596" y="26709"/>
                      <a:pt x="428279" y="34774"/>
                    </a:cubicBezTo>
                    <a:cubicBezTo>
                      <a:pt x="428152" y="35726"/>
                      <a:pt x="428088" y="36679"/>
                      <a:pt x="428215" y="37631"/>
                    </a:cubicBezTo>
                    <a:cubicBezTo>
                      <a:pt x="429930" y="41187"/>
                      <a:pt x="430057" y="41505"/>
                      <a:pt x="434311" y="42203"/>
                    </a:cubicBezTo>
                    <a:cubicBezTo>
                      <a:pt x="442058" y="43410"/>
                      <a:pt x="452218" y="40743"/>
                      <a:pt x="459394" y="38393"/>
                    </a:cubicBezTo>
                    <a:cubicBezTo>
                      <a:pt x="463013" y="37250"/>
                      <a:pt x="466442" y="35790"/>
                      <a:pt x="469871" y="34202"/>
                    </a:cubicBezTo>
                    <a:cubicBezTo>
                      <a:pt x="472030" y="33123"/>
                      <a:pt x="474253" y="32043"/>
                      <a:pt x="476412" y="30964"/>
                    </a:cubicBezTo>
                    <a:cubicBezTo>
                      <a:pt x="482444" y="26392"/>
                      <a:pt x="487715" y="27979"/>
                      <a:pt x="492287" y="35726"/>
                    </a:cubicBezTo>
                    <a:cubicBezTo>
                      <a:pt x="491334" y="36679"/>
                      <a:pt x="491842" y="37949"/>
                      <a:pt x="492731" y="38520"/>
                    </a:cubicBezTo>
                    <a:cubicBezTo>
                      <a:pt x="486572" y="53189"/>
                      <a:pt x="468220" y="55665"/>
                      <a:pt x="453044" y="63476"/>
                    </a:cubicBezTo>
                    <a:cubicBezTo>
                      <a:pt x="439582" y="70334"/>
                      <a:pt x="422310" y="81319"/>
                      <a:pt x="412975" y="93448"/>
                    </a:cubicBezTo>
                    <a:cubicBezTo>
                      <a:pt x="409546" y="97893"/>
                      <a:pt x="407133" y="103735"/>
                      <a:pt x="408403" y="109450"/>
                    </a:cubicBezTo>
                    <a:cubicBezTo>
                      <a:pt x="410118" y="117197"/>
                      <a:pt x="418373" y="121007"/>
                      <a:pt x="420722" y="128563"/>
                    </a:cubicBezTo>
                    <a:cubicBezTo>
                      <a:pt x="425167" y="143232"/>
                      <a:pt x="417992" y="158980"/>
                      <a:pt x="427009" y="172632"/>
                    </a:cubicBezTo>
                    <a:cubicBezTo>
                      <a:pt x="427771" y="173775"/>
                      <a:pt x="429104" y="173648"/>
                      <a:pt x="429993" y="172950"/>
                    </a:cubicBezTo>
                    <a:cubicBezTo>
                      <a:pt x="430565" y="173140"/>
                      <a:pt x="431200" y="173013"/>
                      <a:pt x="431708" y="172378"/>
                    </a:cubicBezTo>
                    <a:cubicBezTo>
                      <a:pt x="447710" y="153836"/>
                      <a:pt x="464918" y="136374"/>
                      <a:pt x="472856" y="112688"/>
                    </a:cubicBezTo>
                    <a:cubicBezTo>
                      <a:pt x="476856" y="100814"/>
                      <a:pt x="479714" y="85891"/>
                      <a:pt x="489683" y="77319"/>
                    </a:cubicBezTo>
                    <a:cubicBezTo>
                      <a:pt x="495906" y="71985"/>
                      <a:pt x="508098" y="72302"/>
                      <a:pt x="510892" y="81002"/>
                    </a:cubicBezTo>
                    <a:cubicBezTo>
                      <a:pt x="511781" y="83796"/>
                      <a:pt x="511718" y="87034"/>
                      <a:pt x="511781" y="89955"/>
                    </a:cubicBezTo>
                    <a:cubicBezTo>
                      <a:pt x="511908" y="95035"/>
                      <a:pt x="511337" y="100179"/>
                      <a:pt x="511083" y="105259"/>
                    </a:cubicBezTo>
                    <a:cubicBezTo>
                      <a:pt x="510956" y="105386"/>
                      <a:pt x="510765" y="105513"/>
                      <a:pt x="510638" y="105576"/>
                    </a:cubicBezTo>
                    <a:cubicBezTo>
                      <a:pt x="510067" y="106148"/>
                      <a:pt x="510384" y="106973"/>
                      <a:pt x="510956" y="107354"/>
                    </a:cubicBezTo>
                    <a:cubicBezTo>
                      <a:pt x="510892" y="107735"/>
                      <a:pt x="510892" y="108180"/>
                      <a:pt x="510892" y="108561"/>
                    </a:cubicBezTo>
                    <a:cubicBezTo>
                      <a:pt x="510892" y="109323"/>
                      <a:pt x="512162" y="109513"/>
                      <a:pt x="512226" y="108751"/>
                    </a:cubicBezTo>
                    <a:cubicBezTo>
                      <a:pt x="512289" y="108180"/>
                      <a:pt x="512416" y="107608"/>
                      <a:pt x="512543" y="107037"/>
                    </a:cubicBezTo>
                    <a:cubicBezTo>
                      <a:pt x="515845" y="104497"/>
                      <a:pt x="519084" y="102020"/>
                      <a:pt x="522767" y="99988"/>
                    </a:cubicBezTo>
                    <a:cubicBezTo>
                      <a:pt x="525497" y="98401"/>
                      <a:pt x="528355" y="97131"/>
                      <a:pt x="531339" y="96051"/>
                    </a:cubicBezTo>
                    <a:cubicBezTo>
                      <a:pt x="534070" y="98337"/>
                      <a:pt x="536800" y="100623"/>
                      <a:pt x="539594" y="102846"/>
                    </a:cubicBezTo>
                    <a:cubicBezTo>
                      <a:pt x="540737" y="105449"/>
                      <a:pt x="539023" y="111101"/>
                      <a:pt x="539150" y="113958"/>
                    </a:cubicBezTo>
                    <a:cubicBezTo>
                      <a:pt x="539340" y="116244"/>
                      <a:pt x="539721" y="118594"/>
                      <a:pt x="540356" y="120753"/>
                    </a:cubicBezTo>
                    <a:cubicBezTo>
                      <a:pt x="541880" y="126404"/>
                      <a:pt x="544865" y="131548"/>
                      <a:pt x="548357" y="136183"/>
                    </a:cubicBezTo>
                    <a:cubicBezTo>
                      <a:pt x="554580" y="145073"/>
                      <a:pt x="570265" y="154916"/>
                      <a:pt x="561565" y="16723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5" name="Google Shape;415;p19"/>
              <p:cNvSpPr/>
              <p:nvPr/>
            </p:nvSpPr>
            <p:spPr>
              <a:xfrm>
                <a:off x="-1722403" y="3384353"/>
                <a:ext cx="98344" cy="110816"/>
              </a:xfrm>
              <a:custGeom>
                <a:rect b="b" l="l" r="r" t="t"/>
                <a:pathLst>
                  <a:path extrusionOk="0" h="110816" w="98344">
                    <a:moveTo>
                      <a:pt x="96964" y="103505"/>
                    </a:moveTo>
                    <a:cubicBezTo>
                      <a:pt x="97282" y="105410"/>
                      <a:pt x="97663" y="107315"/>
                      <a:pt x="98044" y="109220"/>
                    </a:cubicBezTo>
                    <a:cubicBezTo>
                      <a:pt x="93789" y="111570"/>
                      <a:pt x="90233" y="111316"/>
                      <a:pt x="87376" y="108522"/>
                    </a:cubicBezTo>
                    <a:cubicBezTo>
                      <a:pt x="75819" y="101854"/>
                      <a:pt x="66802" y="85916"/>
                      <a:pt x="59944" y="74803"/>
                    </a:cubicBezTo>
                    <a:cubicBezTo>
                      <a:pt x="56642" y="69405"/>
                      <a:pt x="53657" y="63500"/>
                      <a:pt x="55308" y="56833"/>
                    </a:cubicBezTo>
                    <a:cubicBezTo>
                      <a:pt x="55880" y="54420"/>
                      <a:pt x="57086" y="52324"/>
                      <a:pt x="57340" y="49784"/>
                    </a:cubicBezTo>
                    <a:cubicBezTo>
                      <a:pt x="57658" y="46291"/>
                      <a:pt x="56896" y="42863"/>
                      <a:pt x="55435" y="39624"/>
                    </a:cubicBezTo>
                    <a:cubicBezTo>
                      <a:pt x="51498" y="31242"/>
                      <a:pt x="43307" y="26289"/>
                      <a:pt x="35115" y="22923"/>
                    </a:cubicBezTo>
                    <a:cubicBezTo>
                      <a:pt x="20764" y="17145"/>
                      <a:pt x="8128" y="13081"/>
                      <a:pt x="0" y="0"/>
                    </a:cubicBezTo>
                    <a:cubicBezTo>
                      <a:pt x="64" y="64"/>
                      <a:pt x="64" y="64"/>
                      <a:pt x="127" y="64"/>
                    </a:cubicBezTo>
                    <a:cubicBezTo>
                      <a:pt x="698" y="508"/>
                      <a:pt x="1333" y="953"/>
                      <a:pt x="1714" y="1270"/>
                    </a:cubicBezTo>
                    <a:cubicBezTo>
                      <a:pt x="4445" y="3239"/>
                      <a:pt x="7557" y="5080"/>
                      <a:pt x="10858" y="5905"/>
                    </a:cubicBezTo>
                    <a:cubicBezTo>
                      <a:pt x="11938" y="6159"/>
                      <a:pt x="12636" y="5334"/>
                      <a:pt x="12636" y="4572"/>
                    </a:cubicBezTo>
                    <a:cubicBezTo>
                      <a:pt x="36068" y="12827"/>
                      <a:pt x="59880" y="20066"/>
                      <a:pt x="83121" y="28892"/>
                    </a:cubicBezTo>
                    <a:cubicBezTo>
                      <a:pt x="88392" y="30861"/>
                      <a:pt x="90995" y="32385"/>
                      <a:pt x="94551" y="37021"/>
                    </a:cubicBezTo>
                    <a:cubicBezTo>
                      <a:pt x="99568" y="43434"/>
                      <a:pt x="98552" y="48451"/>
                      <a:pt x="97409" y="56324"/>
                    </a:cubicBezTo>
                    <a:cubicBezTo>
                      <a:pt x="96583" y="62230"/>
                      <a:pt x="95631" y="68072"/>
                      <a:pt x="95314" y="74041"/>
                    </a:cubicBezTo>
                    <a:cubicBezTo>
                      <a:pt x="94932" y="81788"/>
                      <a:pt x="95250" y="89598"/>
                      <a:pt x="96139" y="97282"/>
                    </a:cubicBezTo>
                    <a:cubicBezTo>
                      <a:pt x="96266" y="99314"/>
                      <a:pt x="96647" y="101409"/>
                      <a:pt x="96964" y="10350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6" name="Google Shape;416;p19"/>
              <p:cNvSpPr/>
              <p:nvPr/>
            </p:nvSpPr>
            <p:spPr>
              <a:xfrm>
                <a:off x="-1592927" y="3382896"/>
                <a:ext cx="397129" cy="307338"/>
              </a:xfrm>
              <a:custGeom>
                <a:rect b="b" l="l" r="r" t="t"/>
                <a:pathLst>
                  <a:path extrusionOk="0" h="307338" w="397129">
                    <a:moveTo>
                      <a:pt x="397129" y="230564"/>
                    </a:moveTo>
                    <a:cubicBezTo>
                      <a:pt x="393383" y="232659"/>
                      <a:pt x="389636" y="234692"/>
                      <a:pt x="385826" y="236787"/>
                    </a:cubicBezTo>
                    <a:cubicBezTo>
                      <a:pt x="379667" y="236724"/>
                      <a:pt x="370459" y="226183"/>
                      <a:pt x="366141" y="221928"/>
                    </a:cubicBezTo>
                    <a:cubicBezTo>
                      <a:pt x="361125" y="217039"/>
                      <a:pt x="356489" y="211768"/>
                      <a:pt x="351790" y="206625"/>
                    </a:cubicBezTo>
                    <a:cubicBezTo>
                      <a:pt x="342138" y="196211"/>
                      <a:pt x="331851" y="186940"/>
                      <a:pt x="319596" y="179637"/>
                    </a:cubicBezTo>
                    <a:cubicBezTo>
                      <a:pt x="312547" y="175446"/>
                      <a:pt x="299021" y="166493"/>
                      <a:pt x="290195" y="170874"/>
                    </a:cubicBezTo>
                    <a:cubicBezTo>
                      <a:pt x="281432" y="175256"/>
                      <a:pt x="282512" y="189734"/>
                      <a:pt x="283528" y="197608"/>
                    </a:cubicBezTo>
                    <a:cubicBezTo>
                      <a:pt x="284163" y="202942"/>
                      <a:pt x="285496" y="208022"/>
                      <a:pt x="287147" y="212975"/>
                    </a:cubicBezTo>
                    <a:cubicBezTo>
                      <a:pt x="286957" y="213292"/>
                      <a:pt x="286957" y="213737"/>
                      <a:pt x="287211" y="214181"/>
                    </a:cubicBezTo>
                    <a:cubicBezTo>
                      <a:pt x="287528" y="214880"/>
                      <a:pt x="287973" y="215515"/>
                      <a:pt x="288290" y="216150"/>
                    </a:cubicBezTo>
                    <a:cubicBezTo>
                      <a:pt x="291275" y="224024"/>
                      <a:pt x="295212" y="231517"/>
                      <a:pt x="299466" y="238946"/>
                    </a:cubicBezTo>
                    <a:cubicBezTo>
                      <a:pt x="300038" y="240089"/>
                      <a:pt x="301435" y="239518"/>
                      <a:pt x="301625" y="238502"/>
                    </a:cubicBezTo>
                    <a:cubicBezTo>
                      <a:pt x="302832" y="240534"/>
                      <a:pt x="304102" y="242565"/>
                      <a:pt x="305308" y="244534"/>
                    </a:cubicBezTo>
                    <a:cubicBezTo>
                      <a:pt x="311214" y="254313"/>
                      <a:pt x="319596" y="264664"/>
                      <a:pt x="322580" y="275840"/>
                    </a:cubicBezTo>
                    <a:cubicBezTo>
                      <a:pt x="326962" y="291715"/>
                      <a:pt x="313627" y="312606"/>
                      <a:pt x="295402" y="306129"/>
                    </a:cubicBezTo>
                    <a:cubicBezTo>
                      <a:pt x="284988" y="302446"/>
                      <a:pt x="277876" y="291016"/>
                      <a:pt x="271463" y="282634"/>
                    </a:cubicBezTo>
                    <a:cubicBezTo>
                      <a:pt x="264922" y="274062"/>
                      <a:pt x="258636" y="265362"/>
                      <a:pt x="252540" y="256409"/>
                    </a:cubicBezTo>
                    <a:cubicBezTo>
                      <a:pt x="248412" y="250376"/>
                      <a:pt x="245364" y="247900"/>
                      <a:pt x="246761" y="240343"/>
                    </a:cubicBezTo>
                    <a:cubicBezTo>
                      <a:pt x="248476" y="231263"/>
                      <a:pt x="250127" y="235834"/>
                      <a:pt x="256413" y="232659"/>
                    </a:cubicBezTo>
                    <a:cubicBezTo>
                      <a:pt x="267335" y="227135"/>
                      <a:pt x="256032" y="213419"/>
                      <a:pt x="250254" y="208466"/>
                    </a:cubicBezTo>
                    <a:cubicBezTo>
                      <a:pt x="244285" y="203322"/>
                      <a:pt x="237109" y="199830"/>
                      <a:pt x="230061" y="196338"/>
                    </a:cubicBezTo>
                    <a:cubicBezTo>
                      <a:pt x="226505" y="194623"/>
                      <a:pt x="222695" y="192972"/>
                      <a:pt x="219329" y="190813"/>
                    </a:cubicBezTo>
                    <a:cubicBezTo>
                      <a:pt x="210693" y="185034"/>
                      <a:pt x="212662" y="180272"/>
                      <a:pt x="212916" y="171446"/>
                    </a:cubicBezTo>
                    <a:cubicBezTo>
                      <a:pt x="213170" y="163190"/>
                      <a:pt x="211455" y="156777"/>
                      <a:pt x="206502" y="150046"/>
                    </a:cubicBezTo>
                    <a:cubicBezTo>
                      <a:pt x="200596" y="141918"/>
                      <a:pt x="190754" y="137156"/>
                      <a:pt x="185420" y="128710"/>
                    </a:cubicBezTo>
                    <a:cubicBezTo>
                      <a:pt x="178435" y="117725"/>
                      <a:pt x="187008" y="111692"/>
                      <a:pt x="185293" y="101215"/>
                    </a:cubicBezTo>
                    <a:cubicBezTo>
                      <a:pt x="184277" y="94865"/>
                      <a:pt x="179261" y="89658"/>
                      <a:pt x="174308" y="85975"/>
                    </a:cubicBezTo>
                    <a:cubicBezTo>
                      <a:pt x="159703" y="75243"/>
                      <a:pt x="139700" y="71370"/>
                      <a:pt x="122682" y="66290"/>
                    </a:cubicBezTo>
                    <a:cubicBezTo>
                      <a:pt x="110744" y="62734"/>
                      <a:pt x="98806" y="58860"/>
                      <a:pt x="87693" y="53018"/>
                    </a:cubicBezTo>
                    <a:cubicBezTo>
                      <a:pt x="77851" y="47875"/>
                      <a:pt x="68898" y="41080"/>
                      <a:pt x="58738" y="36572"/>
                    </a:cubicBezTo>
                    <a:cubicBezTo>
                      <a:pt x="40196" y="28253"/>
                      <a:pt x="18352" y="30539"/>
                      <a:pt x="826" y="19998"/>
                    </a:cubicBezTo>
                    <a:cubicBezTo>
                      <a:pt x="699" y="19681"/>
                      <a:pt x="508" y="19427"/>
                      <a:pt x="0" y="19363"/>
                    </a:cubicBezTo>
                    <a:cubicBezTo>
                      <a:pt x="762" y="17903"/>
                      <a:pt x="1524" y="16506"/>
                      <a:pt x="2286" y="15109"/>
                    </a:cubicBezTo>
                    <a:cubicBezTo>
                      <a:pt x="3874" y="15172"/>
                      <a:pt x="5525" y="15363"/>
                      <a:pt x="7112" y="15553"/>
                    </a:cubicBezTo>
                    <a:cubicBezTo>
                      <a:pt x="10224" y="15934"/>
                      <a:pt x="13399" y="16378"/>
                      <a:pt x="16637" y="16759"/>
                    </a:cubicBezTo>
                    <a:cubicBezTo>
                      <a:pt x="22924" y="17522"/>
                      <a:pt x="29274" y="18347"/>
                      <a:pt x="35560" y="19109"/>
                    </a:cubicBezTo>
                    <a:cubicBezTo>
                      <a:pt x="37084" y="19300"/>
                      <a:pt x="37783" y="17395"/>
                      <a:pt x="37211" y="16252"/>
                    </a:cubicBezTo>
                    <a:cubicBezTo>
                      <a:pt x="34290" y="10790"/>
                      <a:pt x="30925" y="5711"/>
                      <a:pt x="27178" y="884"/>
                    </a:cubicBezTo>
                    <a:cubicBezTo>
                      <a:pt x="41339" y="-1338"/>
                      <a:pt x="57976" y="1139"/>
                      <a:pt x="71882" y="2726"/>
                    </a:cubicBezTo>
                    <a:cubicBezTo>
                      <a:pt x="88138" y="4568"/>
                      <a:pt x="103632" y="8505"/>
                      <a:pt x="118745" y="14728"/>
                    </a:cubicBezTo>
                    <a:cubicBezTo>
                      <a:pt x="150114" y="27555"/>
                      <a:pt x="180912" y="42033"/>
                      <a:pt x="211963" y="55749"/>
                    </a:cubicBezTo>
                    <a:cubicBezTo>
                      <a:pt x="226568" y="62162"/>
                      <a:pt x="241618" y="67687"/>
                      <a:pt x="253365" y="78863"/>
                    </a:cubicBezTo>
                    <a:cubicBezTo>
                      <a:pt x="263525" y="88578"/>
                      <a:pt x="272606" y="97405"/>
                      <a:pt x="284798" y="104644"/>
                    </a:cubicBezTo>
                    <a:cubicBezTo>
                      <a:pt x="310071" y="119820"/>
                      <a:pt x="333502" y="136711"/>
                      <a:pt x="354775" y="157031"/>
                    </a:cubicBezTo>
                    <a:cubicBezTo>
                      <a:pt x="342202" y="152713"/>
                      <a:pt x="329311" y="149538"/>
                      <a:pt x="316103" y="147379"/>
                    </a:cubicBezTo>
                    <a:cubicBezTo>
                      <a:pt x="314770" y="147189"/>
                      <a:pt x="313754" y="147887"/>
                      <a:pt x="313627" y="149221"/>
                    </a:cubicBezTo>
                    <a:cubicBezTo>
                      <a:pt x="312484" y="160778"/>
                      <a:pt x="326327" y="162302"/>
                      <a:pt x="334074" y="166493"/>
                    </a:cubicBezTo>
                    <a:cubicBezTo>
                      <a:pt x="348552" y="174494"/>
                      <a:pt x="355600" y="187384"/>
                      <a:pt x="366141" y="199259"/>
                    </a:cubicBezTo>
                    <a:cubicBezTo>
                      <a:pt x="371221" y="204910"/>
                      <a:pt x="377317" y="209292"/>
                      <a:pt x="383223" y="214054"/>
                    </a:cubicBezTo>
                    <a:cubicBezTo>
                      <a:pt x="385699" y="216022"/>
                      <a:pt x="388239" y="218055"/>
                      <a:pt x="390398" y="220340"/>
                    </a:cubicBezTo>
                    <a:cubicBezTo>
                      <a:pt x="393256" y="223452"/>
                      <a:pt x="395542" y="226754"/>
                      <a:pt x="397129" y="230564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7" name="Google Shape;417;p19"/>
              <p:cNvSpPr/>
              <p:nvPr/>
            </p:nvSpPr>
            <p:spPr>
              <a:xfrm>
                <a:off x="-1277852" y="3656432"/>
                <a:ext cx="292298" cy="606315"/>
              </a:xfrm>
              <a:custGeom>
                <a:rect b="b" l="l" r="r" t="t"/>
                <a:pathLst>
                  <a:path extrusionOk="0" h="606315" w="292298">
                    <a:moveTo>
                      <a:pt x="290015" y="544657"/>
                    </a:moveTo>
                    <a:cubicBezTo>
                      <a:pt x="287031" y="565549"/>
                      <a:pt x="281633" y="585996"/>
                      <a:pt x="276045" y="606316"/>
                    </a:cubicBezTo>
                    <a:cubicBezTo>
                      <a:pt x="269505" y="557548"/>
                      <a:pt x="263980" y="508526"/>
                      <a:pt x="256170" y="460012"/>
                    </a:cubicBezTo>
                    <a:cubicBezTo>
                      <a:pt x="253693" y="444708"/>
                      <a:pt x="247343" y="428452"/>
                      <a:pt x="229817" y="426611"/>
                    </a:cubicBezTo>
                    <a:cubicBezTo>
                      <a:pt x="212482" y="424833"/>
                      <a:pt x="198829" y="437215"/>
                      <a:pt x="188923" y="449852"/>
                    </a:cubicBezTo>
                    <a:cubicBezTo>
                      <a:pt x="177112" y="464838"/>
                      <a:pt x="153236" y="502874"/>
                      <a:pt x="131646" y="479380"/>
                    </a:cubicBezTo>
                    <a:cubicBezTo>
                      <a:pt x="116279" y="462615"/>
                      <a:pt x="103897" y="443311"/>
                      <a:pt x="89355" y="425849"/>
                    </a:cubicBezTo>
                    <a:cubicBezTo>
                      <a:pt x="82497" y="417657"/>
                      <a:pt x="75258" y="409783"/>
                      <a:pt x="67130" y="402735"/>
                    </a:cubicBezTo>
                    <a:cubicBezTo>
                      <a:pt x="59129" y="395686"/>
                      <a:pt x="49985" y="389844"/>
                      <a:pt x="42683" y="382034"/>
                    </a:cubicBezTo>
                    <a:cubicBezTo>
                      <a:pt x="26109" y="364000"/>
                      <a:pt x="27506" y="338854"/>
                      <a:pt x="24903" y="316184"/>
                    </a:cubicBezTo>
                    <a:cubicBezTo>
                      <a:pt x="23887" y="307294"/>
                      <a:pt x="22299" y="298468"/>
                      <a:pt x="18870" y="290149"/>
                    </a:cubicBezTo>
                    <a:cubicBezTo>
                      <a:pt x="16330" y="283990"/>
                      <a:pt x="12203" y="278275"/>
                      <a:pt x="10361" y="271861"/>
                    </a:cubicBezTo>
                    <a:cubicBezTo>
                      <a:pt x="8202" y="264368"/>
                      <a:pt x="9155" y="256113"/>
                      <a:pt x="9472" y="248430"/>
                    </a:cubicBezTo>
                    <a:cubicBezTo>
                      <a:pt x="10361" y="222585"/>
                      <a:pt x="12203" y="196296"/>
                      <a:pt x="11695" y="170452"/>
                    </a:cubicBezTo>
                    <a:cubicBezTo>
                      <a:pt x="16584" y="145242"/>
                      <a:pt x="15822" y="119271"/>
                      <a:pt x="8329" y="94633"/>
                    </a:cubicBezTo>
                    <a:cubicBezTo>
                      <a:pt x="5091" y="83901"/>
                      <a:pt x="-10975" y="50183"/>
                      <a:pt x="12711" y="51834"/>
                    </a:cubicBezTo>
                    <a:cubicBezTo>
                      <a:pt x="17918" y="52151"/>
                      <a:pt x="23950" y="54501"/>
                      <a:pt x="27570" y="49357"/>
                    </a:cubicBezTo>
                    <a:cubicBezTo>
                      <a:pt x="29411" y="46754"/>
                      <a:pt x="29284" y="43071"/>
                      <a:pt x="29602" y="39959"/>
                    </a:cubicBezTo>
                    <a:cubicBezTo>
                      <a:pt x="30554" y="31324"/>
                      <a:pt x="31824" y="22370"/>
                      <a:pt x="36079" y="14623"/>
                    </a:cubicBezTo>
                    <a:cubicBezTo>
                      <a:pt x="40270" y="7130"/>
                      <a:pt x="47890" y="399"/>
                      <a:pt x="56843" y="18"/>
                    </a:cubicBezTo>
                    <a:cubicBezTo>
                      <a:pt x="65416" y="-363"/>
                      <a:pt x="71639" y="5479"/>
                      <a:pt x="76465" y="11702"/>
                    </a:cubicBezTo>
                    <a:cubicBezTo>
                      <a:pt x="85990" y="23957"/>
                      <a:pt x="97801" y="45484"/>
                      <a:pt x="116660" y="36276"/>
                    </a:cubicBezTo>
                    <a:cubicBezTo>
                      <a:pt x="117676" y="35768"/>
                      <a:pt x="117803" y="34435"/>
                      <a:pt x="117359" y="33546"/>
                    </a:cubicBezTo>
                    <a:cubicBezTo>
                      <a:pt x="113485" y="25799"/>
                      <a:pt x="112469" y="18052"/>
                      <a:pt x="114120" y="9860"/>
                    </a:cubicBezTo>
                    <a:cubicBezTo>
                      <a:pt x="116724" y="11575"/>
                      <a:pt x="119899" y="11765"/>
                      <a:pt x="123391" y="10559"/>
                    </a:cubicBezTo>
                    <a:cubicBezTo>
                      <a:pt x="125741" y="9733"/>
                      <a:pt x="127582" y="8019"/>
                      <a:pt x="129678" y="6558"/>
                    </a:cubicBezTo>
                    <a:cubicBezTo>
                      <a:pt x="133805" y="3701"/>
                      <a:pt x="137044" y="2113"/>
                      <a:pt x="140917" y="2494"/>
                    </a:cubicBezTo>
                    <a:cubicBezTo>
                      <a:pt x="140727" y="3447"/>
                      <a:pt x="141044" y="4653"/>
                      <a:pt x="142314" y="5034"/>
                    </a:cubicBezTo>
                    <a:cubicBezTo>
                      <a:pt x="163396" y="11829"/>
                      <a:pt x="171715" y="33165"/>
                      <a:pt x="178065" y="52469"/>
                    </a:cubicBezTo>
                    <a:cubicBezTo>
                      <a:pt x="184224" y="71138"/>
                      <a:pt x="192098" y="88537"/>
                      <a:pt x="200925" y="106063"/>
                    </a:cubicBezTo>
                    <a:cubicBezTo>
                      <a:pt x="219721" y="143528"/>
                      <a:pt x="235913" y="182072"/>
                      <a:pt x="248423" y="222141"/>
                    </a:cubicBezTo>
                    <a:cubicBezTo>
                      <a:pt x="273696" y="303738"/>
                      <a:pt x="282332" y="388955"/>
                      <a:pt x="290333" y="473601"/>
                    </a:cubicBezTo>
                    <a:cubicBezTo>
                      <a:pt x="292555" y="497477"/>
                      <a:pt x="293444" y="520972"/>
                      <a:pt x="290015" y="54465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8" name="Google Shape;418;p19"/>
              <p:cNvSpPr/>
              <p:nvPr/>
            </p:nvSpPr>
            <p:spPr>
              <a:xfrm>
                <a:off x="-2037169" y="4093698"/>
                <a:ext cx="605062" cy="748170"/>
              </a:xfrm>
              <a:custGeom>
                <a:rect b="b" l="l" r="r" t="t"/>
                <a:pathLst>
                  <a:path extrusionOk="0" h="748170" w="605062">
                    <a:moveTo>
                      <a:pt x="566289" y="359106"/>
                    </a:moveTo>
                    <a:cubicBezTo>
                      <a:pt x="546668" y="385585"/>
                      <a:pt x="557526" y="418351"/>
                      <a:pt x="543874" y="446799"/>
                    </a:cubicBezTo>
                    <a:cubicBezTo>
                      <a:pt x="530602" y="474295"/>
                      <a:pt x="502853" y="491757"/>
                      <a:pt x="477516" y="506743"/>
                    </a:cubicBezTo>
                    <a:cubicBezTo>
                      <a:pt x="454085" y="520650"/>
                      <a:pt x="429383" y="534747"/>
                      <a:pt x="412556" y="556718"/>
                    </a:cubicBezTo>
                    <a:cubicBezTo>
                      <a:pt x="403666" y="568275"/>
                      <a:pt x="400046" y="581927"/>
                      <a:pt x="392744" y="594183"/>
                    </a:cubicBezTo>
                    <a:cubicBezTo>
                      <a:pt x="384933" y="607264"/>
                      <a:pt x="372170" y="610947"/>
                      <a:pt x="359025" y="616471"/>
                    </a:cubicBezTo>
                    <a:cubicBezTo>
                      <a:pt x="344992" y="622313"/>
                      <a:pt x="340039" y="629679"/>
                      <a:pt x="333689" y="642951"/>
                    </a:cubicBezTo>
                    <a:cubicBezTo>
                      <a:pt x="326196" y="658699"/>
                      <a:pt x="308606" y="660350"/>
                      <a:pt x="296732" y="671526"/>
                    </a:cubicBezTo>
                    <a:cubicBezTo>
                      <a:pt x="278507" y="688671"/>
                      <a:pt x="277491" y="716547"/>
                      <a:pt x="292350" y="735089"/>
                    </a:cubicBezTo>
                    <a:cubicBezTo>
                      <a:pt x="292795" y="736677"/>
                      <a:pt x="293303" y="738201"/>
                      <a:pt x="294128" y="739598"/>
                    </a:cubicBezTo>
                    <a:cubicBezTo>
                      <a:pt x="296033" y="742709"/>
                      <a:pt x="298700" y="742963"/>
                      <a:pt x="300796" y="745376"/>
                    </a:cubicBezTo>
                    <a:cubicBezTo>
                      <a:pt x="304288" y="745821"/>
                      <a:pt x="303780" y="746710"/>
                      <a:pt x="299335" y="748170"/>
                    </a:cubicBezTo>
                    <a:cubicBezTo>
                      <a:pt x="297621" y="747535"/>
                      <a:pt x="295970" y="746900"/>
                      <a:pt x="294319" y="746265"/>
                    </a:cubicBezTo>
                    <a:cubicBezTo>
                      <a:pt x="291588" y="745059"/>
                      <a:pt x="289112" y="743408"/>
                      <a:pt x="286572" y="741757"/>
                    </a:cubicBezTo>
                    <a:cubicBezTo>
                      <a:pt x="281111" y="738137"/>
                      <a:pt x="276158" y="733629"/>
                      <a:pt x="270760" y="729819"/>
                    </a:cubicBezTo>
                    <a:cubicBezTo>
                      <a:pt x="260219" y="722262"/>
                      <a:pt x="243963" y="719913"/>
                      <a:pt x="237042" y="708483"/>
                    </a:cubicBezTo>
                    <a:cubicBezTo>
                      <a:pt x="232470" y="700990"/>
                      <a:pt x="229168" y="692608"/>
                      <a:pt x="225866" y="684289"/>
                    </a:cubicBezTo>
                    <a:cubicBezTo>
                      <a:pt x="226564" y="683718"/>
                      <a:pt x="226945" y="682702"/>
                      <a:pt x="226310" y="681876"/>
                    </a:cubicBezTo>
                    <a:cubicBezTo>
                      <a:pt x="225231" y="680416"/>
                      <a:pt x="224151" y="678892"/>
                      <a:pt x="223072" y="677495"/>
                    </a:cubicBezTo>
                    <a:cubicBezTo>
                      <a:pt x="221357" y="673367"/>
                      <a:pt x="219579" y="669240"/>
                      <a:pt x="217611" y="665366"/>
                    </a:cubicBezTo>
                    <a:cubicBezTo>
                      <a:pt x="217166" y="664541"/>
                      <a:pt x="215896" y="665112"/>
                      <a:pt x="216150" y="665938"/>
                    </a:cubicBezTo>
                    <a:cubicBezTo>
                      <a:pt x="216531" y="667144"/>
                      <a:pt x="216976" y="668414"/>
                      <a:pt x="217420" y="669621"/>
                    </a:cubicBezTo>
                    <a:cubicBezTo>
                      <a:pt x="203196" y="649555"/>
                      <a:pt x="190369" y="628663"/>
                      <a:pt x="182686" y="605105"/>
                    </a:cubicBezTo>
                    <a:cubicBezTo>
                      <a:pt x="172399" y="573736"/>
                      <a:pt x="175066" y="541033"/>
                      <a:pt x="172526" y="508585"/>
                    </a:cubicBezTo>
                    <a:cubicBezTo>
                      <a:pt x="170811" y="486296"/>
                      <a:pt x="165985" y="463627"/>
                      <a:pt x="153476" y="444767"/>
                    </a:cubicBezTo>
                    <a:cubicBezTo>
                      <a:pt x="147951" y="436385"/>
                      <a:pt x="140903" y="428956"/>
                      <a:pt x="132457" y="423558"/>
                    </a:cubicBezTo>
                    <a:cubicBezTo>
                      <a:pt x="122043" y="416827"/>
                      <a:pt x="109915" y="414795"/>
                      <a:pt x="98548" y="410350"/>
                    </a:cubicBezTo>
                    <a:cubicBezTo>
                      <a:pt x="71815" y="399873"/>
                      <a:pt x="68957" y="372885"/>
                      <a:pt x="62417" y="348438"/>
                    </a:cubicBezTo>
                    <a:cubicBezTo>
                      <a:pt x="60067" y="339548"/>
                      <a:pt x="57146" y="330594"/>
                      <a:pt x="52130" y="322784"/>
                    </a:cubicBezTo>
                    <a:cubicBezTo>
                      <a:pt x="46097" y="313322"/>
                      <a:pt x="37271" y="306909"/>
                      <a:pt x="28444" y="300305"/>
                    </a:cubicBezTo>
                    <a:cubicBezTo>
                      <a:pt x="14982" y="290272"/>
                      <a:pt x="-1845" y="276111"/>
                      <a:pt x="4759" y="257061"/>
                    </a:cubicBezTo>
                    <a:cubicBezTo>
                      <a:pt x="7870" y="248044"/>
                      <a:pt x="16824" y="239154"/>
                      <a:pt x="14919" y="228931"/>
                    </a:cubicBezTo>
                    <a:cubicBezTo>
                      <a:pt x="14030" y="223914"/>
                      <a:pt x="10728" y="221882"/>
                      <a:pt x="7426" y="218390"/>
                    </a:cubicBezTo>
                    <a:cubicBezTo>
                      <a:pt x="1457" y="212103"/>
                      <a:pt x="-1274" y="206325"/>
                      <a:pt x="568" y="197308"/>
                    </a:cubicBezTo>
                    <a:cubicBezTo>
                      <a:pt x="3616" y="182131"/>
                      <a:pt x="17713" y="171971"/>
                      <a:pt x="25841" y="159462"/>
                    </a:cubicBezTo>
                    <a:cubicBezTo>
                      <a:pt x="33524" y="147778"/>
                      <a:pt x="38477" y="134379"/>
                      <a:pt x="40382" y="120600"/>
                    </a:cubicBezTo>
                    <a:cubicBezTo>
                      <a:pt x="42160" y="107519"/>
                      <a:pt x="38604" y="93231"/>
                      <a:pt x="42287" y="80595"/>
                    </a:cubicBezTo>
                    <a:cubicBezTo>
                      <a:pt x="44954" y="71578"/>
                      <a:pt x="53463" y="67895"/>
                      <a:pt x="60194" y="62116"/>
                    </a:cubicBezTo>
                    <a:cubicBezTo>
                      <a:pt x="60702" y="62561"/>
                      <a:pt x="61528" y="62624"/>
                      <a:pt x="61845" y="61926"/>
                    </a:cubicBezTo>
                    <a:cubicBezTo>
                      <a:pt x="62226" y="61037"/>
                      <a:pt x="62671" y="60211"/>
                      <a:pt x="63052" y="59322"/>
                    </a:cubicBezTo>
                    <a:cubicBezTo>
                      <a:pt x="64195" y="58052"/>
                      <a:pt x="65274" y="56719"/>
                      <a:pt x="66100" y="55195"/>
                    </a:cubicBezTo>
                    <a:cubicBezTo>
                      <a:pt x="67497" y="52718"/>
                      <a:pt x="68640" y="49924"/>
                      <a:pt x="69719" y="47003"/>
                    </a:cubicBezTo>
                    <a:cubicBezTo>
                      <a:pt x="76260" y="36399"/>
                      <a:pt x="84388" y="26810"/>
                      <a:pt x="94040" y="18873"/>
                    </a:cubicBezTo>
                    <a:cubicBezTo>
                      <a:pt x="101152" y="13031"/>
                      <a:pt x="108962" y="7951"/>
                      <a:pt x="117344" y="4014"/>
                    </a:cubicBezTo>
                    <a:cubicBezTo>
                      <a:pt x="123885" y="902"/>
                      <a:pt x="134489" y="-3289"/>
                      <a:pt x="139188" y="4204"/>
                    </a:cubicBezTo>
                    <a:cubicBezTo>
                      <a:pt x="142173" y="8840"/>
                      <a:pt x="141157" y="15634"/>
                      <a:pt x="140268" y="20778"/>
                    </a:cubicBezTo>
                    <a:cubicBezTo>
                      <a:pt x="140077" y="21984"/>
                      <a:pt x="140712" y="23127"/>
                      <a:pt x="142109" y="23127"/>
                    </a:cubicBezTo>
                    <a:cubicBezTo>
                      <a:pt x="163826" y="23445"/>
                      <a:pt x="185480" y="24207"/>
                      <a:pt x="207133" y="25731"/>
                    </a:cubicBezTo>
                    <a:cubicBezTo>
                      <a:pt x="218436" y="26493"/>
                      <a:pt x="231136" y="26302"/>
                      <a:pt x="242122" y="29287"/>
                    </a:cubicBezTo>
                    <a:cubicBezTo>
                      <a:pt x="253107" y="32271"/>
                      <a:pt x="258949" y="40209"/>
                      <a:pt x="263902" y="49861"/>
                    </a:cubicBezTo>
                    <a:cubicBezTo>
                      <a:pt x="271078" y="63894"/>
                      <a:pt x="277174" y="76721"/>
                      <a:pt x="289620" y="87008"/>
                    </a:cubicBezTo>
                    <a:cubicBezTo>
                      <a:pt x="301050" y="96406"/>
                      <a:pt x="315020" y="102566"/>
                      <a:pt x="329625" y="104471"/>
                    </a:cubicBezTo>
                    <a:cubicBezTo>
                      <a:pt x="337435" y="105487"/>
                      <a:pt x="344674" y="104407"/>
                      <a:pt x="352485" y="104090"/>
                    </a:cubicBezTo>
                    <a:cubicBezTo>
                      <a:pt x="366455" y="103518"/>
                      <a:pt x="373694" y="111773"/>
                      <a:pt x="382266" y="121425"/>
                    </a:cubicBezTo>
                    <a:cubicBezTo>
                      <a:pt x="395982" y="136856"/>
                      <a:pt x="410143" y="155779"/>
                      <a:pt x="405444" y="177750"/>
                    </a:cubicBezTo>
                    <a:cubicBezTo>
                      <a:pt x="402967" y="189116"/>
                      <a:pt x="396300" y="193752"/>
                      <a:pt x="387791" y="200610"/>
                    </a:cubicBezTo>
                    <a:cubicBezTo>
                      <a:pt x="384489" y="203277"/>
                      <a:pt x="381123" y="206388"/>
                      <a:pt x="382266" y="211087"/>
                    </a:cubicBezTo>
                    <a:cubicBezTo>
                      <a:pt x="384171" y="219215"/>
                      <a:pt x="397633" y="222200"/>
                      <a:pt x="407603" y="223470"/>
                    </a:cubicBezTo>
                    <a:cubicBezTo>
                      <a:pt x="413064" y="227343"/>
                      <a:pt x="420176" y="225756"/>
                      <a:pt x="425573" y="221438"/>
                    </a:cubicBezTo>
                    <a:cubicBezTo>
                      <a:pt x="431098" y="216929"/>
                      <a:pt x="434400" y="210008"/>
                      <a:pt x="440559" y="206198"/>
                    </a:cubicBezTo>
                    <a:cubicBezTo>
                      <a:pt x="446719" y="202324"/>
                      <a:pt x="454466" y="201562"/>
                      <a:pt x="461514" y="203023"/>
                    </a:cubicBezTo>
                    <a:cubicBezTo>
                      <a:pt x="467674" y="204356"/>
                      <a:pt x="473579" y="207468"/>
                      <a:pt x="477834" y="212103"/>
                    </a:cubicBezTo>
                    <a:cubicBezTo>
                      <a:pt x="482977" y="217755"/>
                      <a:pt x="482469" y="223914"/>
                      <a:pt x="485581" y="230391"/>
                    </a:cubicBezTo>
                    <a:cubicBezTo>
                      <a:pt x="490978" y="241631"/>
                      <a:pt x="504948" y="236043"/>
                      <a:pt x="514473" y="235090"/>
                    </a:cubicBezTo>
                    <a:cubicBezTo>
                      <a:pt x="533269" y="233122"/>
                      <a:pt x="553970" y="232868"/>
                      <a:pt x="572322" y="237694"/>
                    </a:cubicBezTo>
                    <a:cubicBezTo>
                      <a:pt x="589848" y="242266"/>
                      <a:pt x="600960" y="255855"/>
                      <a:pt x="604135" y="273381"/>
                    </a:cubicBezTo>
                    <a:cubicBezTo>
                      <a:pt x="610231" y="307544"/>
                      <a:pt x="584958" y="333960"/>
                      <a:pt x="566289" y="35910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19" name="Google Shape;419;p19"/>
            <p:cNvGrpSpPr/>
            <p:nvPr/>
          </p:nvGrpSpPr>
          <p:grpSpPr>
            <a:xfrm>
              <a:off x="6544668" y="4712060"/>
              <a:ext cx="145765" cy="224705"/>
              <a:chOff x="1043729" y="754112"/>
              <a:chExt cx="275081" cy="424052"/>
            </a:xfrm>
          </p:grpSpPr>
          <p:sp>
            <p:nvSpPr>
              <p:cNvPr id="420" name="Google Shape;420;p19"/>
              <p:cNvSpPr/>
              <p:nvPr/>
            </p:nvSpPr>
            <p:spPr>
              <a:xfrm>
                <a:off x="1043729" y="754112"/>
                <a:ext cx="275081" cy="424052"/>
              </a:xfrm>
              <a:custGeom>
                <a:rect b="b" l="l" r="r" t="t"/>
                <a:pathLst>
                  <a:path extrusionOk="0" h="424052" w="275081">
                    <a:moveTo>
                      <a:pt x="0" y="137541"/>
                    </a:moveTo>
                    <a:cubicBezTo>
                      <a:pt x="0" y="213487"/>
                      <a:pt x="82105" y="424053"/>
                      <a:pt x="137541" y="424053"/>
                    </a:cubicBezTo>
                    <a:cubicBezTo>
                      <a:pt x="189103" y="424053"/>
                      <a:pt x="275082" y="213487"/>
                      <a:pt x="275082" y="137541"/>
                    </a:cubicBezTo>
                    <a:cubicBezTo>
                      <a:pt x="275082" y="61595"/>
                      <a:pt x="213487" y="0"/>
                      <a:pt x="137541" y="0"/>
                    </a:cubicBezTo>
                    <a:cubicBezTo>
                      <a:pt x="61595" y="0"/>
                      <a:pt x="0" y="61595"/>
                      <a:pt x="0" y="13754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1" name="Google Shape;421;p19"/>
              <p:cNvSpPr/>
              <p:nvPr/>
            </p:nvSpPr>
            <p:spPr>
              <a:xfrm>
                <a:off x="1120182" y="830502"/>
                <a:ext cx="122237" cy="122301"/>
              </a:xfrm>
              <a:custGeom>
                <a:rect b="b" l="l" r="r" t="t"/>
                <a:pathLst>
                  <a:path extrusionOk="0" h="122301" w="122237">
                    <a:moveTo>
                      <a:pt x="0" y="61150"/>
                    </a:moveTo>
                    <a:cubicBezTo>
                      <a:pt x="0" y="94933"/>
                      <a:pt x="27368" y="122301"/>
                      <a:pt x="61151" y="122301"/>
                    </a:cubicBezTo>
                    <a:cubicBezTo>
                      <a:pt x="94933" y="122301"/>
                      <a:pt x="122238" y="94933"/>
                      <a:pt x="122238" y="61150"/>
                    </a:cubicBezTo>
                    <a:cubicBezTo>
                      <a:pt x="122238" y="27368"/>
                      <a:pt x="94869" y="0"/>
                      <a:pt x="61151" y="0"/>
                    </a:cubicBezTo>
                    <a:cubicBezTo>
                      <a:pt x="27305" y="0"/>
                      <a:pt x="0" y="27368"/>
                      <a:pt x="0" y="6115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22" name="Google Shape;422;p19"/>
            <p:cNvGrpSpPr/>
            <p:nvPr/>
          </p:nvGrpSpPr>
          <p:grpSpPr>
            <a:xfrm>
              <a:off x="5761443" y="4800935"/>
              <a:ext cx="145765" cy="224705"/>
              <a:chOff x="930783" y="678815"/>
              <a:chExt cx="275081" cy="424052"/>
            </a:xfrm>
          </p:grpSpPr>
          <p:sp>
            <p:nvSpPr>
              <p:cNvPr id="423" name="Google Shape;423;p19"/>
              <p:cNvSpPr/>
              <p:nvPr/>
            </p:nvSpPr>
            <p:spPr>
              <a:xfrm>
                <a:off x="930783" y="678815"/>
                <a:ext cx="275081" cy="424052"/>
              </a:xfrm>
              <a:custGeom>
                <a:rect b="b" l="l" r="r" t="t"/>
                <a:pathLst>
                  <a:path extrusionOk="0" h="424052" w="275081">
                    <a:moveTo>
                      <a:pt x="0" y="137541"/>
                    </a:moveTo>
                    <a:cubicBezTo>
                      <a:pt x="0" y="213487"/>
                      <a:pt x="82105" y="424053"/>
                      <a:pt x="137541" y="424053"/>
                    </a:cubicBezTo>
                    <a:cubicBezTo>
                      <a:pt x="189103" y="424053"/>
                      <a:pt x="275082" y="213487"/>
                      <a:pt x="275082" y="137541"/>
                    </a:cubicBezTo>
                    <a:cubicBezTo>
                      <a:pt x="275082" y="61595"/>
                      <a:pt x="213487" y="0"/>
                      <a:pt x="137541" y="0"/>
                    </a:cubicBezTo>
                    <a:cubicBezTo>
                      <a:pt x="61595" y="0"/>
                      <a:pt x="0" y="61595"/>
                      <a:pt x="0" y="13754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4" name="Google Shape;424;p19"/>
              <p:cNvSpPr/>
              <p:nvPr/>
            </p:nvSpPr>
            <p:spPr>
              <a:xfrm>
                <a:off x="1007236" y="755205"/>
                <a:ext cx="122237" cy="122301"/>
              </a:xfrm>
              <a:custGeom>
                <a:rect b="b" l="l" r="r" t="t"/>
                <a:pathLst>
                  <a:path extrusionOk="0" h="122301" w="122237">
                    <a:moveTo>
                      <a:pt x="0" y="61150"/>
                    </a:moveTo>
                    <a:cubicBezTo>
                      <a:pt x="0" y="94933"/>
                      <a:pt x="27368" y="122301"/>
                      <a:pt x="61151" y="122301"/>
                    </a:cubicBezTo>
                    <a:cubicBezTo>
                      <a:pt x="94933" y="122301"/>
                      <a:pt x="122238" y="94933"/>
                      <a:pt x="122238" y="61150"/>
                    </a:cubicBezTo>
                    <a:cubicBezTo>
                      <a:pt x="122238" y="27368"/>
                      <a:pt x="94869" y="0"/>
                      <a:pt x="61151" y="0"/>
                    </a:cubicBezTo>
                    <a:cubicBezTo>
                      <a:pt x="27305" y="0"/>
                      <a:pt x="0" y="27368"/>
                      <a:pt x="0" y="6115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25" name="Google Shape;425;p19"/>
          <p:cNvSpPr txBox="1"/>
          <p:nvPr>
            <p:ph idx="1" type="subTitle"/>
          </p:nvPr>
        </p:nvSpPr>
        <p:spPr>
          <a:xfrm>
            <a:off x="719975" y="1736450"/>
            <a:ext cx="2483100" cy="89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6" name="Google Shape;426;p19"/>
          <p:cNvSpPr txBox="1"/>
          <p:nvPr>
            <p:ph idx="2" type="subTitle"/>
          </p:nvPr>
        </p:nvSpPr>
        <p:spPr>
          <a:xfrm>
            <a:off x="3330436" y="1736450"/>
            <a:ext cx="2483100" cy="89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7" name="Google Shape;427;p19"/>
          <p:cNvSpPr txBox="1"/>
          <p:nvPr>
            <p:ph idx="3" type="subTitle"/>
          </p:nvPr>
        </p:nvSpPr>
        <p:spPr>
          <a:xfrm>
            <a:off x="719975" y="3431525"/>
            <a:ext cx="24831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8" name="Google Shape;428;p19"/>
          <p:cNvSpPr txBox="1"/>
          <p:nvPr>
            <p:ph idx="4" type="subTitle"/>
          </p:nvPr>
        </p:nvSpPr>
        <p:spPr>
          <a:xfrm>
            <a:off x="3330436" y="3431525"/>
            <a:ext cx="2483100" cy="89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9" name="Google Shape;429;p19"/>
          <p:cNvSpPr txBox="1"/>
          <p:nvPr>
            <p:ph idx="5" type="subTitle"/>
          </p:nvPr>
        </p:nvSpPr>
        <p:spPr>
          <a:xfrm>
            <a:off x="5940897" y="1736450"/>
            <a:ext cx="2483100" cy="89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0" name="Google Shape;430;p19"/>
          <p:cNvSpPr txBox="1"/>
          <p:nvPr>
            <p:ph idx="6" type="subTitle"/>
          </p:nvPr>
        </p:nvSpPr>
        <p:spPr>
          <a:xfrm>
            <a:off x="5940897" y="3431525"/>
            <a:ext cx="2483100" cy="89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1" name="Google Shape;431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32" name="Google Shape;432;p19"/>
          <p:cNvSpPr txBox="1"/>
          <p:nvPr>
            <p:ph idx="7" type="subTitle"/>
          </p:nvPr>
        </p:nvSpPr>
        <p:spPr>
          <a:xfrm>
            <a:off x="719963" y="1273925"/>
            <a:ext cx="24831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Font typeface="Figtree SemiBold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 SemiBold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 SemiBold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 SemiBold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 SemiBold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 SemiBold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 SemiBold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 SemiBold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 SemiBold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433" name="Google Shape;433;p19"/>
          <p:cNvSpPr txBox="1"/>
          <p:nvPr>
            <p:ph idx="8" type="subTitle"/>
          </p:nvPr>
        </p:nvSpPr>
        <p:spPr>
          <a:xfrm>
            <a:off x="3330424" y="1273925"/>
            <a:ext cx="24831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Font typeface="Figtree SemiBold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 SemiBold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 SemiBold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 SemiBold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 SemiBold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 SemiBold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 SemiBold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 SemiBold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 SemiBold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434" name="Google Shape;434;p19"/>
          <p:cNvSpPr txBox="1"/>
          <p:nvPr>
            <p:ph idx="9" type="subTitle"/>
          </p:nvPr>
        </p:nvSpPr>
        <p:spPr>
          <a:xfrm>
            <a:off x="5940886" y="1273925"/>
            <a:ext cx="24831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Font typeface="Figtree SemiBold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 SemiBold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 SemiBold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 SemiBold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 SemiBold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 SemiBold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 SemiBold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 SemiBold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 SemiBold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435" name="Google Shape;435;p19"/>
          <p:cNvSpPr txBox="1"/>
          <p:nvPr>
            <p:ph idx="13" type="subTitle"/>
          </p:nvPr>
        </p:nvSpPr>
        <p:spPr>
          <a:xfrm>
            <a:off x="719975" y="2969125"/>
            <a:ext cx="24831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Font typeface="Figtree SemiBold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 SemiBold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 SemiBold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 SemiBold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 SemiBold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 SemiBold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 SemiBold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 SemiBold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 SemiBold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436" name="Google Shape;436;p19"/>
          <p:cNvSpPr txBox="1"/>
          <p:nvPr>
            <p:ph idx="14" type="subTitle"/>
          </p:nvPr>
        </p:nvSpPr>
        <p:spPr>
          <a:xfrm>
            <a:off x="3330436" y="2969125"/>
            <a:ext cx="24831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Font typeface="Figtree SemiBold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 SemiBold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 SemiBold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 SemiBold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 SemiBold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 SemiBold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 SemiBold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 SemiBold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 SemiBold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437" name="Google Shape;437;p19"/>
          <p:cNvSpPr txBox="1"/>
          <p:nvPr>
            <p:ph idx="15" type="subTitle"/>
          </p:nvPr>
        </p:nvSpPr>
        <p:spPr>
          <a:xfrm>
            <a:off x="5940886" y="2969125"/>
            <a:ext cx="24831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Font typeface="Figtree SemiBold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 SemiBold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 SemiBold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 SemiBold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 SemiBold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 SemiBold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 SemiBold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 SemiBold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Figtree SemiBold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grpSp>
        <p:nvGrpSpPr>
          <p:cNvPr id="438" name="Google Shape;438;p19"/>
          <p:cNvGrpSpPr/>
          <p:nvPr/>
        </p:nvGrpSpPr>
        <p:grpSpPr>
          <a:xfrm>
            <a:off x="-622729" y="858450"/>
            <a:ext cx="10057991" cy="4883424"/>
            <a:chOff x="-622729" y="858450"/>
            <a:chExt cx="10057991" cy="4883424"/>
          </a:xfrm>
        </p:grpSpPr>
        <p:grpSp>
          <p:nvGrpSpPr>
            <p:cNvPr id="439" name="Google Shape;439;p19"/>
            <p:cNvGrpSpPr/>
            <p:nvPr/>
          </p:nvGrpSpPr>
          <p:grpSpPr>
            <a:xfrm>
              <a:off x="8705012" y="3022953"/>
              <a:ext cx="730250" cy="206375"/>
              <a:chOff x="8640762" y="5785103"/>
              <a:chExt cx="730250" cy="206375"/>
            </a:xfrm>
          </p:grpSpPr>
          <p:sp>
            <p:nvSpPr>
              <p:cNvPr id="440" name="Google Shape;440;p19"/>
              <p:cNvSpPr/>
              <p:nvPr/>
            </p:nvSpPr>
            <p:spPr>
              <a:xfrm>
                <a:off x="8799512" y="5785103"/>
                <a:ext cx="412750" cy="206375"/>
              </a:xfrm>
              <a:custGeom>
                <a:rect b="b" l="l" r="r" t="t"/>
                <a:pathLst>
                  <a:path extrusionOk="0" h="206375" w="412750">
                    <a:moveTo>
                      <a:pt x="0" y="206375"/>
                    </a:moveTo>
                    <a:cubicBezTo>
                      <a:pt x="0" y="92393"/>
                      <a:pt x="92393" y="0"/>
                      <a:pt x="206375" y="0"/>
                    </a:cubicBezTo>
                    <a:cubicBezTo>
                      <a:pt x="320357" y="0"/>
                      <a:pt x="412750" y="92393"/>
                      <a:pt x="412750" y="206375"/>
                    </a:cubicBezTo>
                    <a:lnTo>
                      <a:pt x="0" y="206375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1" name="Google Shape;441;p19"/>
              <p:cNvSpPr/>
              <p:nvPr/>
            </p:nvSpPr>
            <p:spPr>
              <a:xfrm>
                <a:off x="8640762" y="5880353"/>
                <a:ext cx="222250" cy="111125"/>
              </a:xfrm>
              <a:custGeom>
                <a:rect b="b" l="l" r="r" t="t"/>
                <a:pathLst>
                  <a:path extrusionOk="0" h="111125" w="222250">
                    <a:moveTo>
                      <a:pt x="0" y="111125"/>
                    </a:moveTo>
                    <a:cubicBezTo>
                      <a:pt x="0" y="49784"/>
                      <a:pt x="49784" y="0"/>
                      <a:pt x="111125" y="0"/>
                    </a:cubicBezTo>
                    <a:cubicBezTo>
                      <a:pt x="172466" y="0"/>
                      <a:pt x="222250" y="49784"/>
                      <a:pt x="222250" y="111125"/>
                    </a:cubicBezTo>
                    <a:lnTo>
                      <a:pt x="0" y="111125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2" name="Google Shape;442;p19"/>
              <p:cNvSpPr/>
              <p:nvPr/>
            </p:nvSpPr>
            <p:spPr>
              <a:xfrm>
                <a:off x="9148762" y="5880353"/>
                <a:ext cx="222250" cy="111125"/>
              </a:xfrm>
              <a:custGeom>
                <a:rect b="b" l="l" r="r" t="t"/>
                <a:pathLst>
                  <a:path extrusionOk="0" h="111125" w="222250">
                    <a:moveTo>
                      <a:pt x="0" y="111125"/>
                    </a:moveTo>
                    <a:cubicBezTo>
                      <a:pt x="0" y="49784"/>
                      <a:pt x="49784" y="0"/>
                      <a:pt x="111125" y="0"/>
                    </a:cubicBezTo>
                    <a:cubicBezTo>
                      <a:pt x="172466" y="0"/>
                      <a:pt x="222250" y="49784"/>
                      <a:pt x="222250" y="111125"/>
                    </a:cubicBezTo>
                    <a:lnTo>
                      <a:pt x="0" y="111125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43" name="Google Shape;443;p19"/>
            <p:cNvGrpSpPr/>
            <p:nvPr/>
          </p:nvGrpSpPr>
          <p:grpSpPr>
            <a:xfrm>
              <a:off x="8551387" y="3542929"/>
              <a:ext cx="571500" cy="133350"/>
              <a:chOff x="8990012" y="6086729"/>
              <a:chExt cx="571500" cy="133350"/>
            </a:xfrm>
          </p:grpSpPr>
          <p:sp>
            <p:nvSpPr>
              <p:cNvPr id="444" name="Google Shape;444;p19"/>
              <p:cNvSpPr/>
              <p:nvPr/>
            </p:nvSpPr>
            <p:spPr>
              <a:xfrm>
                <a:off x="8990012" y="6201029"/>
                <a:ext cx="381000" cy="19050"/>
              </a:xfrm>
              <a:custGeom>
                <a:rect b="b" l="l" r="r" t="t"/>
                <a:pathLst>
                  <a:path extrusionOk="0" h="19050" w="381000">
                    <a:moveTo>
                      <a:pt x="0" y="0"/>
                    </a:moveTo>
                    <a:lnTo>
                      <a:pt x="381000" y="0"/>
                    </a:lnTo>
                    <a:lnTo>
                      <a:pt x="381000" y="19050"/>
                    </a:lnTo>
                    <a:lnTo>
                      <a:pt x="0" y="1905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5" name="Google Shape;445;p19"/>
              <p:cNvSpPr/>
              <p:nvPr/>
            </p:nvSpPr>
            <p:spPr>
              <a:xfrm>
                <a:off x="9180512" y="6086729"/>
                <a:ext cx="381000" cy="19050"/>
              </a:xfrm>
              <a:custGeom>
                <a:rect b="b" l="l" r="r" t="t"/>
                <a:pathLst>
                  <a:path extrusionOk="0" h="19050" w="381000">
                    <a:moveTo>
                      <a:pt x="0" y="0"/>
                    </a:moveTo>
                    <a:lnTo>
                      <a:pt x="381000" y="0"/>
                    </a:lnTo>
                    <a:lnTo>
                      <a:pt x="381000" y="19050"/>
                    </a:lnTo>
                    <a:lnTo>
                      <a:pt x="0" y="1905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46" name="Google Shape;446;p19"/>
            <p:cNvGrpSpPr/>
            <p:nvPr/>
          </p:nvGrpSpPr>
          <p:grpSpPr>
            <a:xfrm>
              <a:off x="-622729" y="858450"/>
              <a:ext cx="1218641" cy="344399"/>
              <a:chOff x="10448480" y="3783774"/>
              <a:chExt cx="730250" cy="206375"/>
            </a:xfrm>
          </p:grpSpPr>
          <p:sp>
            <p:nvSpPr>
              <p:cNvPr id="447" name="Google Shape;447;p19"/>
              <p:cNvSpPr/>
              <p:nvPr/>
            </p:nvSpPr>
            <p:spPr>
              <a:xfrm>
                <a:off x="10607230" y="3783774"/>
                <a:ext cx="412750" cy="206375"/>
              </a:xfrm>
              <a:custGeom>
                <a:rect b="b" l="l" r="r" t="t"/>
                <a:pathLst>
                  <a:path extrusionOk="0" h="206375" w="412750">
                    <a:moveTo>
                      <a:pt x="0" y="206375"/>
                    </a:moveTo>
                    <a:cubicBezTo>
                      <a:pt x="0" y="92392"/>
                      <a:pt x="92392" y="0"/>
                      <a:pt x="206375" y="0"/>
                    </a:cubicBezTo>
                    <a:cubicBezTo>
                      <a:pt x="320357" y="0"/>
                      <a:pt x="412750" y="92392"/>
                      <a:pt x="412750" y="206375"/>
                    </a:cubicBezTo>
                    <a:lnTo>
                      <a:pt x="0" y="206375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8" name="Google Shape;448;p19"/>
              <p:cNvSpPr/>
              <p:nvPr/>
            </p:nvSpPr>
            <p:spPr>
              <a:xfrm>
                <a:off x="10448480" y="3879024"/>
                <a:ext cx="222250" cy="111125"/>
              </a:xfrm>
              <a:custGeom>
                <a:rect b="b" l="l" r="r" t="t"/>
                <a:pathLst>
                  <a:path extrusionOk="0" h="111125" w="222250">
                    <a:moveTo>
                      <a:pt x="0" y="111125"/>
                    </a:moveTo>
                    <a:cubicBezTo>
                      <a:pt x="0" y="49784"/>
                      <a:pt x="49784" y="0"/>
                      <a:pt x="111125" y="0"/>
                    </a:cubicBezTo>
                    <a:cubicBezTo>
                      <a:pt x="172529" y="0"/>
                      <a:pt x="222250" y="49784"/>
                      <a:pt x="222250" y="111125"/>
                    </a:cubicBezTo>
                    <a:lnTo>
                      <a:pt x="0" y="111125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9" name="Google Shape;449;p19"/>
              <p:cNvSpPr/>
              <p:nvPr/>
            </p:nvSpPr>
            <p:spPr>
              <a:xfrm>
                <a:off x="10956480" y="3879024"/>
                <a:ext cx="222250" cy="111125"/>
              </a:xfrm>
              <a:custGeom>
                <a:rect b="b" l="l" r="r" t="t"/>
                <a:pathLst>
                  <a:path extrusionOk="0" h="111125" w="222250">
                    <a:moveTo>
                      <a:pt x="0" y="111125"/>
                    </a:moveTo>
                    <a:cubicBezTo>
                      <a:pt x="0" y="49784"/>
                      <a:pt x="49784" y="0"/>
                      <a:pt x="111125" y="0"/>
                    </a:cubicBezTo>
                    <a:cubicBezTo>
                      <a:pt x="172529" y="0"/>
                      <a:pt x="222250" y="49784"/>
                      <a:pt x="222250" y="111125"/>
                    </a:cubicBezTo>
                    <a:lnTo>
                      <a:pt x="0" y="111125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50" name="Google Shape;450;p19"/>
            <p:cNvSpPr/>
            <p:nvPr/>
          </p:nvSpPr>
          <p:spPr>
            <a:xfrm>
              <a:off x="8741887" y="2690304"/>
              <a:ext cx="190500" cy="19050"/>
            </a:xfrm>
            <a:custGeom>
              <a:rect b="b" l="l" r="r" t="t"/>
              <a:pathLst>
                <a:path extrusionOk="0" h="19050" w="190500">
                  <a:moveTo>
                    <a:pt x="0" y="0"/>
                  </a:moveTo>
                  <a:lnTo>
                    <a:pt x="190500" y="0"/>
                  </a:lnTo>
                  <a:lnTo>
                    <a:pt x="1905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51" name="Google Shape;451;p19"/>
            <p:cNvGrpSpPr/>
            <p:nvPr/>
          </p:nvGrpSpPr>
          <p:grpSpPr>
            <a:xfrm>
              <a:off x="265080" y="2375599"/>
              <a:ext cx="238125" cy="133350"/>
              <a:chOff x="11983230" y="2227399"/>
              <a:chExt cx="238125" cy="133350"/>
            </a:xfrm>
          </p:grpSpPr>
          <p:sp>
            <p:nvSpPr>
              <p:cNvPr id="452" name="Google Shape;452;p19"/>
              <p:cNvSpPr/>
              <p:nvPr/>
            </p:nvSpPr>
            <p:spPr>
              <a:xfrm>
                <a:off x="11983230" y="2227399"/>
                <a:ext cx="190500" cy="19050"/>
              </a:xfrm>
              <a:custGeom>
                <a:rect b="b" l="l" r="r" t="t"/>
                <a:pathLst>
                  <a:path extrusionOk="0" h="19050" w="190500">
                    <a:moveTo>
                      <a:pt x="0" y="0"/>
                    </a:moveTo>
                    <a:lnTo>
                      <a:pt x="190500" y="0"/>
                    </a:lnTo>
                    <a:lnTo>
                      <a:pt x="190500" y="19050"/>
                    </a:lnTo>
                    <a:lnTo>
                      <a:pt x="0" y="1905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3" name="Google Shape;453;p19"/>
              <p:cNvSpPr/>
              <p:nvPr/>
            </p:nvSpPr>
            <p:spPr>
              <a:xfrm>
                <a:off x="12030855" y="2341699"/>
                <a:ext cx="190500" cy="19050"/>
              </a:xfrm>
              <a:custGeom>
                <a:rect b="b" l="l" r="r" t="t"/>
                <a:pathLst>
                  <a:path extrusionOk="0" h="19050" w="190500">
                    <a:moveTo>
                      <a:pt x="0" y="0"/>
                    </a:moveTo>
                    <a:lnTo>
                      <a:pt x="190500" y="0"/>
                    </a:lnTo>
                    <a:lnTo>
                      <a:pt x="190500" y="19050"/>
                    </a:lnTo>
                    <a:lnTo>
                      <a:pt x="0" y="1905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54" name="Google Shape;454;p19"/>
            <p:cNvSpPr/>
            <p:nvPr/>
          </p:nvSpPr>
          <p:spPr>
            <a:xfrm>
              <a:off x="3879676" y="4718147"/>
              <a:ext cx="2270136" cy="648137"/>
            </a:xfrm>
            <a:custGeom>
              <a:rect b="b" l="l" r="r" t="t"/>
              <a:pathLst>
                <a:path extrusionOk="0" h="113808" w="324421">
                  <a:moveTo>
                    <a:pt x="324422" y="80090"/>
                  </a:moveTo>
                  <a:cubicBezTo>
                    <a:pt x="324422" y="80090"/>
                    <a:pt x="311912" y="40720"/>
                    <a:pt x="235458" y="50309"/>
                  </a:cubicBezTo>
                  <a:cubicBezTo>
                    <a:pt x="157607" y="60088"/>
                    <a:pt x="168783" y="-4682"/>
                    <a:pt x="187135" y="271"/>
                  </a:cubicBezTo>
                  <a:cubicBezTo>
                    <a:pt x="205486" y="5224"/>
                    <a:pt x="199898" y="32592"/>
                    <a:pt x="172974" y="39450"/>
                  </a:cubicBezTo>
                  <a:cubicBezTo>
                    <a:pt x="130492" y="50309"/>
                    <a:pt x="114617" y="12971"/>
                    <a:pt x="70676" y="32592"/>
                  </a:cubicBezTo>
                  <a:cubicBezTo>
                    <a:pt x="41275" y="45737"/>
                    <a:pt x="30035" y="78820"/>
                    <a:pt x="30035" y="78820"/>
                  </a:cubicBezTo>
                  <a:cubicBezTo>
                    <a:pt x="30035" y="78820"/>
                    <a:pt x="13779" y="109427"/>
                    <a:pt x="0" y="113809"/>
                  </a:cubicBezTo>
                </a:path>
              </a:pathLst>
            </a:custGeom>
            <a:noFill/>
            <a:ln cap="rnd" cmpd="sng" w="9525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" name="Google Shape;455;p19"/>
            <p:cNvSpPr/>
            <p:nvPr/>
          </p:nvSpPr>
          <p:spPr>
            <a:xfrm rot="-2445744">
              <a:off x="6895913" y="4704104"/>
              <a:ext cx="830515" cy="872458"/>
            </a:xfrm>
            <a:custGeom>
              <a:rect b="b" l="l" r="r" t="t"/>
              <a:pathLst>
                <a:path extrusionOk="0" h="282704" w="269113">
                  <a:moveTo>
                    <a:pt x="0" y="247780"/>
                  </a:moveTo>
                  <a:cubicBezTo>
                    <a:pt x="4572" y="232413"/>
                    <a:pt x="18923" y="221745"/>
                    <a:pt x="34036" y="216474"/>
                  </a:cubicBezTo>
                  <a:cubicBezTo>
                    <a:pt x="49149" y="211204"/>
                    <a:pt x="65405" y="210251"/>
                    <a:pt x="81217" y="207584"/>
                  </a:cubicBezTo>
                  <a:cubicBezTo>
                    <a:pt x="110998" y="202631"/>
                    <a:pt x="140081" y="191392"/>
                    <a:pt x="163513" y="172405"/>
                  </a:cubicBezTo>
                  <a:cubicBezTo>
                    <a:pt x="186944" y="153419"/>
                    <a:pt x="204470" y="126368"/>
                    <a:pt x="209042" y="96523"/>
                  </a:cubicBezTo>
                  <a:cubicBezTo>
                    <a:pt x="213614" y="66677"/>
                    <a:pt x="204343" y="34420"/>
                    <a:pt x="182563" y="13592"/>
                  </a:cubicBezTo>
                  <a:cubicBezTo>
                    <a:pt x="172085" y="3622"/>
                    <a:pt x="156528" y="-3807"/>
                    <a:pt x="143383" y="2098"/>
                  </a:cubicBezTo>
                  <a:cubicBezTo>
                    <a:pt x="130239" y="8004"/>
                    <a:pt x="125413" y="24260"/>
                    <a:pt x="124651" y="38610"/>
                  </a:cubicBezTo>
                  <a:cubicBezTo>
                    <a:pt x="122365" y="80394"/>
                    <a:pt x="142177" y="122812"/>
                    <a:pt x="175768" y="147831"/>
                  </a:cubicBezTo>
                  <a:cubicBezTo>
                    <a:pt x="190246" y="158626"/>
                    <a:pt x="207010" y="166309"/>
                    <a:pt x="220599" y="178184"/>
                  </a:cubicBezTo>
                  <a:cubicBezTo>
                    <a:pt x="250063" y="203901"/>
                    <a:pt x="260350" y="244605"/>
                    <a:pt x="269113" y="282705"/>
                  </a:cubicBezTo>
                </a:path>
              </a:pathLst>
            </a:custGeom>
            <a:noFill/>
            <a:ln cap="rnd" cmpd="sng" w="9525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56" name="Google Shape;456;p1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20"/>
          <p:cNvSpPr txBox="1"/>
          <p:nvPr>
            <p:ph type="title"/>
          </p:nvPr>
        </p:nvSpPr>
        <p:spPr>
          <a:xfrm>
            <a:off x="4620550" y="539500"/>
            <a:ext cx="3591000" cy="95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5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9" name="Google Shape;459;p20"/>
          <p:cNvSpPr txBox="1"/>
          <p:nvPr>
            <p:ph idx="1" type="subTitle"/>
          </p:nvPr>
        </p:nvSpPr>
        <p:spPr>
          <a:xfrm>
            <a:off x="4620550" y="1400125"/>
            <a:ext cx="3591000" cy="117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0" name="Google Shape;460;p20"/>
          <p:cNvSpPr txBox="1"/>
          <p:nvPr/>
        </p:nvSpPr>
        <p:spPr>
          <a:xfrm>
            <a:off x="4620550" y="3300800"/>
            <a:ext cx="3591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CREDITS:</a:t>
            </a:r>
            <a:r>
              <a:rPr lang="en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This presentation template was created by </a:t>
            </a:r>
            <a:r>
              <a:rPr b="1" lang="en" sz="1200" u="sng">
                <a:solidFill>
                  <a:schemeClr val="hlink"/>
                </a:solidFill>
                <a:latin typeface="Barlow"/>
                <a:ea typeface="Barlow"/>
                <a:cs typeface="Barlow"/>
                <a:sym typeface="Barlow"/>
                <a:hlinkClick r:id="rId2"/>
              </a:rPr>
              <a:t>Slidesgo</a:t>
            </a:r>
            <a:r>
              <a:rPr lang="en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, and includes icons by </a:t>
            </a:r>
            <a:r>
              <a:rPr b="1" lang="en" sz="1200" u="sng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, and infographics &amp; images by </a:t>
            </a:r>
            <a:r>
              <a:rPr b="1" lang="en" sz="1200" u="sng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</a:t>
            </a:r>
            <a:endParaRPr b="1" sz="1200" u="sng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grpSp>
        <p:nvGrpSpPr>
          <p:cNvPr id="461" name="Google Shape;461;p20"/>
          <p:cNvGrpSpPr/>
          <p:nvPr/>
        </p:nvGrpSpPr>
        <p:grpSpPr>
          <a:xfrm>
            <a:off x="2006262" y="-168707"/>
            <a:ext cx="7681498" cy="5194906"/>
            <a:chOff x="2006262" y="-168707"/>
            <a:chExt cx="7681498" cy="5194906"/>
          </a:xfrm>
        </p:grpSpPr>
        <p:grpSp>
          <p:nvGrpSpPr>
            <p:cNvPr id="462" name="Google Shape;462;p20"/>
            <p:cNvGrpSpPr/>
            <p:nvPr/>
          </p:nvGrpSpPr>
          <p:grpSpPr>
            <a:xfrm>
              <a:off x="2006262" y="95549"/>
              <a:ext cx="7681498" cy="4930650"/>
              <a:chOff x="2006262" y="95549"/>
              <a:chExt cx="7681498" cy="4930650"/>
            </a:xfrm>
          </p:grpSpPr>
          <p:grpSp>
            <p:nvGrpSpPr>
              <p:cNvPr id="463" name="Google Shape;463;p20"/>
              <p:cNvGrpSpPr/>
              <p:nvPr/>
            </p:nvGrpSpPr>
            <p:grpSpPr>
              <a:xfrm>
                <a:off x="2006262" y="95549"/>
                <a:ext cx="603250" cy="273050"/>
                <a:chOff x="8640762" y="3990149"/>
                <a:chExt cx="603250" cy="273050"/>
              </a:xfrm>
            </p:grpSpPr>
            <p:sp>
              <p:nvSpPr>
                <p:cNvPr id="464" name="Google Shape;464;p20"/>
                <p:cNvSpPr/>
                <p:nvPr/>
              </p:nvSpPr>
              <p:spPr>
                <a:xfrm>
                  <a:off x="8640762" y="4152074"/>
                  <a:ext cx="222250" cy="111125"/>
                </a:xfrm>
                <a:custGeom>
                  <a:rect b="b" l="l" r="r" t="t"/>
                  <a:pathLst>
                    <a:path extrusionOk="0" h="111125" w="222250">
                      <a:moveTo>
                        <a:pt x="0" y="111125"/>
                      </a:moveTo>
                      <a:cubicBezTo>
                        <a:pt x="0" y="49784"/>
                        <a:pt x="49784" y="0"/>
                        <a:pt x="111125" y="0"/>
                      </a:cubicBezTo>
                      <a:cubicBezTo>
                        <a:pt x="172466" y="0"/>
                        <a:pt x="222250" y="49784"/>
                        <a:pt x="222250" y="111125"/>
                      </a:cubicBezTo>
                      <a:lnTo>
                        <a:pt x="0" y="111125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5" name="Google Shape;465;p20"/>
                <p:cNvSpPr/>
                <p:nvPr/>
              </p:nvSpPr>
              <p:spPr>
                <a:xfrm>
                  <a:off x="8863012" y="3990149"/>
                  <a:ext cx="381000" cy="19050"/>
                </a:xfrm>
                <a:custGeom>
                  <a:rect b="b" l="l" r="r" t="t"/>
                  <a:pathLst>
                    <a:path extrusionOk="0" h="19050" w="381000">
                      <a:moveTo>
                        <a:pt x="0" y="0"/>
                      </a:moveTo>
                      <a:lnTo>
                        <a:pt x="381000" y="0"/>
                      </a:lnTo>
                      <a:lnTo>
                        <a:pt x="381000" y="19050"/>
                      </a:lnTo>
                      <a:lnTo>
                        <a:pt x="0" y="1905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66" name="Google Shape;466;p20"/>
              <p:cNvGrpSpPr/>
              <p:nvPr/>
            </p:nvGrpSpPr>
            <p:grpSpPr>
              <a:xfrm>
                <a:off x="8549755" y="2453645"/>
                <a:ext cx="1138005" cy="1054259"/>
                <a:chOff x="8549755" y="2453645"/>
                <a:chExt cx="1138005" cy="1054259"/>
              </a:xfrm>
            </p:grpSpPr>
            <p:grpSp>
              <p:nvGrpSpPr>
                <p:cNvPr id="467" name="Google Shape;467;p20"/>
                <p:cNvGrpSpPr/>
                <p:nvPr/>
              </p:nvGrpSpPr>
              <p:grpSpPr>
                <a:xfrm>
                  <a:off x="8696387" y="3374554"/>
                  <a:ext cx="571500" cy="133350"/>
                  <a:chOff x="8990012" y="6086729"/>
                  <a:chExt cx="571500" cy="133350"/>
                </a:xfrm>
              </p:grpSpPr>
              <p:sp>
                <p:nvSpPr>
                  <p:cNvPr id="468" name="Google Shape;468;p20"/>
                  <p:cNvSpPr/>
                  <p:nvPr/>
                </p:nvSpPr>
                <p:spPr>
                  <a:xfrm>
                    <a:off x="8990012" y="6201029"/>
                    <a:ext cx="381000" cy="19050"/>
                  </a:xfrm>
                  <a:custGeom>
                    <a:rect b="b" l="l" r="r" t="t"/>
                    <a:pathLst>
                      <a:path extrusionOk="0" h="19050" w="381000">
                        <a:moveTo>
                          <a:pt x="0" y="0"/>
                        </a:moveTo>
                        <a:lnTo>
                          <a:pt x="381000" y="0"/>
                        </a:lnTo>
                        <a:lnTo>
                          <a:pt x="381000" y="19050"/>
                        </a:lnTo>
                        <a:lnTo>
                          <a:pt x="0" y="19050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69" name="Google Shape;469;p20"/>
                  <p:cNvSpPr/>
                  <p:nvPr/>
                </p:nvSpPr>
                <p:spPr>
                  <a:xfrm>
                    <a:off x="9180512" y="6086729"/>
                    <a:ext cx="381000" cy="19050"/>
                  </a:xfrm>
                  <a:custGeom>
                    <a:rect b="b" l="l" r="r" t="t"/>
                    <a:pathLst>
                      <a:path extrusionOk="0" h="19050" w="381000">
                        <a:moveTo>
                          <a:pt x="0" y="0"/>
                        </a:moveTo>
                        <a:lnTo>
                          <a:pt x="381000" y="0"/>
                        </a:lnTo>
                        <a:lnTo>
                          <a:pt x="381000" y="19050"/>
                        </a:lnTo>
                        <a:lnTo>
                          <a:pt x="0" y="19050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470" name="Google Shape;470;p20"/>
                <p:cNvGrpSpPr/>
                <p:nvPr/>
              </p:nvGrpSpPr>
              <p:grpSpPr>
                <a:xfrm>
                  <a:off x="8665060" y="2453645"/>
                  <a:ext cx="1022699" cy="369308"/>
                  <a:chOff x="10607230" y="6115367"/>
                  <a:chExt cx="571500" cy="206375"/>
                </a:xfrm>
              </p:grpSpPr>
              <p:sp>
                <p:nvSpPr>
                  <p:cNvPr id="471" name="Google Shape;471;p20"/>
                  <p:cNvSpPr/>
                  <p:nvPr/>
                </p:nvSpPr>
                <p:spPr>
                  <a:xfrm>
                    <a:off x="10607230" y="6115367"/>
                    <a:ext cx="412750" cy="206375"/>
                  </a:xfrm>
                  <a:custGeom>
                    <a:rect b="b" l="l" r="r" t="t"/>
                    <a:pathLst>
                      <a:path extrusionOk="0" h="206375" w="412750">
                        <a:moveTo>
                          <a:pt x="0" y="206375"/>
                        </a:moveTo>
                        <a:cubicBezTo>
                          <a:pt x="0" y="92392"/>
                          <a:pt x="92392" y="0"/>
                          <a:pt x="206375" y="0"/>
                        </a:cubicBezTo>
                        <a:cubicBezTo>
                          <a:pt x="320357" y="0"/>
                          <a:pt x="412750" y="92392"/>
                          <a:pt x="412750" y="206375"/>
                        </a:cubicBezTo>
                        <a:lnTo>
                          <a:pt x="0" y="206375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72" name="Google Shape;472;p20"/>
                  <p:cNvSpPr/>
                  <p:nvPr/>
                </p:nvSpPr>
                <p:spPr>
                  <a:xfrm>
                    <a:off x="10956480" y="6210617"/>
                    <a:ext cx="222250" cy="111125"/>
                  </a:xfrm>
                  <a:custGeom>
                    <a:rect b="b" l="l" r="r" t="t"/>
                    <a:pathLst>
                      <a:path extrusionOk="0" h="111125" w="222250">
                        <a:moveTo>
                          <a:pt x="0" y="111125"/>
                        </a:moveTo>
                        <a:cubicBezTo>
                          <a:pt x="0" y="49721"/>
                          <a:pt x="49784" y="0"/>
                          <a:pt x="111125" y="0"/>
                        </a:cubicBezTo>
                        <a:cubicBezTo>
                          <a:pt x="172529" y="0"/>
                          <a:pt x="222250" y="49721"/>
                          <a:pt x="222250" y="111125"/>
                        </a:cubicBezTo>
                        <a:lnTo>
                          <a:pt x="0" y="111125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473" name="Google Shape;473;p20"/>
                <p:cNvGrpSpPr/>
                <p:nvPr/>
              </p:nvGrpSpPr>
              <p:grpSpPr>
                <a:xfrm>
                  <a:off x="8549755" y="3097278"/>
                  <a:ext cx="381000" cy="111125"/>
                  <a:chOff x="10448480" y="5673978"/>
                  <a:chExt cx="381000" cy="111125"/>
                </a:xfrm>
              </p:grpSpPr>
              <p:sp>
                <p:nvSpPr>
                  <p:cNvPr id="474" name="Google Shape;474;p20"/>
                  <p:cNvSpPr/>
                  <p:nvPr/>
                </p:nvSpPr>
                <p:spPr>
                  <a:xfrm>
                    <a:off x="10607230" y="5673978"/>
                    <a:ext cx="222250" cy="111125"/>
                  </a:xfrm>
                  <a:custGeom>
                    <a:rect b="b" l="l" r="r" t="t"/>
                    <a:pathLst>
                      <a:path extrusionOk="0" h="111125" w="222250">
                        <a:moveTo>
                          <a:pt x="0" y="111125"/>
                        </a:moveTo>
                        <a:cubicBezTo>
                          <a:pt x="0" y="49784"/>
                          <a:pt x="49784" y="0"/>
                          <a:pt x="111125" y="0"/>
                        </a:cubicBezTo>
                        <a:cubicBezTo>
                          <a:pt x="172529" y="0"/>
                          <a:pt x="222250" y="49784"/>
                          <a:pt x="222250" y="111125"/>
                        </a:cubicBezTo>
                        <a:lnTo>
                          <a:pt x="0" y="111125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75" name="Google Shape;475;p20"/>
                  <p:cNvSpPr/>
                  <p:nvPr/>
                </p:nvSpPr>
                <p:spPr>
                  <a:xfrm>
                    <a:off x="10448480" y="5673978"/>
                    <a:ext cx="222250" cy="111125"/>
                  </a:xfrm>
                  <a:custGeom>
                    <a:rect b="b" l="l" r="r" t="t"/>
                    <a:pathLst>
                      <a:path extrusionOk="0" h="111125" w="222250">
                        <a:moveTo>
                          <a:pt x="0" y="111125"/>
                        </a:moveTo>
                        <a:cubicBezTo>
                          <a:pt x="0" y="49784"/>
                          <a:pt x="49784" y="0"/>
                          <a:pt x="111125" y="0"/>
                        </a:cubicBezTo>
                        <a:cubicBezTo>
                          <a:pt x="172529" y="0"/>
                          <a:pt x="222250" y="49784"/>
                          <a:pt x="222250" y="111125"/>
                        </a:cubicBezTo>
                        <a:lnTo>
                          <a:pt x="0" y="111125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grpSp>
            <p:nvGrpSpPr>
              <p:cNvPr id="476" name="Google Shape;476;p20"/>
              <p:cNvGrpSpPr/>
              <p:nvPr/>
            </p:nvGrpSpPr>
            <p:grpSpPr>
              <a:xfrm>
                <a:off x="3859355" y="4819824"/>
                <a:ext cx="730250" cy="206375"/>
                <a:chOff x="10448480" y="3783774"/>
                <a:chExt cx="730250" cy="206375"/>
              </a:xfrm>
            </p:grpSpPr>
            <p:sp>
              <p:nvSpPr>
                <p:cNvPr id="477" name="Google Shape;477;p20"/>
                <p:cNvSpPr/>
                <p:nvPr/>
              </p:nvSpPr>
              <p:spPr>
                <a:xfrm>
                  <a:off x="10607230" y="3783774"/>
                  <a:ext cx="412750" cy="206375"/>
                </a:xfrm>
                <a:custGeom>
                  <a:rect b="b" l="l" r="r" t="t"/>
                  <a:pathLst>
                    <a:path extrusionOk="0" h="206375" w="412750">
                      <a:moveTo>
                        <a:pt x="0" y="206375"/>
                      </a:moveTo>
                      <a:cubicBezTo>
                        <a:pt x="0" y="92392"/>
                        <a:pt x="92392" y="0"/>
                        <a:pt x="206375" y="0"/>
                      </a:cubicBezTo>
                      <a:cubicBezTo>
                        <a:pt x="320357" y="0"/>
                        <a:pt x="412750" y="92392"/>
                        <a:pt x="412750" y="206375"/>
                      </a:cubicBezTo>
                      <a:lnTo>
                        <a:pt x="0" y="206375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78" name="Google Shape;478;p20"/>
                <p:cNvSpPr/>
                <p:nvPr/>
              </p:nvSpPr>
              <p:spPr>
                <a:xfrm>
                  <a:off x="10448480" y="3879024"/>
                  <a:ext cx="222250" cy="111125"/>
                </a:xfrm>
                <a:custGeom>
                  <a:rect b="b" l="l" r="r" t="t"/>
                  <a:pathLst>
                    <a:path extrusionOk="0" h="111125" w="222250">
                      <a:moveTo>
                        <a:pt x="0" y="111125"/>
                      </a:moveTo>
                      <a:cubicBezTo>
                        <a:pt x="0" y="49784"/>
                        <a:pt x="49784" y="0"/>
                        <a:pt x="111125" y="0"/>
                      </a:cubicBezTo>
                      <a:cubicBezTo>
                        <a:pt x="172529" y="0"/>
                        <a:pt x="222250" y="49784"/>
                        <a:pt x="222250" y="111125"/>
                      </a:cubicBezTo>
                      <a:lnTo>
                        <a:pt x="0" y="111125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79" name="Google Shape;479;p20"/>
                <p:cNvSpPr/>
                <p:nvPr/>
              </p:nvSpPr>
              <p:spPr>
                <a:xfrm>
                  <a:off x="10956480" y="3879024"/>
                  <a:ext cx="222250" cy="111125"/>
                </a:xfrm>
                <a:custGeom>
                  <a:rect b="b" l="l" r="r" t="t"/>
                  <a:pathLst>
                    <a:path extrusionOk="0" h="111125" w="222250">
                      <a:moveTo>
                        <a:pt x="0" y="111125"/>
                      </a:moveTo>
                      <a:cubicBezTo>
                        <a:pt x="0" y="49784"/>
                        <a:pt x="49784" y="0"/>
                        <a:pt x="111125" y="0"/>
                      </a:cubicBezTo>
                      <a:cubicBezTo>
                        <a:pt x="172529" y="0"/>
                        <a:pt x="222250" y="49784"/>
                        <a:pt x="222250" y="111125"/>
                      </a:cubicBezTo>
                      <a:lnTo>
                        <a:pt x="0" y="111125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480" name="Google Shape;480;p20"/>
            <p:cNvSpPr/>
            <p:nvPr/>
          </p:nvSpPr>
          <p:spPr>
            <a:xfrm flipH="1" rot="412820">
              <a:off x="6385635" y="16286"/>
              <a:ext cx="3169691" cy="1351242"/>
            </a:xfrm>
            <a:custGeom>
              <a:rect b="b" l="l" r="r" t="t"/>
              <a:pathLst>
                <a:path extrusionOk="0" h="254919" w="597979">
                  <a:moveTo>
                    <a:pt x="0" y="254762"/>
                  </a:moveTo>
                  <a:cubicBezTo>
                    <a:pt x="29654" y="256731"/>
                    <a:pt x="57658" y="239967"/>
                    <a:pt x="78549" y="218821"/>
                  </a:cubicBezTo>
                  <a:cubicBezTo>
                    <a:pt x="99378" y="197676"/>
                    <a:pt x="115062" y="172021"/>
                    <a:pt x="134429" y="149416"/>
                  </a:cubicBezTo>
                  <a:cubicBezTo>
                    <a:pt x="153797" y="126873"/>
                    <a:pt x="178498" y="106680"/>
                    <a:pt x="207899" y="102489"/>
                  </a:cubicBezTo>
                  <a:cubicBezTo>
                    <a:pt x="229870" y="99378"/>
                    <a:pt x="253936" y="106490"/>
                    <a:pt x="267970" y="123635"/>
                  </a:cubicBezTo>
                  <a:cubicBezTo>
                    <a:pt x="282004" y="140779"/>
                    <a:pt x="283464" y="168212"/>
                    <a:pt x="268669" y="184785"/>
                  </a:cubicBezTo>
                  <a:cubicBezTo>
                    <a:pt x="258635" y="196024"/>
                    <a:pt x="237617" y="199390"/>
                    <a:pt x="229870" y="186436"/>
                  </a:cubicBezTo>
                  <a:cubicBezTo>
                    <a:pt x="223457" y="175641"/>
                    <a:pt x="231267" y="160909"/>
                    <a:pt x="242507" y="155257"/>
                  </a:cubicBezTo>
                  <a:cubicBezTo>
                    <a:pt x="253746" y="149606"/>
                    <a:pt x="266954" y="150304"/>
                    <a:pt x="279591" y="150559"/>
                  </a:cubicBezTo>
                  <a:cubicBezTo>
                    <a:pt x="401193" y="152845"/>
                    <a:pt x="522605" y="95504"/>
                    <a:pt x="597979" y="0"/>
                  </a:cubicBezTo>
                </a:path>
              </a:pathLst>
            </a:custGeom>
            <a:noFill/>
            <a:ln cap="rnd" cmpd="sng" w="12700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81" name="Google Shape;481;p2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3" name="Google Shape;483;p21"/>
          <p:cNvGrpSpPr/>
          <p:nvPr/>
        </p:nvGrpSpPr>
        <p:grpSpPr>
          <a:xfrm>
            <a:off x="-1097578" y="-140125"/>
            <a:ext cx="11399276" cy="5713231"/>
            <a:chOff x="-1097578" y="-140125"/>
            <a:chExt cx="11399276" cy="5713231"/>
          </a:xfrm>
        </p:grpSpPr>
        <p:grpSp>
          <p:nvGrpSpPr>
            <p:cNvPr id="484" name="Google Shape;484;p21"/>
            <p:cNvGrpSpPr/>
            <p:nvPr/>
          </p:nvGrpSpPr>
          <p:grpSpPr>
            <a:xfrm flipH="1">
              <a:off x="-317769" y="-54172"/>
              <a:ext cx="8821660" cy="5039264"/>
              <a:chOff x="700230" y="-54172"/>
              <a:chExt cx="8821660" cy="5039264"/>
            </a:xfrm>
          </p:grpSpPr>
          <p:grpSp>
            <p:nvGrpSpPr>
              <p:cNvPr id="485" name="Google Shape;485;p21"/>
              <p:cNvGrpSpPr/>
              <p:nvPr/>
            </p:nvGrpSpPr>
            <p:grpSpPr>
              <a:xfrm>
                <a:off x="8617548" y="3711095"/>
                <a:ext cx="904342" cy="255575"/>
                <a:chOff x="10448480" y="3783774"/>
                <a:chExt cx="730250" cy="206375"/>
              </a:xfrm>
            </p:grpSpPr>
            <p:sp>
              <p:nvSpPr>
                <p:cNvPr id="486" name="Google Shape;486;p21"/>
                <p:cNvSpPr/>
                <p:nvPr/>
              </p:nvSpPr>
              <p:spPr>
                <a:xfrm>
                  <a:off x="10607230" y="3783774"/>
                  <a:ext cx="412750" cy="206375"/>
                </a:xfrm>
                <a:custGeom>
                  <a:rect b="b" l="l" r="r" t="t"/>
                  <a:pathLst>
                    <a:path extrusionOk="0" h="206375" w="412750">
                      <a:moveTo>
                        <a:pt x="0" y="206375"/>
                      </a:moveTo>
                      <a:cubicBezTo>
                        <a:pt x="0" y="92392"/>
                        <a:pt x="92392" y="0"/>
                        <a:pt x="206375" y="0"/>
                      </a:cubicBezTo>
                      <a:cubicBezTo>
                        <a:pt x="320357" y="0"/>
                        <a:pt x="412750" y="92392"/>
                        <a:pt x="412750" y="206375"/>
                      </a:cubicBezTo>
                      <a:lnTo>
                        <a:pt x="0" y="206375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87" name="Google Shape;487;p21"/>
                <p:cNvSpPr/>
                <p:nvPr/>
              </p:nvSpPr>
              <p:spPr>
                <a:xfrm>
                  <a:off x="10448480" y="3879024"/>
                  <a:ext cx="222250" cy="111125"/>
                </a:xfrm>
                <a:custGeom>
                  <a:rect b="b" l="l" r="r" t="t"/>
                  <a:pathLst>
                    <a:path extrusionOk="0" h="111125" w="222250">
                      <a:moveTo>
                        <a:pt x="0" y="111125"/>
                      </a:moveTo>
                      <a:cubicBezTo>
                        <a:pt x="0" y="49784"/>
                        <a:pt x="49784" y="0"/>
                        <a:pt x="111125" y="0"/>
                      </a:cubicBezTo>
                      <a:cubicBezTo>
                        <a:pt x="172529" y="0"/>
                        <a:pt x="222250" y="49784"/>
                        <a:pt x="222250" y="111125"/>
                      </a:cubicBezTo>
                      <a:lnTo>
                        <a:pt x="0" y="111125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88" name="Google Shape;488;p21"/>
                <p:cNvSpPr/>
                <p:nvPr/>
              </p:nvSpPr>
              <p:spPr>
                <a:xfrm>
                  <a:off x="10956480" y="3879024"/>
                  <a:ext cx="222250" cy="111125"/>
                </a:xfrm>
                <a:custGeom>
                  <a:rect b="b" l="l" r="r" t="t"/>
                  <a:pathLst>
                    <a:path extrusionOk="0" h="111125" w="222250">
                      <a:moveTo>
                        <a:pt x="0" y="111125"/>
                      </a:moveTo>
                      <a:cubicBezTo>
                        <a:pt x="0" y="49784"/>
                        <a:pt x="49784" y="0"/>
                        <a:pt x="111125" y="0"/>
                      </a:cubicBezTo>
                      <a:cubicBezTo>
                        <a:pt x="172529" y="0"/>
                        <a:pt x="222250" y="49784"/>
                        <a:pt x="222250" y="111125"/>
                      </a:cubicBezTo>
                      <a:lnTo>
                        <a:pt x="0" y="111125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89" name="Google Shape;489;p21"/>
              <p:cNvGrpSpPr/>
              <p:nvPr/>
            </p:nvGrpSpPr>
            <p:grpSpPr>
              <a:xfrm>
                <a:off x="700230" y="4778717"/>
                <a:ext cx="571500" cy="206375"/>
                <a:chOff x="5428455" y="6115367"/>
                <a:chExt cx="571500" cy="206375"/>
              </a:xfrm>
            </p:grpSpPr>
            <p:sp>
              <p:nvSpPr>
                <p:cNvPr id="490" name="Google Shape;490;p21"/>
                <p:cNvSpPr/>
                <p:nvPr/>
              </p:nvSpPr>
              <p:spPr>
                <a:xfrm>
                  <a:off x="5428455" y="6115367"/>
                  <a:ext cx="412750" cy="206375"/>
                </a:xfrm>
                <a:custGeom>
                  <a:rect b="b" l="l" r="r" t="t"/>
                  <a:pathLst>
                    <a:path extrusionOk="0" h="206375" w="412750">
                      <a:moveTo>
                        <a:pt x="0" y="206375"/>
                      </a:moveTo>
                      <a:cubicBezTo>
                        <a:pt x="0" y="92392"/>
                        <a:pt x="92392" y="0"/>
                        <a:pt x="206375" y="0"/>
                      </a:cubicBezTo>
                      <a:cubicBezTo>
                        <a:pt x="320357" y="0"/>
                        <a:pt x="412750" y="92392"/>
                        <a:pt x="412750" y="206375"/>
                      </a:cubicBezTo>
                      <a:lnTo>
                        <a:pt x="0" y="206375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91" name="Google Shape;491;p21"/>
                <p:cNvSpPr/>
                <p:nvPr/>
              </p:nvSpPr>
              <p:spPr>
                <a:xfrm>
                  <a:off x="5777705" y="6210617"/>
                  <a:ext cx="222250" cy="111125"/>
                </a:xfrm>
                <a:custGeom>
                  <a:rect b="b" l="l" r="r" t="t"/>
                  <a:pathLst>
                    <a:path extrusionOk="0" h="111125" w="222250">
                      <a:moveTo>
                        <a:pt x="0" y="111125"/>
                      </a:moveTo>
                      <a:cubicBezTo>
                        <a:pt x="0" y="49721"/>
                        <a:pt x="49784" y="0"/>
                        <a:pt x="111125" y="0"/>
                      </a:cubicBezTo>
                      <a:cubicBezTo>
                        <a:pt x="172529" y="0"/>
                        <a:pt x="222250" y="49721"/>
                        <a:pt x="222250" y="111125"/>
                      </a:cubicBezTo>
                      <a:lnTo>
                        <a:pt x="0" y="111125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92" name="Google Shape;492;p21"/>
              <p:cNvGrpSpPr/>
              <p:nvPr/>
            </p:nvGrpSpPr>
            <p:grpSpPr>
              <a:xfrm>
                <a:off x="1148692" y="-54172"/>
                <a:ext cx="7539965" cy="390131"/>
                <a:chOff x="8640762" y="5785103"/>
                <a:chExt cx="3988555" cy="206375"/>
              </a:xfrm>
            </p:grpSpPr>
            <p:sp>
              <p:nvSpPr>
                <p:cNvPr id="493" name="Google Shape;493;p21"/>
                <p:cNvSpPr/>
                <p:nvPr/>
              </p:nvSpPr>
              <p:spPr>
                <a:xfrm>
                  <a:off x="12057817" y="5785103"/>
                  <a:ext cx="412750" cy="206375"/>
                </a:xfrm>
                <a:custGeom>
                  <a:rect b="b" l="l" r="r" t="t"/>
                  <a:pathLst>
                    <a:path extrusionOk="0" h="206375" w="412750">
                      <a:moveTo>
                        <a:pt x="0" y="206375"/>
                      </a:moveTo>
                      <a:cubicBezTo>
                        <a:pt x="0" y="92393"/>
                        <a:pt x="92393" y="0"/>
                        <a:pt x="206375" y="0"/>
                      </a:cubicBezTo>
                      <a:cubicBezTo>
                        <a:pt x="320357" y="0"/>
                        <a:pt x="412750" y="92393"/>
                        <a:pt x="412750" y="206375"/>
                      </a:cubicBezTo>
                      <a:lnTo>
                        <a:pt x="0" y="206375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94" name="Google Shape;494;p21"/>
                <p:cNvSpPr/>
                <p:nvPr/>
              </p:nvSpPr>
              <p:spPr>
                <a:xfrm>
                  <a:off x="8640762" y="5880353"/>
                  <a:ext cx="222250" cy="111125"/>
                </a:xfrm>
                <a:custGeom>
                  <a:rect b="b" l="l" r="r" t="t"/>
                  <a:pathLst>
                    <a:path extrusionOk="0" h="111125" w="222250">
                      <a:moveTo>
                        <a:pt x="0" y="111125"/>
                      </a:moveTo>
                      <a:cubicBezTo>
                        <a:pt x="0" y="49784"/>
                        <a:pt x="49784" y="0"/>
                        <a:pt x="111125" y="0"/>
                      </a:cubicBezTo>
                      <a:cubicBezTo>
                        <a:pt x="172466" y="0"/>
                        <a:pt x="222250" y="49784"/>
                        <a:pt x="222250" y="111125"/>
                      </a:cubicBezTo>
                      <a:lnTo>
                        <a:pt x="0" y="111125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95" name="Google Shape;495;p21"/>
                <p:cNvSpPr/>
                <p:nvPr/>
              </p:nvSpPr>
              <p:spPr>
                <a:xfrm>
                  <a:off x="12407067" y="5880353"/>
                  <a:ext cx="222250" cy="111125"/>
                </a:xfrm>
                <a:custGeom>
                  <a:rect b="b" l="l" r="r" t="t"/>
                  <a:pathLst>
                    <a:path extrusionOk="0" h="111125" w="222250">
                      <a:moveTo>
                        <a:pt x="0" y="111125"/>
                      </a:moveTo>
                      <a:cubicBezTo>
                        <a:pt x="0" y="49784"/>
                        <a:pt x="49784" y="0"/>
                        <a:pt x="111125" y="0"/>
                      </a:cubicBezTo>
                      <a:cubicBezTo>
                        <a:pt x="172466" y="0"/>
                        <a:pt x="222250" y="49784"/>
                        <a:pt x="222250" y="111125"/>
                      </a:cubicBezTo>
                      <a:lnTo>
                        <a:pt x="0" y="111125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496" name="Google Shape;496;p21"/>
            <p:cNvGrpSpPr/>
            <p:nvPr/>
          </p:nvGrpSpPr>
          <p:grpSpPr>
            <a:xfrm flipH="1">
              <a:off x="-1097578" y="-140125"/>
              <a:ext cx="11399276" cy="5713231"/>
              <a:chOff x="-1097578" y="-140125"/>
              <a:chExt cx="11399276" cy="5713231"/>
            </a:xfrm>
          </p:grpSpPr>
          <p:grpSp>
            <p:nvGrpSpPr>
              <p:cNvPr id="497" name="Google Shape;497;p21"/>
              <p:cNvGrpSpPr/>
              <p:nvPr/>
            </p:nvGrpSpPr>
            <p:grpSpPr>
              <a:xfrm>
                <a:off x="163266" y="1648442"/>
                <a:ext cx="427082" cy="127376"/>
                <a:chOff x="8990012" y="6086729"/>
                <a:chExt cx="571500" cy="133350"/>
              </a:xfrm>
            </p:grpSpPr>
            <p:sp>
              <p:nvSpPr>
                <p:cNvPr id="498" name="Google Shape;498;p21"/>
                <p:cNvSpPr/>
                <p:nvPr/>
              </p:nvSpPr>
              <p:spPr>
                <a:xfrm>
                  <a:off x="8990012" y="6201029"/>
                  <a:ext cx="381000" cy="19050"/>
                </a:xfrm>
                <a:custGeom>
                  <a:rect b="b" l="l" r="r" t="t"/>
                  <a:pathLst>
                    <a:path extrusionOk="0" h="19050" w="381000">
                      <a:moveTo>
                        <a:pt x="0" y="0"/>
                      </a:moveTo>
                      <a:lnTo>
                        <a:pt x="381000" y="0"/>
                      </a:lnTo>
                      <a:lnTo>
                        <a:pt x="381000" y="19050"/>
                      </a:lnTo>
                      <a:lnTo>
                        <a:pt x="0" y="1905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99" name="Google Shape;499;p21"/>
                <p:cNvSpPr/>
                <p:nvPr/>
              </p:nvSpPr>
              <p:spPr>
                <a:xfrm>
                  <a:off x="9180512" y="6086729"/>
                  <a:ext cx="381000" cy="19050"/>
                </a:xfrm>
                <a:custGeom>
                  <a:rect b="b" l="l" r="r" t="t"/>
                  <a:pathLst>
                    <a:path extrusionOk="0" h="19050" w="381000">
                      <a:moveTo>
                        <a:pt x="0" y="0"/>
                      </a:moveTo>
                      <a:lnTo>
                        <a:pt x="381000" y="0"/>
                      </a:lnTo>
                      <a:lnTo>
                        <a:pt x="381000" y="19050"/>
                      </a:lnTo>
                      <a:lnTo>
                        <a:pt x="0" y="1905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500" name="Google Shape;500;p21"/>
              <p:cNvGrpSpPr/>
              <p:nvPr/>
            </p:nvGrpSpPr>
            <p:grpSpPr>
              <a:xfrm>
                <a:off x="-1097578" y="-140125"/>
                <a:ext cx="11399276" cy="5713231"/>
                <a:chOff x="-1097578" y="-140125"/>
                <a:chExt cx="11399276" cy="5713231"/>
              </a:xfrm>
            </p:grpSpPr>
            <p:sp>
              <p:nvSpPr>
                <p:cNvPr id="501" name="Google Shape;501;p21"/>
                <p:cNvSpPr/>
                <p:nvPr/>
              </p:nvSpPr>
              <p:spPr>
                <a:xfrm rot="10261421">
                  <a:off x="6619900" y="4242766"/>
                  <a:ext cx="3621765" cy="1054245"/>
                </a:xfrm>
                <a:custGeom>
                  <a:rect b="b" l="l" r="r" t="t"/>
                  <a:pathLst>
                    <a:path extrusionOk="0" h="254919" w="597979">
                      <a:moveTo>
                        <a:pt x="0" y="254762"/>
                      </a:moveTo>
                      <a:cubicBezTo>
                        <a:pt x="29654" y="256731"/>
                        <a:pt x="57658" y="239967"/>
                        <a:pt x="78549" y="218821"/>
                      </a:cubicBezTo>
                      <a:cubicBezTo>
                        <a:pt x="99378" y="197676"/>
                        <a:pt x="115062" y="172021"/>
                        <a:pt x="134429" y="149416"/>
                      </a:cubicBezTo>
                      <a:cubicBezTo>
                        <a:pt x="153797" y="126873"/>
                        <a:pt x="178498" y="106680"/>
                        <a:pt x="207899" y="102489"/>
                      </a:cubicBezTo>
                      <a:cubicBezTo>
                        <a:pt x="229870" y="99378"/>
                        <a:pt x="253936" y="106490"/>
                        <a:pt x="267970" y="123635"/>
                      </a:cubicBezTo>
                      <a:cubicBezTo>
                        <a:pt x="282004" y="140779"/>
                        <a:pt x="283464" y="168212"/>
                        <a:pt x="268669" y="184785"/>
                      </a:cubicBezTo>
                      <a:cubicBezTo>
                        <a:pt x="258635" y="196024"/>
                        <a:pt x="237617" y="199390"/>
                        <a:pt x="229870" y="186436"/>
                      </a:cubicBezTo>
                      <a:cubicBezTo>
                        <a:pt x="223457" y="175641"/>
                        <a:pt x="231267" y="160909"/>
                        <a:pt x="242507" y="155257"/>
                      </a:cubicBezTo>
                      <a:cubicBezTo>
                        <a:pt x="253746" y="149606"/>
                        <a:pt x="266954" y="150304"/>
                        <a:pt x="279591" y="150559"/>
                      </a:cubicBezTo>
                      <a:cubicBezTo>
                        <a:pt x="401193" y="152845"/>
                        <a:pt x="522605" y="95504"/>
                        <a:pt x="597979" y="0"/>
                      </a:cubicBezTo>
                    </a:path>
                  </a:pathLst>
                </a:custGeom>
                <a:noFill/>
                <a:ln cap="rnd" cmpd="sng" w="12700">
                  <a:solidFill>
                    <a:schemeClr val="accent5"/>
                  </a:solidFill>
                  <a:prstDash val="dash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502" name="Google Shape;502;p21"/>
                <p:cNvGrpSpPr/>
                <p:nvPr/>
              </p:nvGrpSpPr>
              <p:grpSpPr>
                <a:xfrm flipH="1" rot="10256276">
                  <a:off x="-1049320" y="116013"/>
                  <a:ext cx="3321875" cy="876014"/>
                  <a:chOff x="3970718" y="1375536"/>
                  <a:chExt cx="368172" cy="97092"/>
                </a:xfrm>
              </p:grpSpPr>
              <p:sp>
                <p:nvSpPr>
                  <p:cNvPr id="503" name="Google Shape;503;p21"/>
                  <p:cNvSpPr/>
                  <p:nvPr/>
                </p:nvSpPr>
                <p:spPr>
                  <a:xfrm>
                    <a:off x="3970718" y="1379156"/>
                    <a:ext cx="18351" cy="4952"/>
                  </a:xfrm>
                  <a:custGeom>
                    <a:rect b="b" l="l" r="r" t="t"/>
                    <a:pathLst>
                      <a:path extrusionOk="0" h="4952" w="18351">
                        <a:moveTo>
                          <a:pt x="0" y="4953"/>
                        </a:moveTo>
                        <a:cubicBezTo>
                          <a:pt x="0" y="4953"/>
                          <a:pt x="7176" y="2349"/>
                          <a:pt x="18352" y="0"/>
                        </a:cubicBezTo>
                      </a:path>
                    </a:pathLst>
                  </a:custGeom>
                  <a:noFill/>
                  <a:ln cap="rnd" cmpd="sng" w="12700">
                    <a:solidFill>
                      <a:schemeClr val="accent5"/>
                    </a:solidFill>
                    <a:prstDash val="dash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04" name="Google Shape;504;p21"/>
                  <p:cNvSpPr/>
                  <p:nvPr/>
                </p:nvSpPr>
                <p:spPr>
                  <a:xfrm>
                    <a:off x="4029075" y="1375536"/>
                    <a:ext cx="280479" cy="71374"/>
                  </a:xfrm>
                  <a:custGeom>
                    <a:rect b="b" l="l" r="r" t="t"/>
                    <a:pathLst>
                      <a:path extrusionOk="0" h="71374" w="280479">
                        <a:moveTo>
                          <a:pt x="0" y="0"/>
                        </a:moveTo>
                        <a:cubicBezTo>
                          <a:pt x="17590" y="762"/>
                          <a:pt x="36385" y="5017"/>
                          <a:pt x="52260" y="16701"/>
                        </a:cubicBezTo>
                        <a:cubicBezTo>
                          <a:pt x="93091" y="46736"/>
                          <a:pt x="97917" y="66294"/>
                          <a:pt x="152908" y="67945"/>
                        </a:cubicBezTo>
                        <a:cubicBezTo>
                          <a:pt x="197422" y="69279"/>
                          <a:pt x="239014" y="47181"/>
                          <a:pt x="280479" y="71374"/>
                        </a:cubicBezTo>
                      </a:path>
                    </a:pathLst>
                  </a:custGeom>
                  <a:noFill/>
                  <a:ln cap="rnd" cmpd="sng" w="12700">
                    <a:solidFill>
                      <a:schemeClr val="accent5"/>
                    </a:solidFill>
                    <a:prstDash val="dash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05" name="Google Shape;505;p21"/>
                  <p:cNvSpPr/>
                  <p:nvPr/>
                </p:nvSpPr>
                <p:spPr>
                  <a:xfrm>
                    <a:off x="4325746" y="1458849"/>
                    <a:ext cx="13144" cy="13779"/>
                  </a:xfrm>
                  <a:custGeom>
                    <a:rect b="b" l="l" r="r" t="t"/>
                    <a:pathLst>
                      <a:path extrusionOk="0" h="13779" w="13144">
                        <a:moveTo>
                          <a:pt x="0" y="0"/>
                        </a:moveTo>
                        <a:cubicBezTo>
                          <a:pt x="4382" y="3937"/>
                          <a:pt x="8763" y="8509"/>
                          <a:pt x="13145" y="13779"/>
                        </a:cubicBezTo>
                      </a:path>
                    </a:pathLst>
                  </a:custGeom>
                  <a:noFill/>
                  <a:ln cap="rnd" cmpd="sng" w="12700">
                    <a:solidFill>
                      <a:schemeClr val="accent5"/>
                    </a:solidFill>
                    <a:prstDash val="dash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506" name="Google Shape;506;p21"/>
                <p:cNvSpPr/>
                <p:nvPr/>
              </p:nvSpPr>
              <p:spPr>
                <a:xfrm flipH="1" rot="7899692">
                  <a:off x="-653759" y="663676"/>
                  <a:ext cx="2123516" cy="263226"/>
                </a:xfrm>
                <a:custGeom>
                  <a:rect b="b" l="l" r="r" t="t"/>
                  <a:pathLst>
                    <a:path extrusionOk="0" h="77422" w="624585">
                      <a:moveTo>
                        <a:pt x="0" y="69331"/>
                      </a:moveTo>
                      <a:cubicBezTo>
                        <a:pt x="32957" y="25326"/>
                        <a:pt x="89090" y="3228"/>
                        <a:pt x="144018" y="370"/>
                      </a:cubicBezTo>
                      <a:cubicBezTo>
                        <a:pt x="198945" y="-2487"/>
                        <a:pt x="253238" y="11610"/>
                        <a:pt x="305626" y="28310"/>
                      </a:cubicBezTo>
                      <a:cubicBezTo>
                        <a:pt x="358013" y="45011"/>
                        <a:pt x="409829" y="64569"/>
                        <a:pt x="464121" y="73205"/>
                      </a:cubicBezTo>
                      <a:cubicBezTo>
                        <a:pt x="518414" y="81777"/>
                        <a:pt x="576580" y="78539"/>
                        <a:pt x="624586" y="51742"/>
                      </a:cubicBezTo>
                    </a:path>
                  </a:pathLst>
                </a:custGeom>
                <a:noFill/>
                <a:ln cap="rnd" cmpd="sng" w="12700">
                  <a:solidFill>
                    <a:schemeClr val="accent5"/>
                  </a:solidFill>
                  <a:prstDash val="dash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507" name="Google Shape;507;p2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"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9" name="Google Shape;509;p22"/>
          <p:cNvGrpSpPr/>
          <p:nvPr/>
        </p:nvGrpSpPr>
        <p:grpSpPr>
          <a:xfrm>
            <a:off x="-1472691" y="-276764"/>
            <a:ext cx="10787129" cy="5938407"/>
            <a:chOff x="-1472691" y="-276764"/>
            <a:chExt cx="10787129" cy="5938407"/>
          </a:xfrm>
        </p:grpSpPr>
        <p:grpSp>
          <p:nvGrpSpPr>
            <p:cNvPr id="510" name="Google Shape;510;p22"/>
            <p:cNvGrpSpPr/>
            <p:nvPr/>
          </p:nvGrpSpPr>
          <p:grpSpPr>
            <a:xfrm>
              <a:off x="955109" y="4667085"/>
              <a:ext cx="1242374" cy="351106"/>
              <a:chOff x="8640762" y="5785103"/>
              <a:chExt cx="730250" cy="206375"/>
            </a:xfrm>
          </p:grpSpPr>
          <p:sp>
            <p:nvSpPr>
              <p:cNvPr id="511" name="Google Shape;511;p22"/>
              <p:cNvSpPr/>
              <p:nvPr/>
            </p:nvSpPr>
            <p:spPr>
              <a:xfrm>
                <a:off x="8799512" y="5785103"/>
                <a:ext cx="412750" cy="206375"/>
              </a:xfrm>
              <a:custGeom>
                <a:rect b="b" l="l" r="r" t="t"/>
                <a:pathLst>
                  <a:path extrusionOk="0" h="206375" w="412750">
                    <a:moveTo>
                      <a:pt x="0" y="206375"/>
                    </a:moveTo>
                    <a:cubicBezTo>
                      <a:pt x="0" y="92393"/>
                      <a:pt x="92393" y="0"/>
                      <a:pt x="206375" y="0"/>
                    </a:cubicBezTo>
                    <a:cubicBezTo>
                      <a:pt x="320357" y="0"/>
                      <a:pt x="412750" y="92393"/>
                      <a:pt x="412750" y="206375"/>
                    </a:cubicBezTo>
                    <a:lnTo>
                      <a:pt x="0" y="206375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2" name="Google Shape;512;p22"/>
              <p:cNvSpPr/>
              <p:nvPr/>
            </p:nvSpPr>
            <p:spPr>
              <a:xfrm>
                <a:off x="8640762" y="5880353"/>
                <a:ext cx="222250" cy="111125"/>
              </a:xfrm>
              <a:custGeom>
                <a:rect b="b" l="l" r="r" t="t"/>
                <a:pathLst>
                  <a:path extrusionOk="0" h="111125" w="222250">
                    <a:moveTo>
                      <a:pt x="0" y="111125"/>
                    </a:moveTo>
                    <a:cubicBezTo>
                      <a:pt x="0" y="49784"/>
                      <a:pt x="49784" y="0"/>
                      <a:pt x="111125" y="0"/>
                    </a:cubicBezTo>
                    <a:cubicBezTo>
                      <a:pt x="172466" y="0"/>
                      <a:pt x="222250" y="49784"/>
                      <a:pt x="222250" y="111125"/>
                    </a:cubicBezTo>
                    <a:lnTo>
                      <a:pt x="0" y="111125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3" name="Google Shape;513;p22"/>
              <p:cNvSpPr/>
              <p:nvPr/>
            </p:nvSpPr>
            <p:spPr>
              <a:xfrm>
                <a:off x="9148762" y="5880353"/>
                <a:ext cx="222250" cy="111125"/>
              </a:xfrm>
              <a:custGeom>
                <a:rect b="b" l="l" r="r" t="t"/>
                <a:pathLst>
                  <a:path extrusionOk="0" h="111125" w="222250">
                    <a:moveTo>
                      <a:pt x="0" y="111125"/>
                    </a:moveTo>
                    <a:cubicBezTo>
                      <a:pt x="0" y="49784"/>
                      <a:pt x="49784" y="0"/>
                      <a:pt x="111125" y="0"/>
                    </a:cubicBezTo>
                    <a:cubicBezTo>
                      <a:pt x="172466" y="0"/>
                      <a:pt x="222250" y="49784"/>
                      <a:pt x="222250" y="111125"/>
                    </a:cubicBezTo>
                    <a:lnTo>
                      <a:pt x="0" y="111125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14" name="Google Shape;514;p22"/>
            <p:cNvGrpSpPr/>
            <p:nvPr/>
          </p:nvGrpSpPr>
          <p:grpSpPr>
            <a:xfrm>
              <a:off x="6699830" y="128174"/>
              <a:ext cx="730250" cy="206375"/>
              <a:chOff x="10448480" y="3783774"/>
              <a:chExt cx="730250" cy="206375"/>
            </a:xfrm>
          </p:grpSpPr>
          <p:sp>
            <p:nvSpPr>
              <p:cNvPr id="515" name="Google Shape;515;p22"/>
              <p:cNvSpPr/>
              <p:nvPr/>
            </p:nvSpPr>
            <p:spPr>
              <a:xfrm>
                <a:off x="10607230" y="3783774"/>
                <a:ext cx="412750" cy="206375"/>
              </a:xfrm>
              <a:custGeom>
                <a:rect b="b" l="l" r="r" t="t"/>
                <a:pathLst>
                  <a:path extrusionOk="0" h="206375" w="412750">
                    <a:moveTo>
                      <a:pt x="0" y="206375"/>
                    </a:moveTo>
                    <a:cubicBezTo>
                      <a:pt x="0" y="92392"/>
                      <a:pt x="92392" y="0"/>
                      <a:pt x="206375" y="0"/>
                    </a:cubicBezTo>
                    <a:cubicBezTo>
                      <a:pt x="320357" y="0"/>
                      <a:pt x="412750" y="92392"/>
                      <a:pt x="412750" y="206375"/>
                    </a:cubicBezTo>
                    <a:lnTo>
                      <a:pt x="0" y="206375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6" name="Google Shape;516;p22"/>
              <p:cNvSpPr/>
              <p:nvPr/>
            </p:nvSpPr>
            <p:spPr>
              <a:xfrm>
                <a:off x="10448480" y="3879024"/>
                <a:ext cx="222250" cy="111125"/>
              </a:xfrm>
              <a:custGeom>
                <a:rect b="b" l="l" r="r" t="t"/>
                <a:pathLst>
                  <a:path extrusionOk="0" h="111125" w="222250">
                    <a:moveTo>
                      <a:pt x="0" y="111125"/>
                    </a:moveTo>
                    <a:cubicBezTo>
                      <a:pt x="0" y="49784"/>
                      <a:pt x="49784" y="0"/>
                      <a:pt x="111125" y="0"/>
                    </a:cubicBezTo>
                    <a:cubicBezTo>
                      <a:pt x="172529" y="0"/>
                      <a:pt x="222250" y="49784"/>
                      <a:pt x="222250" y="111125"/>
                    </a:cubicBezTo>
                    <a:lnTo>
                      <a:pt x="0" y="111125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7" name="Google Shape;517;p22"/>
              <p:cNvSpPr/>
              <p:nvPr/>
            </p:nvSpPr>
            <p:spPr>
              <a:xfrm>
                <a:off x="10956480" y="3879024"/>
                <a:ext cx="222250" cy="111125"/>
              </a:xfrm>
              <a:custGeom>
                <a:rect b="b" l="l" r="r" t="t"/>
                <a:pathLst>
                  <a:path extrusionOk="0" h="111125" w="222250">
                    <a:moveTo>
                      <a:pt x="0" y="111125"/>
                    </a:moveTo>
                    <a:cubicBezTo>
                      <a:pt x="0" y="49784"/>
                      <a:pt x="49784" y="0"/>
                      <a:pt x="111125" y="0"/>
                    </a:cubicBezTo>
                    <a:cubicBezTo>
                      <a:pt x="172529" y="0"/>
                      <a:pt x="222250" y="49784"/>
                      <a:pt x="222250" y="111125"/>
                    </a:cubicBezTo>
                    <a:lnTo>
                      <a:pt x="0" y="111125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18" name="Google Shape;518;p22"/>
            <p:cNvGrpSpPr/>
            <p:nvPr/>
          </p:nvGrpSpPr>
          <p:grpSpPr>
            <a:xfrm>
              <a:off x="-145820" y="3767167"/>
              <a:ext cx="571500" cy="206375"/>
              <a:chOff x="10607230" y="6115367"/>
              <a:chExt cx="571500" cy="206375"/>
            </a:xfrm>
          </p:grpSpPr>
          <p:sp>
            <p:nvSpPr>
              <p:cNvPr id="519" name="Google Shape;519;p22"/>
              <p:cNvSpPr/>
              <p:nvPr/>
            </p:nvSpPr>
            <p:spPr>
              <a:xfrm>
                <a:off x="10607230" y="6115367"/>
                <a:ext cx="412750" cy="206375"/>
              </a:xfrm>
              <a:custGeom>
                <a:rect b="b" l="l" r="r" t="t"/>
                <a:pathLst>
                  <a:path extrusionOk="0" h="206375" w="412750">
                    <a:moveTo>
                      <a:pt x="0" y="206375"/>
                    </a:moveTo>
                    <a:cubicBezTo>
                      <a:pt x="0" y="92392"/>
                      <a:pt x="92392" y="0"/>
                      <a:pt x="206375" y="0"/>
                    </a:cubicBezTo>
                    <a:cubicBezTo>
                      <a:pt x="320357" y="0"/>
                      <a:pt x="412750" y="92392"/>
                      <a:pt x="412750" y="206375"/>
                    </a:cubicBezTo>
                    <a:lnTo>
                      <a:pt x="0" y="206375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0" name="Google Shape;520;p22"/>
              <p:cNvSpPr/>
              <p:nvPr/>
            </p:nvSpPr>
            <p:spPr>
              <a:xfrm>
                <a:off x="10956480" y="6210617"/>
                <a:ext cx="222250" cy="111125"/>
              </a:xfrm>
              <a:custGeom>
                <a:rect b="b" l="l" r="r" t="t"/>
                <a:pathLst>
                  <a:path extrusionOk="0" h="111125" w="222250">
                    <a:moveTo>
                      <a:pt x="0" y="111125"/>
                    </a:moveTo>
                    <a:cubicBezTo>
                      <a:pt x="0" y="49721"/>
                      <a:pt x="49784" y="0"/>
                      <a:pt x="111125" y="0"/>
                    </a:cubicBezTo>
                    <a:cubicBezTo>
                      <a:pt x="172529" y="0"/>
                      <a:pt x="222250" y="49721"/>
                      <a:pt x="222250" y="111125"/>
                    </a:cubicBezTo>
                    <a:lnTo>
                      <a:pt x="0" y="111125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21" name="Google Shape;521;p22"/>
            <p:cNvGrpSpPr/>
            <p:nvPr/>
          </p:nvGrpSpPr>
          <p:grpSpPr>
            <a:xfrm>
              <a:off x="7634280" y="311674"/>
              <a:ext cx="238125" cy="133350"/>
              <a:chOff x="1683305" y="339574"/>
              <a:chExt cx="238125" cy="133350"/>
            </a:xfrm>
          </p:grpSpPr>
          <p:sp>
            <p:nvSpPr>
              <p:cNvPr id="522" name="Google Shape;522;p22"/>
              <p:cNvSpPr/>
              <p:nvPr/>
            </p:nvSpPr>
            <p:spPr>
              <a:xfrm>
                <a:off x="1683305" y="339574"/>
                <a:ext cx="190500" cy="19050"/>
              </a:xfrm>
              <a:custGeom>
                <a:rect b="b" l="l" r="r" t="t"/>
                <a:pathLst>
                  <a:path extrusionOk="0" h="19050" w="190500">
                    <a:moveTo>
                      <a:pt x="0" y="0"/>
                    </a:moveTo>
                    <a:lnTo>
                      <a:pt x="190500" y="0"/>
                    </a:lnTo>
                    <a:lnTo>
                      <a:pt x="190500" y="19050"/>
                    </a:lnTo>
                    <a:lnTo>
                      <a:pt x="0" y="1905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3" name="Google Shape;523;p22"/>
              <p:cNvSpPr/>
              <p:nvPr/>
            </p:nvSpPr>
            <p:spPr>
              <a:xfrm>
                <a:off x="1730930" y="453874"/>
                <a:ext cx="190500" cy="19050"/>
              </a:xfrm>
              <a:custGeom>
                <a:rect b="b" l="l" r="r" t="t"/>
                <a:pathLst>
                  <a:path extrusionOk="0" h="19050" w="190500">
                    <a:moveTo>
                      <a:pt x="0" y="0"/>
                    </a:moveTo>
                    <a:lnTo>
                      <a:pt x="190500" y="0"/>
                    </a:lnTo>
                    <a:lnTo>
                      <a:pt x="190500" y="19050"/>
                    </a:lnTo>
                    <a:lnTo>
                      <a:pt x="0" y="1905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24" name="Google Shape;524;p22"/>
            <p:cNvSpPr/>
            <p:nvPr/>
          </p:nvSpPr>
          <p:spPr>
            <a:xfrm flipH="1">
              <a:off x="-1472691" y="4429387"/>
              <a:ext cx="3512668" cy="1232256"/>
            </a:xfrm>
            <a:custGeom>
              <a:rect b="b" l="l" r="r" t="t"/>
              <a:pathLst>
                <a:path extrusionOk="0" h="113808" w="324421">
                  <a:moveTo>
                    <a:pt x="324422" y="80090"/>
                  </a:moveTo>
                  <a:cubicBezTo>
                    <a:pt x="324422" y="80090"/>
                    <a:pt x="311912" y="40720"/>
                    <a:pt x="235458" y="50309"/>
                  </a:cubicBezTo>
                  <a:cubicBezTo>
                    <a:pt x="157607" y="60088"/>
                    <a:pt x="168783" y="-4682"/>
                    <a:pt x="187135" y="271"/>
                  </a:cubicBezTo>
                  <a:cubicBezTo>
                    <a:pt x="205486" y="5224"/>
                    <a:pt x="199898" y="32592"/>
                    <a:pt x="172974" y="39450"/>
                  </a:cubicBezTo>
                  <a:cubicBezTo>
                    <a:pt x="130492" y="50309"/>
                    <a:pt x="114617" y="12971"/>
                    <a:pt x="70676" y="32592"/>
                  </a:cubicBezTo>
                  <a:cubicBezTo>
                    <a:pt x="41275" y="45737"/>
                    <a:pt x="30035" y="78820"/>
                    <a:pt x="30035" y="78820"/>
                  </a:cubicBezTo>
                  <a:cubicBezTo>
                    <a:pt x="30035" y="78820"/>
                    <a:pt x="13779" y="109427"/>
                    <a:pt x="0" y="113809"/>
                  </a:cubicBezTo>
                </a:path>
              </a:pathLst>
            </a:custGeom>
            <a:noFill/>
            <a:ln cap="rnd" cmpd="sng" w="12700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5" name="Google Shape;525;p22"/>
            <p:cNvSpPr/>
            <p:nvPr/>
          </p:nvSpPr>
          <p:spPr>
            <a:xfrm flipH="1" rot="10800000">
              <a:off x="7960800" y="-276764"/>
              <a:ext cx="1353638" cy="1352739"/>
            </a:xfrm>
            <a:custGeom>
              <a:rect b="b" l="l" r="r" t="t"/>
              <a:pathLst>
                <a:path extrusionOk="0" h="282704" w="269113">
                  <a:moveTo>
                    <a:pt x="0" y="247780"/>
                  </a:moveTo>
                  <a:cubicBezTo>
                    <a:pt x="4572" y="232413"/>
                    <a:pt x="18923" y="221745"/>
                    <a:pt x="34036" y="216474"/>
                  </a:cubicBezTo>
                  <a:cubicBezTo>
                    <a:pt x="49149" y="211204"/>
                    <a:pt x="65405" y="210251"/>
                    <a:pt x="81217" y="207584"/>
                  </a:cubicBezTo>
                  <a:cubicBezTo>
                    <a:pt x="110998" y="202631"/>
                    <a:pt x="140081" y="191392"/>
                    <a:pt x="163513" y="172405"/>
                  </a:cubicBezTo>
                  <a:cubicBezTo>
                    <a:pt x="186944" y="153419"/>
                    <a:pt x="204470" y="126368"/>
                    <a:pt x="209042" y="96523"/>
                  </a:cubicBezTo>
                  <a:cubicBezTo>
                    <a:pt x="213614" y="66677"/>
                    <a:pt x="204343" y="34420"/>
                    <a:pt x="182563" y="13592"/>
                  </a:cubicBezTo>
                  <a:cubicBezTo>
                    <a:pt x="172085" y="3622"/>
                    <a:pt x="156528" y="-3807"/>
                    <a:pt x="143383" y="2098"/>
                  </a:cubicBezTo>
                  <a:cubicBezTo>
                    <a:pt x="130239" y="8004"/>
                    <a:pt x="125413" y="24260"/>
                    <a:pt x="124651" y="38610"/>
                  </a:cubicBezTo>
                  <a:cubicBezTo>
                    <a:pt x="122365" y="80394"/>
                    <a:pt x="142177" y="122812"/>
                    <a:pt x="175768" y="147831"/>
                  </a:cubicBezTo>
                  <a:cubicBezTo>
                    <a:pt x="190246" y="158626"/>
                    <a:pt x="207010" y="166309"/>
                    <a:pt x="220599" y="178184"/>
                  </a:cubicBezTo>
                  <a:cubicBezTo>
                    <a:pt x="250063" y="203901"/>
                    <a:pt x="260350" y="244605"/>
                    <a:pt x="269113" y="282705"/>
                  </a:cubicBezTo>
                </a:path>
              </a:pathLst>
            </a:custGeom>
            <a:noFill/>
            <a:ln cap="rnd" cmpd="sng" w="12700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6" name="Google Shape;526;p2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SemiBold"/>
              <a:buNone/>
              <a:defRPr sz="3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SemiBold"/>
              <a:buNone/>
              <a:defRPr sz="3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SemiBold"/>
              <a:buNone/>
              <a:defRPr sz="3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SemiBold"/>
              <a:buNone/>
              <a:defRPr sz="3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SemiBold"/>
              <a:buNone/>
              <a:defRPr sz="3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SemiBold"/>
              <a:buNone/>
              <a:defRPr sz="3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SemiBold"/>
              <a:buNone/>
              <a:defRPr sz="3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SemiBold"/>
              <a:buNone/>
              <a:defRPr sz="3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SemiBold"/>
              <a:buNone/>
              <a:defRPr sz="3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●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○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■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●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○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■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●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○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■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://www.researchgate.net/publication/334783073_Airbnb_Price_Prediction_Using_Machine_Learning_and_Sentiment_Analysis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23"/>
          <p:cNvSpPr txBox="1"/>
          <p:nvPr>
            <p:ph type="ctrTitle"/>
          </p:nvPr>
        </p:nvSpPr>
        <p:spPr>
          <a:xfrm>
            <a:off x="3624175" y="895100"/>
            <a:ext cx="4806600" cy="249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Airbnb Price Prediction &amp; City Dynamics Analysis: LA vs NY</a:t>
            </a:r>
            <a:endParaRPr sz="3000"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532" name="Google Shape;532;p23"/>
          <p:cNvSpPr txBox="1"/>
          <p:nvPr>
            <p:ph idx="1" type="subTitle"/>
          </p:nvPr>
        </p:nvSpPr>
        <p:spPr>
          <a:xfrm>
            <a:off x="3624175" y="3601300"/>
            <a:ext cx="2770800" cy="7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METCS 777 – Final Project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Yibing Wang &amp; Yiming Chen</a:t>
            </a:r>
            <a:endParaRPr/>
          </a:p>
        </p:txBody>
      </p:sp>
      <p:sp>
        <p:nvSpPr>
          <p:cNvPr id="533" name="Google Shape;533;p23"/>
          <p:cNvSpPr/>
          <p:nvPr/>
        </p:nvSpPr>
        <p:spPr>
          <a:xfrm>
            <a:off x="2833474" y="-699794"/>
            <a:ext cx="1000839" cy="351098"/>
          </a:xfrm>
          <a:custGeom>
            <a:rect b="b" l="l" r="r" t="t"/>
            <a:pathLst>
              <a:path extrusionOk="0" h="113808" w="324421">
                <a:moveTo>
                  <a:pt x="324422" y="80090"/>
                </a:moveTo>
                <a:cubicBezTo>
                  <a:pt x="324422" y="80090"/>
                  <a:pt x="311912" y="40720"/>
                  <a:pt x="235458" y="50309"/>
                </a:cubicBezTo>
                <a:cubicBezTo>
                  <a:pt x="157607" y="60088"/>
                  <a:pt x="168783" y="-4682"/>
                  <a:pt x="187135" y="271"/>
                </a:cubicBezTo>
                <a:cubicBezTo>
                  <a:pt x="205486" y="5224"/>
                  <a:pt x="199898" y="32592"/>
                  <a:pt x="172974" y="39450"/>
                </a:cubicBezTo>
                <a:cubicBezTo>
                  <a:pt x="130492" y="50309"/>
                  <a:pt x="114617" y="12971"/>
                  <a:pt x="70676" y="32592"/>
                </a:cubicBezTo>
                <a:cubicBezTo>
                  <a:pt x="41275" y="45737"/>
                  <a:pt x="30035" y="78820"/>
                  <a:pt x="30035" y="78820"/>
                </a:cubicBezTo>
                <a:cubicBezTo>
                  <a:pt x="30035" y="78820"/>
                  <a:pt x="13779" y="109427"/>
                  <a:pt x="0" y="113809"/>
                </a:cubicBezTo>
              </a:path>
            </a:pathLst>
          </a:custGeom>
          <a:noFill/>
          <a:ln cap="rnd" cmpd="sng" w="1270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34" name="Google Shape;534;p23"/>
          <p:cNvGrpSpPr/>
          <p:nvPr/>
        </p:nvGrpSpPr>
        <p:grpSpPr>
          <a:xfrm>
            <a:off x="-1244699" y="-502353"/>
            <a:ext cx="4746064" cy="5510027"/>
            <a:chOff x="-1244699" y="-502353"/>
            <a:chExt cx="4746064" cy="5510027"/>
          </a:xfrm>
        </p:grpSpPr>
        <p:grpSp>
          <p:nvGrpSpPr>
            <p:cNvPr id="535" name="Google Shape;535;p23"/>
            <p:cNvGrpSpPr/>
            <p:nvPr/>
          </p:nvGrpSpPr>
          <p:grpSpPr>
            <a:xfrm>
              <a:off x="1740212" y="4137266"/>
              <a:ext cx="1272418" cy="372164"/>
              <a:chOff x="1740212" y="4137266"/>
              <a:chExt cx="1272418" cy="372164"/>
            </a:xfrm>
          </p:grpSpPr>
          <p:grpSp>
            <p:nvGrpSpPr>
              <p:cNvPr id="536" name="Google Shape;536;p23"/>
              <p:cNvGrpSpPr/>
              <p:nvPr/>
            </p:nvGrpSpPr>
            <p:grpSpPr>
              <a:xfrm>
                <a:off x="1740212" y="4376079"/>
                <a:ext cx="571500" cy="133350"/>
                <a:chOff x="8990012" y="6086729"/>
                <a:chExt cx="571500" cy="133350"/>
              </a:xfrm>
            </p:grpSpPr>
            <p:sp>
              <p:nvSpPr>
                <p:cNvPr id="537" name="Google Shape;537;p23"/>
                <p:cNvSpPr/>
                <p:nvPr/>
              </p:nvSpPr>
              <p:spPr>
                <a:xfrm>
                  <a:off x="8990012" y="6201029"/>
                  <a:ext cx="381000" cy="19050"/>
                </a:xfrm>
                <a:custGeom>
                  <a:rect b="b" l="l" r="r" t="t"/>
                  <a:pathLst>
                    <a:path extrusionOk="0" h="19050" w="381000">
                      <a:moveTo>
                        <a:pt x="0" y="0"/>
                      </a:moveTo>
                      <a:lnTo>
                        <a:pt x="381000" y="0"/>
                      </a:lnTo>
                      <a:lnTo>
                        <a:pt x="381000" y="19050"/>
                      </a:lnTo>
                      <a:lnTo>
                        <a:pt x="0" y="1905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38" name="Google Shape;538;p23"/>
                <p:cNvSpPr/>
                <p:nvPr/>
              </p:nvSpPr>
              <p:spPr>
                <a:xfrm>
                  <a:off x="9180512" y="6086729"/>
                  <a:ext cx="381000" cy="19050"/>
                </a:xfrm>
                <a:custGeom>
                  <a:rect b="b" l="l" r="r" t="t"/>
                  <a:pathLst>
                    <a:path extrusionOk="0" h="19050" w="381000">
                      <a:moveTo>
                        <a:pt x="0" y="0"/>
                      </a:moveTo>
                      <a:lnTo>
                        <a:pt x="381000" y="0"/>
                      </a:lnTo>
                      <a:lnTo>
                        <a:pt x="381000" y="19050"/>
                      </a:lnTo>
                      <a:lnTo>
                        <a:pt x="0" y="1905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539" name="Google Shape;539;p23"/>
              <p:cNvGrpSpPr/>
              <p:nvPr/>
            </p:nvGrpSpPr>
            <p:grpSpPr>
              <a:xfrm>
                <a:off x="2631630" y="4137266"/>
                <a:ext cx="381000" cy="111125"/>
                <a:chOff x="10448480" y="5673978"/>
                <a:chExt cx="381000" cy="111125"/>
              </a:xfrm>
            </p:grpSpPr>
            <p:sp>
              <p:nvSpPr>
                <p:cNvPr id="540" name="Google Shape;540;p23"/>
                <p:cNvSpPr/>
                <p:nvPr/>
              </p:nvSpPr>
              <p:spPr>
                <a:xfrm>
                  <a:off x="10607230" y="5673978"/>
                  <a:ext cx="222250" cy="111125"/>
                </a:xfrm>
                <a:custGeom>
                  <a:rect b="b" l="l" r="r" t="t"/>
                  <a:pathLst>
                    <a:path extrusionOk="0" h="111125" w="222250">
                      <a:moveTo>
                        <a:pt x="0" y="111125"/>
                      </a:moveTo>
                      <a:cubicBezTo>
                        <a:pt x="0" y="49784"/>
                        <a:pt x="49784" y="0"/>
                        <a:pt x="111125" y="0"/>
                      </a:cubicBezTo>
                      <a:cubicBezTo>
                        <a:pt x="172529" y="0"/>
                        <a:pt x="222250" y="49784"/>
                        <a:pt x="222250" y="111125"/>
                      </a:cubicBezTo>
                      <a:lnTo>
                        <a:pt x="0" y="111125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41" name="Google Shape;541;p23"/>
                <p:cNvSpPr/>
                <p:nvPr/>
              </p:nvSpPr>
              <p:spPr>
                <a:xfrm>
                  <a:off x="10448480" y="5673978"/>
                  <a:ext cx="222250" cy="111125"/>
                </a:xfrm>
                <a:custGeom>
                  <a:rect b="b" l="l" r="r" t="t"/>
                  <a:pathLst>
                    <a:path extrusionOk="0" h="111125" w="222250">
                      <a:moveTo>
                        <a:pt x="0" y="111125"/>
                      </a:moveTo>
                      <a:cubicBezTo>
                        <a:pt x="0" y="49784"/>
                        <a:pt x="49784" y="0"/>
                        <a:pt x="111125" y="0"/>
                      </a:cubicBezTo>
                      <a:cubicBezTo>
                        <a:pt x="172529" y="0"/>
                        <a:pt x="222250" y="49784"/>
                        <a:pt x="222250" y="111125"/>
                      </a:cubicBezTo>
                      <a:lnTo>
                        <a:pt x="0" y="111125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542" name="Google Shape;542;p23"/>
            <p:cNvGrpSpPr/>
            <p:nvPr/>
          </p:nvGrpSpPr>
          <p:grpSpPr>
            <a:xfrm>
              <a:off x="-1244699" y="-502353"/>
              <a:ext cx="4746064" cy="5510027"/>
              <a:chOff x="-1244699" y="-502353"/>
              <a:chExt cx="4746064" cy="5510027"/>
            </a:xfrm>
          </p:grpSpPr>
          <p:grpSp>
            <p:nvGrpSpPr>
              <p:cNvPr id="543" name="Google Shape;543;p23"/>
              <p:cNvGrpSpPr/>
              <p:nvPr/>
            </p:nvGrpSpPr>
            <p:grpSpPr>
              <a:xfrm>
                <a:off x="-555176" y="815162"/>
                <a:ext cx="3722721" cy="3513176"/>
                <a:chOff x="-2482208" y="3351602"/>
                <a:chExt cx="1509803" cy="1507801"/>
              </a:xfrm>
            </p:grpSpPr>
            <p:sp>
              <p:nvSpPr>
                <p:cNvPr id="544" name="Google Shape;544;p23"/>
                <p:cNvSpPr/>
                <p:nvPr/>
              </p:nvSpPr>
              <p:spPr>
                <a:xfrm>
                  <a:off x="-2482208" y="3351602"/>
                  <a:ext cx="1509803" cy="1507801"/>
                </a:xfrm>
                <a:custGeom>
                  <a:rect b="b" l="l" r="r" t="t"/>
                  <a:pathLst>
                    <a:path extrusionOk="0" h="1507801" w="1509803">
                      <a:moveTo>
                        <a:pt x="1509803" y="755000"/>
                      </a:moveTo>
                      <a:cubicBezTo>
                        <a:pt x="1509866" y="791703"/>
                        <a:pt x="1505104" y="840535"/>
                        <a:pt x="1499770" y="876793"/>
                      </a:cubicBezTo>
                      <a:cubicBezTo>
                        <a:pt x="1496595" y="898383"/>
                        <a:pt x="1490753" y="927022"/>
                        <a:pt x="1484466" y="947977"/>
                      </a:cubicBezTo>
                      <a:cubicBezTo>
                        <a:pt x="1484466" y="948040"/>
                        <a:pt x="1484466" y="948040"/>
                        <a:pt x="1484466" y="948040"/>
                      </a:cubicBezTo>
                      <a:cubicBezTo>
                        <a:pt x="1479323" y="964994"/>
                        <a:pt x="1472909" y="987791"/>
                        <a:pt x="1467004" y="1004492"/>
                      </a:cubicBezTo>
                      <a:cubicBezTo>
                        <a:pt x="1466940" y="1004555"/>
                        <a:pt x="1466940" y="1004682"/>
                        <a:pt x="1466940" y="1004746"/>
                      </a:cubicBezTo>
                      <a:cubicBezTo>
                        <a:pt x="1460463" y="1022843"/>
                        <a:pt x="1451510" y="1046910"/>
                        <a:pt x="1443064" y="1064118"/>
                      </a:cubicBezTo>
                      <a:cubicBezTo>
                        <a:pt x="1435381" y="1079739"/>
                        <a:pt x="1425538" y="1100694"/>
                        <a:pt x="1417156" y="1115871"/>
                      </a:cubicBezTo>
                      <a:cubicBezTo>
                        <a:pt x="1407822" y="1132698"/>
                        <a:pt x="1394550" y="1154733"/>
                        <a:pt x="1383946" y="1170735"/>
                      </a:cubicBezTo>
                      <a:cubicBezTo>
                        <a:pt x="1352704" y="1217724"/>
                        <a:pt x="1321906" y="1252078"/>
                        <a:pt x="1308825" y="1265985"/>
                      </a:cubicBezTo>
                      <a:cubicBezTo>
                        <a:pt x="1289140" y="1286876"/>
                        <a:pt x="1261708" y="1315006"/>
                        <a:pt x="1219671" y="1347899"/>
                      </a:cubicBezTo>
                      <a:cubicBezTo>
                        <a:pt x="1207543" y="1357361"/>
                        <a:pt x="1191096" y="1369553"/>
                        <a:pt x="1178269" y="1378062"/>
                      </a:cubicBezTo>
                      <a:cubicBezTo>
                        <a:pt x="1160870" y="1389555"/>
                        <a:pt x="1136994" y="1403906"/>
                        <a:pt x="1118960" y="1414321"/>
                      </a:cubicBezTo>
                      <a:cubicBezTo>
                        <a:pt x="1089306" y="1431466"/>
                        <a:pt x="1043141" y="1450960"/>
                        <a:pt x="1033489" y="1454643"/>
                      </a:cubicBezTo>
                      <a:cubicBezTo>
                        <a:pt x="1017170" y="1460866"/>
                        <a:pt x="995199" y="1468740"/>
                        <a:pt x="978562" y="1473947"/>
                      </a:cubicBezTo>
                      <a:cubicBezTo>
                        <a:pt x="962433" y="1478964"/>
                        <a:pt x="940589" y="1484742"/>
                        <a:pt x="924142" y="1488552"/>
                      </a:cubicBezTo>
                      <a:cubicBezTo>
                        <a:pt x="895123" y="1495220"/>
                        <a:pt x="865849" y="1500236"/>
                        <a:pt x="836449" y="1503411"/>
                      </a:cubicBezTo>
                      <a:cubicBezTo>
                        <a:pt x="815811" y="1505634"/>
                        <a:pt x="795110" y="1507030"/>
                        <a:pt x="774409" y="1507539"/>
                      </a:cubicBezTo>
                      <a:cubicBezTo>
                        <a:pt x="754089" y="1508110"/>
                        <a:pt x="733706" y="1507729"/>
                        <a:pt x="713259" y="1506586"/>
                      </a:cubicBezTo>
                      <a:cubicBezTo>
                        <a:pt x="690526" y="1505379"/>
                        <a:pt x="667729" y="1503093"/>
                        <a:pt x="644933" y="1499728"/>
                      </a:cubicBezTo>
                      <a:cubicBezTo>
                        <a:pt x="630836" y="1497696"/>
                        <a:pt x="618009" y="1495347"/>
                        <a:pt x="607150" y="1493187"/>
                      </a:cubicBezTo>
                      <a:cubicBezTo>
                        <a:pt x="593244" y="1490393"/>
                        <a:pt x="582576" y="1487854"/>
                        <a:pt x="576480" y="1486393"/>
                      </a:cubicBezTo>
                      <a:cubicBezTo>
                        <a:pt x="546762" y="1479345"/>
                        <a:pt x="517806" y="1469566"/>
                        <a:pt x="517552" y="1469502"/>
                      </a:cubicBezTo>
                      <a:cubicBezTo>
                        <a:pt x="488532" y="1459533"/>
                        <a:pt x="476086" y="1455024"/>
                        <a:pt x="440844" y="1439340"/>
                      </a:cubicBezTo>
                      <a:cubicBezTo>
                        <a:pt x="422873" y="1431339"/>
                        <a:pt x="399442" y="1419337"/>
                        <a:pt x="382424" y="1409431"/>
                      </a:cubicBezTo>
                      <a:cubicBezTo>
                        <a:pt x="369343" y="1401811"/>
                        <a:pt x="351944" y="1391651"/>
                        <a:pt x="339498" y="1383079"/>
                      </a:cubicBezTo>
                      <a:cubicBezTo>
                        <a:pt x="319686" y="1369426"/>
                        <a:pt x="293778" y="1350503"/>
                        <a:pt x="274982" y="1335454"/>
                      </a:cubicBezTo>
                      <a:cubicBezTo>
                        <a:pt x="249264" y="1314879"/>
                        <a:pt x="218403" y="1283574"/>
                        <a:pt x="195607" y="1259889"/>
                      </a:cubicBezTo>
                      <a:cubicBezTo>
                        <a:pt x="180621" y="1244267"/>
                        <a:pt x="162079" y="1222042"/>
                        <a:pt x="149760" y="1204262"/>
                      </a:cubicBezTo>
                      <a:cubicBezTo>
                        <a:pt x="138330" y="1187753"/>
                        <a:pt x="122836" y="1166035"/>
                        <a:pt x="112168" y="1149017"/>
                      </a:cubicBezTo>
                      <a:cubicBezTo>
                        <a:pt x="103024" y="1134349"/>
                        <a:pt x="91848" y="1114156"/>
                        <a:pt x="83783" y="1098853"/>
                      </a:cubicBezTo>
                      <a:cubicBezTo>
                        <a:pt x="74639" y="1081517"/>
                        <a:pt x="63908" y="1057641"/>
                        <a:pt x="56351" y="1039543"/>
                      </a:cubicBezTo>
                      <a:cubicBezTo>
                        <a:pt x="49620" y="1023287"/>
                        <a:pt x="42254" y="1000935"/>
                        <a:pt x="36222" y="984362"/>
                      </a:cubicBezTo>
                      <a:cubicBezTo>
                        <a:pt x="29554" y="965947"/>
                        <a:pt x="22823" y="940547"/>
                        <a:pt x="19013" y="921370"/>
                      </a:cubicBezTo>
                      <a:cubicBezTo>
                        <a:pt x="11965" y="885810"/>
                        <a:pt x="4345" y="837867"/>
                        <a:pt x="1868" y="801736"/>
                      </a:cubicBezTo>
                      <a:cubicBezTo>
                        <a:pt x="-481" y="768589"/>
                        <a:pt x="-1116" y="724012"/>
                        <a:pt x="2948" y="691055"/>
                      </a:cubicBezTo>
                      <a:cubicBezTo>
                        <a:pt x="5361" y="671371"/>
                        <a:pt x="7139" y="644891"/>
                        <a:pt x="11266" y="625460"/>
                      </a:cubicBezTo>
                      <a:cubicBezTo>
                        <a:pt x="15013" y="607934"/>
                        <a:pt x="19267" y="584312"/>
                        <a:pt x="23776" y="566977"/>
                      </a:cubicBezTo>
                      <a:cubicBezTo>
                        <a:pt x="28665" y="548117"/>
                        <a:pt x="35460" y="522907"/>
                        <a:pt x="42572" y="504747"/>
                      </a:cubicBezTo>
                      <a:cubicBezTo>
                        <a:pt x="48985" y="488427"/>
                        <a:pt x="56923" y="466392"/>
                        <a:pt x="64035" y="450391"/>
                      </a:cubicBezTo>
                      <a:cubicBezTo>
                        <a:pt x="71972" y="432610"/>
                        <a:pt x="83402" y="409242"/>
                        <a:pt x="92737" y="392161"/>
                      </a:cubicBezTo>
                      <a:cubicBezTo>
                        <a:pt x="100992" y="377111"/>
                        <a:pt x="112676" y="357427"/>
                        <a:pt x="122137" y="343139"/>
                      </a:cubicBezTo>
                      <a:cubicBezTo>
                        <a:pt x="133059" y="326629"/>
                        <a:pt x="147918" y="304722"/>
                        <a:pt x="160555" y="289481"/>
                      </a:cubicBezTo>
                      <a:cubicBezTo>
                        <a:pt x="181700" y="263954"/>
                        <a:pt x="210720" y="230490"/>
                        <a:pt x="234850" y="207757"/>
                      </a:cubicBezTo>
                      <a:cubicBezTo>
                        <a:pt x="249328" y="194168"/>
                        <a:pt x="269394" y="176832"/>
                        <a:pt x="284761" y="164323"/>
                      </a:cubicBezTo>
                      <a:cubicBezTo>
                        <a:pt x="296762" y="154544"/>
                        <a:pt x="313272" y="142225"/>
                        <a:pt x="326163" y="133653"/>
                      </a:cubicBezTo>
                      <a:cubicBezTo>
                        <a:pt x="336894" y="126477"/>
                        <a:pt x="349975" y="118159"/>
                        <a:pt x="362675" y="110348"/>
                      </a:cubicBezTo>
                      <a:cubicBezTo>
                        <a:pt x="370422" y="105522"/>
                        <a:pt x="378106" y="100950"/>
                        <a:pt x="384964" y="96949"/>
                      </a:cubicBezTo>
                      <a:cubicBezTo>
                        <a:pt x="396330" y="90282"/>
                        <a:pt x="411888" y="82091"/>
                        <a:pt x="423826" y="76503"/>
                      </a:cubicBezTo>
                      <a:cubicBezTo>
                        <a:pt x="435510" y="71042"/>
                        <a:pt x="451004" y="63803"/>
                        <a:pt x="462878" y="58723"/>
                      </a:cubicBezTo>
                      <a:cubicBezTo>
                        <a:pt x="472784" y="54531"/>
                        <a:pt x="486310" y="49451"/>
                        <a:pt x="496343" y="45642"/>
                      </a:cubicBezTo>
                      <a:cubicBezTo>
                        <a:pt x="512726" y="39418"/>
                        <a:pt x="535141" y="32560"/>
                        <a:pt x="552032" y="27861"/>
                      </a:cubicBezTo>
                      <a:cubicBezTo>
                        <a:pt x="560224" y="25575"/>
                        <a:pt x="571146" y="22591"/>
                        <a:pt x="579464" y="20749"/>
                      </a:cubicBezTo>
                      <a:cubicBezTo>
                        <a:pt x="595149" y="17257"/>
                        <a:pt x="616167" y="12875"/>
                        <a:pt x="632042" y="10081"/>
                      </a:cubicBezTo>
                      <a:cubicBezTo>
                        <a:pt x="643853" y="7986"/>
                        <a:pt x="671539" y="4176"/>
                        <a:pt x="692939" y="2525"/>
                      </a:cubicBezTo>
                      <a:cubicBezTo>
                        <a:pt x="714719" y="874"/>
                        <a:pt x="772504" y="-3508"/>
                        <a:pt x="846228" y="5510"/>
                      </a:cubicBezTo>
                      <a:cubicBezTo>
                        <a:pt x="865151" y="7859"/>
                        <a:pt x="881216" y="10462"/>
                        <a:pt x="892265" y="12494"/>
                      </a:cubicBezTo>
                      <a:cubicBezTo>
                        <a:pt x="902489" y="14336"/>
                        <a:pt x="908394" y="15669"/>
                        <a:pt x="908521" y="15669"/>
                      </a:cubicBezTo>
                      <a:cubicBezTo>
                        <a:pt x="923825" y="19098"/>
                        <a:pt x="944145" y="23988"/>
                        <a:pt x="959258" y="28052"/>
                      </a:cubicBezTo>
                      <a:cubicBezTo>
                        <a:pt x="963258" y="29131"/>
                        <a:pt x="967894" y="30465"/>
                        <a:pt x="972466" y="31862"/>
                      </a:cubicBezTo>
                      <a:cubicBezTo>
                        <a:pt x="979387" y="33957"/>
                        <a:pt x="986563" y="36243"/>
                        <a:pt x="992468" y="38212"/>
                      </a:cubicBezTo>
                      <a:cubicBezTo>
                        <a:pt x="1004025" y="42022"/>
                        <a:pt x="1019329" y="47610"/>
                        <a:pt x="1030695" y="52055"/>
                      </a:cubicBezTo>
                      <a:cubicBezTo>
                        <a:pt x="1039458" y="55548"/>
                        <a:pt x="1050253" y="60119"/>
                        <a:pt x="1059969" y="64374"/>
                      </a:cubicBezTo>
                      <a:cubicBezTo>
                        <a:pt x="1060794" y="64692"/>
                        <a:pt x="1061556" y="65073"/>
                        <a:pt x="1062382" y="65454"/>
                      </a:cubicBezTo>
                      <a:cubicBezTo>
                        <a:pt x="1063525" y="65961"/>
                        <a:pt x="1064731" y="66533"/>
                        <a:pt x="1065874" y="67041"/>
                      </a:cubicBezTo>
                      <a:cubicBezTo>
                        <a:pt x="1067017" y="67549"/>
                        <a:pt x="1068097" y="67993"/>
                        <a:pt x="1069240" y="68501"/>
                      </a:cubicBezTo>
                      <a:cubicBezTo>
                        <a:pt x="1072097" y="69772"/>
                        <a:pt x="1075018" y="71105"/>
                        <a:pt x="1078130" y="72629"/>
                      </a:cubicBezTo>
                      <a:cubicBezTo>
                        <a:pt x="1084734" y="75741"/>
                        <a:pt x="1091782" y="79297"/>
                        <a:pt x="1098767" y="82916"/>
                      </a:cubicBezTo>
                      <a:cubicBezTo>
                        <a:pt x="1108927" y="88186"/>
                        <a:pt x="1119087" y="93711"/>
                        <a:pt x="1127723" y="98410"/>
                      </a:cubicBezTo>
                      <a:cubicBezTo>
                        <a:pt x="1134645" y="102665"/>
                        <a:pt x="1142265" y="107363"/>
                        <a:pt x="1150139" y="112253"/>
                      </a:cubicBezTo>
                      <a:cubicBezTo>
                        <a:pt x="1171856" y="125779"/>
                        <a:pt x="1195478" y="141018"/>
                        <a:pt x="1213258" y="155052"/>
                      </a:cubicBezTo>
                      <a:cubicBezTo>
                        <a:pt x="1229831" y="168133"/>
                        <a:pt x="1251485" y="186104"/>
                        <a:pt x="1267106" y="200264"/>
                      </a:cubicBezTo>
                      <a:cubicBezTo>
                        <a:pt x="1269328" y="202232"/>
                        <a:pt x="1271614" y="204392"/>
                        <a:pt x="1274027" y="206550"/>
                      </a:cubicBezTo>
                      <a:cubicBezTo>
                        <a:pt x="1279171" y="211376"/>
                        <a:pt x="1284568" y="216647"/>
                        <a:pt x="1289775" y="221917"/>
                      </a:cubicBezTo>
                      <a:cubicBezTo>
                        <a:pt x="1289839" y="221981"/>
                        <a:pt x="1289902" y="222044"/>
                        <a:pt x="1289966" y="222108"/>
                      </a:cubicBezTo>
                      <a:cubicBezTo>
                        <a:pt x="1295871" y="228013"/>
                        <a:pt x="1301586" y="233982"/>
                        <a:pt x="1306412" y="239253"/>
                      </a:cubicBezTo>
                      <a:cubicBezTo>
                        <a:pt x="1307682" y="240586"/>
                        <a:pt x="1308952" y="242047"/>
                        <a:pt x="1310286" y="243507"/>
                      </a:cubicBezTo>
                      <a:cubicBezTo>
                        <a:pt x="1319620" y="253922"/>
                        <a:pt x="1330352" y="266304"/>
                        <a:pt x="1339940" y="277861"/>
                      </a:cubicBezTo>
                      <a:cubicBezTo>
                        <a:pt x="1343941" y="282687"/>
                        <a:pt x="1347814" y="287386"/>
                        <a:pt x="1351243" y="291704"/>
                      </a:cubicBezTo>
                      <a:cubicBezTo>
                        <a:pt x="1361848" y="305103"/>
                        <a:pt x="1375056" y="323708"/>
                        <a:pt x="1384517" y="337932"/>
                      </a:cubicBezTo>
                      <a:cubicBezTo>
                        <a:pt x="1395503" y="354442"/>
                        <a:pt x="1409092" y="377175"/>
                        <a:pt x="1418617" y="394510"/>
                      </a:cubicBezTo>
                      <a:cubicBezTo>
                        <a:pt x="1427062" y="409750"/>
                        <a:pt x="1436841" y="430832"/>
                        <a:pt x="1444334" y="446580"/>
                      </a:cubicBezTo>
                      <a:cubicBezTo>
                        <a:pt x="1452780" y="464234"/>
                        <a:pt x="1461860" y="488744"/>
                        <a:pt x="1468401" y="507223"/>
                      </a:cubicBezTo>
                      <a:cubicBezTo>
                        <a:pt x="1474243" y="523987"/>
                        <a:pt x="1480402" y="546847"/>
                        <a:pt x="1485546" y="563865"/>
                      </a:cubicBezTo>
                      <a:cubicBezTo>
                        <a:pt x="1491197" y="582661"/>
                        <a:pt x="1496722" y="608442"/>
                        <a:pt x="1499262" y="627936"/>
                      </a:cubicBezTo>
                      <a:cubicBezTo>
                        <a:pt x="1501548" y="645971"/>
                        <a:pt x="1505421" y="669973"/>
                        <a:pt x="1506882" y="688071"/>
                      </a:cubicBezTo>
                      <a:cubicBezTo>
                        <a:pt x="1508660" y="708073"/>
                        <a:pt x="1509803" y="734934"/>
                        <a:pt x="1509803" y="75500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45" name="Google Shape;545;p23"/>
                <p:cNvSpPr/>
                <p:nvPr/>
              </p:nvSpPr>
              <p:spPr>
                <a:xfrm>
                  <a:off x="-2229486" y="3409650"/>
                  <a:ext cx="564133" cy="751379"/>
                </a:xfrm>
                <a:custGeom>
                  <a:rect b="b" l="l" r="r" t="t"/>
                  <a:pathLst>
                    <a:path extrusionOk="0" h="751379" w="564133">
                      <a:moveTo>
                        <a:pt x="561565" y="167235"/>
                      </a:moveTo>
                      <a:cubicBezTo>
                        <a:pt x="555914" y="175236"/>
                        <a:pt x="541944" y="178792"/>
                        <a:pt x="532673" y="179935"/>
                      </a:cubicBezTo>
                      <a:cubicBezTo>
                        <a:pt x="524291" y="180951"/>
                        <a:pt x="516417" y="177077"/>
                        <a:pt x="508225" y="177966"/>
                      </a:cubicBezTo>
                      <a:cubicBezTo>
                        <a:pt x="495335" y="179363"/>
                        <a:pt x="484159" y="191682"/>
                        <a:pt x="477555" y="201779"/>
                      </a:cubicBezTo>
                      <a:cubicBezTo>
                        <a:pt x="476094" y="204001"/>
                        <a:pt x="479650" y="206033"/>
                        <a:pt x="481047" y="203874"/>
                      </a:cubicBezTo>
                      <a:cubicBezTo>
                        <a:pt x="481238" y="203557"/>
                        <a:pt x="481492" y="203239"/>
                        <a:pt x="481746" y="202922"/>
                      </a:cubicBezTo>
                      <a:cubicBezTo>
                        <a:pt x="485873" y="200699"/>
                        <a:pt x="490064" y="198540"/>
                        <a:pt x="494573" y="197143"/>
                      </a:cubicBezTo>
                      <a:cubicBezTo>
                        <a:pt x="497049" y="196191"/>
                        <a:pt x="499589" y="195683"/>
                        <a:pt x="502193" y="195492"/>
                      </a:cubicBezTo>
                      <a:cubicBezTo>
                        <a:pt x="504415" y="198350"/>
                        <a:pt x="506638" y="201271"/>
                        <a:pt x="508860" y="204128"/>
                      </a:cubicBezTo>
                      <a:cubicBezTo>
                        <a:pt x="508797" y="207430"/>
                        <a:pt x="503336" y="210732"/>
                        <a:pt x="502828" y="214669"/>
                      </a:cubicBezTo>
                      <a:cubicBezTo>
                        <a:pt x="502320" y="218289"/>
                        <a:pt x="503907" y="221019"/>
                        <a:pt x="506574" y="223305"/>
                      </a:cubicBezTo>
                      <a:cubicBezTo>
                        <a:pt x="508543" y="225020"/>
                        <a:pt x="511083" y="225718"/>
                        <a:pt x="513178" y="227179"/>
                      </a:cubicBezTo>
                      <a:cubicBezTo>
                        <a:pt x="522894" y="233846"/>
                        <a:pt x="523021" y="244133"/>
                        <a:pt x="510067" y="248832"/>
                      </a:cubicBezTo>
                      <a:cubicBezTo>
                        <a:pt x="502891" y="251436"/>
                        <a:pt x="494700" y="251817"/>
                        <a:pt x="487270" y="253976"/>
                      </a:cubicBezTo>
                      <a:cubicBezTo>
                        <a:pt x="480349" y="256008"/>
                        <a:pt x="473618" y="258484"/>
                        <a:pt x="467077" y="261405"/>
                      </a:cubicBezTo>
                      <a:cubicBezTo>
                        <a:pt x="452726" y="267819"/>
                        <a:pt x="438947" y="276391"/>
                        <a:pt x="427453" y="287123"/>
                      </a:cubicBezTo>
                      <a:cubicBezTo>
                        <a:pt x="409546" y="299315"/>
                        <a:pt x="388972" y="301537"/>
                        <a:pt x="377860" y="322302"/>
                      </a:cubicBezTo>
                      <a:cubicBezTo>
                        <a:pt x="371002" y="335129"/>
                        <a:pt x="365668" y="348464"/>
                        <a:pt x="354809" y="358687"/>
                      </a:cubicBezTo>
                      <a:cubicBezTo>
                        <a:pt x="346046" y="366942"/>
                        <a:pt x="335442" y="372721"/>
                        <a:pt x="325218" y="378880"/>
                      </a:cubicBezTo>
                      <a:cubicBezTo>
                        <a:pt x="307756" y="389358"/>
                        <a:pt x="293214" y="400915"/>
                        <a:pt x="285848" y="420536"/>
                      </a:cubicBezTo>
                      <a:cubicBezTo>
                        <a:pt x="277339" y="443015"/>
                        <a:pt x="277720" y="469114"/>
                        <a:pt x="262290" y="488481"/>
                      </a:cubicBezTo>
                      <a:cubicBezTo>
                        <a:pt x="255559" y="464669"/>
                        <a:pt x="265909" y="431014"/>
                        <a:pt x="241843" y="415710"/>
                      </a:cubicBezTo>
                      <a:cubicBezTo>
                        <a:pt x="233334" y="410313"/>
                        <a:pt x="217332" y="405550"/>
                        <a:pt x="207299" y="408979"/>
                      </a:cubicBezTo>
                      <a:cubicBezTo>
                        <a:pt x="203171" y="410313"/>
                        <a:pt x="202155" y="412345"/>
                        <a:pt x="200314" y="415964"/>
                      </a:cubicBezTo>
                      <a:cubicBezTo>
                        <a:pt x="198663" y="419139"/>
                        <a:pt x="198218" y="424092"/>
                        <a:pt x="195043" y="426696"/>
                      </a:cubicBezTo>
                      <a:cubicBezTo>
                        <a:pt x="192313" y="428982"/>
                        <a:pt x="185518" y="428410"/>
                        <a:pt x="182661" y="427648"/>
                      </a:cubicBezTo>
                      <a:cubicBezTo>
                        <a:pt x="177644" y="426251"/>
                        <a:pt x="173263" y="423076"/>
                        <a:pt x="168818" y="420600"/>
                      </a:cubicBezTo>
                      <a:cubicBezTo>
                        <a:pt x="156689" y="414123"/>
                        <a:pt x="147482" y="414440"/>
                        <a:pt x="136369" y="422695"/>
                      </a:cubicBezTo>
                      <a:cubicBezTo>
                        <a:pt x="123161" y="432601"/>
                        <a:pt x="112747" y="445936"/>
                        <a:pt x="102460" y="458700"/>
                      </a:cubicBezTo>
                      <a:cubicBezTo>
                        <a:pt x="84553" y="480861"/>
                        <a:pt x="64741" y="508357"/>
                        <a:pt x="70520" y="538583"/>
                      </a:cubicBezTo>
                      <a:cubicBezTo>
                        <a:pt x="72869" y="551092"/>
                        <a:pt x="80362" y="562967"/>
                        <a:pt x="92808" y="567221"/>
                      </a:cubicBezTo>
                      <a:cubicBezTo>
                        <a:pt x="103603" y="570904"/>
                        <a:pt x="116367" y="568555"/>
                        <a:pt x="123098" y="558966"/>
                      </a:cubicBezTo>
                      <a:cubicBezTo>
                        <a:pt x="123415" y="558522"/>
                        <a:pt x="123415" y="558014"/>
                        <a:pt x="123288" y="557569"/>
                      </a:cubicBezTo>
                      <a:cubicBezTo>
                        <a:pt x="134210" y="546266"/>
                        <a:pt x="144180" y="534138"/>
                        <a:pt x="160055" y="529375"/>
                      </a:cubicBezTo>
                      <a:cubicBezTo>
                        <a:pt x="165770" y="527661"/>
                        <a:pt x="172437" y="526645"/>
                        <a:pt x="178343" y="528169"/>
                      </a:cubicBezTo>
                      <a:cubicBezTo>
                        <a:pt x="188884" y="531026"/>
                        <a:pt x="186344" y="543917"/>
                        <a:pt x="180629" y="550711"/>
                      </a:cubicBezTo>
                      <a:cubicBezTo>
                        <a:pt x="175993" y="556172"/>
                        <a:pt x="171104" y="561252"/>
                        <a:pt x="166976" y="567094"/>
                      </a:cubicBezTo>
                      <a:cubicBezTo>
                        <a:pt x="160436" y="576365"/>
                        <a:pt x="149958" y="591669"/>
                        <a:pt x="150466" y="603670"/>
                      </a:cubicBezTo>
                      <a:cubicBezTo>
                        <a:pt x="150784" y="610782"/>
                        <a:pt x="156181" y="614656"/>
                        <a:pt x="162404" y="616180"/>
                      </a:cubicBezTo>
                      <a:cubicBezTo>
                        <a:pt x="162595" y="616370"/>
                        <a:pt x="162722" y="616624"/>
                        <a:pt x="163039" y="616624"/>
                      </a:cubicBezTo>
                      <a:cubicBezTo>
                        <a:pt x="163928" y="616688"/>
                        <a:pt x="164944" y="616751"/>
                        <a:pt x="165960" y="616815"/>
                      </a:cubicBezTo>
                      <a:cubicBezTo>
                        <a:pt x="167548" y="617005"/>
                        <a:pt x="169199" y="617069"/>
                        <a:pt x="170723" y="617005"/>
                      </a:cubicBezTo>
                      <a:cubicBezTo>
                        <a:pt x="170977" y="617005"/>
                        <a:pt x="171167" y="616942"/>
                        <a:pt x="171358" y="616878"/>
                      </a:cubicBezTo>
                      <a:cubicBezTo>
                        <a:pt x="181772" y="616751"/>
                        <a:pt x="194408" y="616561"/>
                        <a:pt x="195424" y="627737"/>
                      </a:cubicBezTo>
                      <a:cubicBezTo>
                        <a:pt x="196250" y="636881"/>
                        <a:pt x="187423" y="648057"/>
                        <a:pt x="183867" y="656185"/>
                      </a:cubicBezTo>
                      <a:cubicBezTo>
                        <a:pt x="178724" y="668123"/>
                        <a:pt x="174596" y="681394"/>
                        <a:pt x="177454" y="694412"/>
                      </a:cubicBezTo>
                      <a:cubicBezTo>
                        <a:pt x="179676" y="704762"/>
                        <a:pt x="185963" y="715049"/>
                        <a:pt x="195742" y="719748"/>
                      </a:cubicBezTo>
                      <a:cubicBezTo>
                        <a:pt x="200568" y="722034"/>
                        <a:pt x="205775" y="720637"/>
                        <a:pt x="210347" y="722352"/>
                      </a:cubicBezTo>
                      <a:cubicBezTo>
                        <a:pt x="227428" y="728765"/>
                        <a:pt x="205838" y="756705"/>
                        <a:pt x="193964" y="750482"/>
                      </a:cubicBezTo>
                      <a:cubicBezTo>
                        <a:pt x="192313" y="748323"/>
                        <a:pt x="190662" y="744958"/>
                        <a:pt x="189201" y="743751"/>
                      </a:cubicBezTo>
                      <a:cubicBezTo>
                        <a:pt x="184883" y="740132"/>
                        <a:pt x="179295" y="738671"/>
                        <a:pt x="174977" y="734734"/>
                      </a:cubicBezTo>
                      <a:cubicBezTo>
                        <a:pt x="166405" y="726860"/>
                        <a:pt x="159610" y="716446"/>
                        <a:pt x="154530" y="706032"/>
                      </a:cubicBezTo>
                      <a:cubicBezTo>
                        <a:pt x="146783" y="690157"/>
                        <a:pt x="146910" y="666662"/>
                        <a:pt x="133448" y="654089"/>
                      </a:cubicBezTo>
                      <a:cubicBezTo>
                        <a:pt x="126209" y="647422"/>
                        <a:pt x="115732" y="646342"/>
                        <a:pt x="108302" y="639738"/>
                      </a:cubicBezTo>
                      <a:cubicBezTo>
                        <a:pt x="99666" y="632055"/>
                        <a:pt x="97825" y="622149"/>
                        <a:pt x="93570" y="612052"/>
                      </a:cubicBezTo>
                      <a:cubicBezTo>
                        <a:pt x="90713" y="605258"/>
                        <a:pt x="86077" y="601130"/>
                        <a:pt x="80807" y="599416"/>
                      </a:cubicBezTo>
                      <a:cubicBezTo>
                        <a:pt x="80616" y="599098"/>
                        <a:pt x="80362" y="598844"/>
                        <a:pt x="79854" y="598654"/>
                      </a:cubicBezTo>
                      <a:cubicBezTo>
                        <a:pt x="76743" y="597574"/>
                        <a:pt x="74393" y="597892"/>
                        <a:pt x="71599" y="598844"/>
                      </a:cubicBezTo>
                      <a:cubicBezTo>
                        <a:pt x="69059" y="599225"/>
                        <a:pt x="66519" y="600051"/>
                        <a:pt x="63979" y="601321"/>
                      </a:cubicBezTo>
                      <a:cubicBezTo>
                        <a:pt x="58899" y="602273"/>
                        <a:pt x="54137" y="601321"/>
                        <a:pt x="49374" y="596939"/>
                      </a:cubicBezTo>
                      <a:cubicBezTo>
                        <a:pt x="39595" y="587922"/>
                        <a:pt x="30007" y="578651"/>
                        <a:pt x="21752" y="568174"/>
                      </a:cubicBezTo>
                      <a:cubicBezTo>
                        <a:pt x="2575" y="543726"/>
                        <a:pt x="-2315" y="514897"/>
                        <a:pt x="924" y="484544"/>
                      </a:cubicBezTo>
                      <a:cubicBezTo>
                        <a:pt x="3972" y="455779"/>
                        <a:pt x="13243" y="428220"/>
                        <a:pt x="17116" y="399645"/>
                      </a:cubicBezTo>
                      <a:cubicBezTo>
                        <a:pt x="18958" y="386056"/>
                        <a:pt x="19085" y="372784"/>
                        <a:pt x="17942" y="359195"/>
                      </a:cubicBezTo>
                      <a:cubicBezTo>
                        <a:pt x="17688" y="344717"/>
                        <a:pt x="16164" y="330303"/>
                        <a:pt x="17180" y="315761"/>
                      </a:cubicBezTo>
                      <a:cubicBezTo>
                        <a:pt x="18704" y="293219"/>
                        <a:pt x="30134" y="275121"/>
                        <a:pt x="42389" y="256897"/>
                      </a:cubicBezTo>
                      <a:cubicBezTo>
                        <a:pt x="66075" y="221718"/>
                        <a:pt x="100873" y="192825"/>
                        <a:pt x="141068" y="177966"/>
                      </a:cubicBezTo>
                      <a:cubicBezTo>
                        <a:pt x="156880" y="172124"/>
                        <a:pt x="172755" y="169203"/>
                        <a:pt x="185582" y="157456"/>
                      </a:cubicBezTo>
                      <a:cubicBezTo>
                        <a:pt x="198853" y="145391"/>
                        <a:pt x="208124" y="129452"/>
                        <a:pt x="220634" y="116689"/>
                      </a:cubicBezTo>
                      <a:cubicBezTo>
                        <a:pt x="228127" y="109069"/>
                        <a:pt x="236255" y="102084"/>
                        <a:pt x="244891" y="95924"/>
                      </a:cubicBezTo>
                      <a:cubicBezTo>
                        <a:pt x="251114" y="91479"/>
                        <a:pt x="258035" y="87669"/>
                        <a:pt x="263433" y="82208"/>
                      </a:cubicBezTo>
                      <a:cubicBezTo>
                        <a:pt x="271434" y="74080"/>
                        <a:pt x="275307" y="62206"/>
                        <a:pt x="268132" y="52427"/>
                      </a:cubicBezTo>
                      <a:cubicBezTo>
                        <a:pt x="267560" y="51665"/>
                        <a:pt x="266290" y="52363"/>
                        <a:pt x="266862" y="53125"/>
                      </a:cubicBezTo>
                      <a:cubicBezTo>
                        <a:pt x="266925" y="53252"/>
                        <a:pt x="266989" y="53379"/>
                        <a:pt x="267052" y="53506"/>
                      </a:cubicBezTo>
                      <a:cubicBezTo>
                        <a:pt x="266227" y="52871"/>
                        <a:pt x="265338" y="52236"/>
                        <a:pt x="264258" y="51665"/>
                      </a:cubicBezTo>
                      <a:cubicBezTo>
                        <a:pt x="259496" y="49188"/>
                        <a:pt x="254035" y="49506"/>
                        <a:pt x="248891" y="50585"/>
                      </a:cubicBezTo>
                      <a:cubicBezTo>
                        <a:pt x="238287" y="52808"/>
                        <a:pt x="228952" y="57507"/>
                        <a:pt x="217967" y="58586"/>
                      </a:cubicBezTo>
                      <a:cubicBezTo>
                        <a:pt x="214538" y="58904"/>
                        <a:pt x="203679" y="60428"/>
                        <a:pt x="200949" y="58269"/>
                      </a:cubicBezTo>
                      <a:cubicBezTo>
                        <a:pt x="192186" y="51284"/>
                        <a:pt x="210220" y="45759"/>
                        <a:pt x="212569" y="45061"/>
                      </a:cubicBezTo>
                      <a:cubicBezTo>
                        <a:pt x="221586" y="42203"/>
                        <a:pt x="231238" y="40933"/>
                        <a:pt x="240509" y="39028"/>
                      </a:cubicBezTo>
                      <a:cubicBezTo>
                        <a:pt x="260956" y="34964"/>
                        <a:pt x="281403" y="30646"/>
                        <a:pt x="301152" y="23852"/>
                      </a:cubicBezTo>
                      <a:cubicBezTo>
                        <a:pt x="320202" y="17311"/>
                        <a:pt x="338109" y="7532"/>
                        <a:pt x="357667" y="2643"/>
                      </a:cubicBezTo>
                      <a:cubicBezTo>
                        <a:pt x="371891" y="-977"/>
                        <a:pt x="387893" y="-3136"/>
                        <a:pt x="396275" y="11787"/>
                      </a:cubicBezTo>
                      <a:cubicBezTo>
                        <a:pt x="398370" y="15597"/>
                        <a:pt x="397862" y="17565"/>
                        <a:pt x="402371" y="18835"/>
                      </a:cubicBezTo>
                      <a:cubicBezTo>
                        <a:pt x="407197" y="20296"/>
                        <a:pt x="412658" y="18454"/>
                        <a:pt x="417738" y="20042"/>
                      </a:cubicBezTo>
                      <a:cubicBezTo>
                        <a:pt x="425104" y="21820"/>
                        <a:pt x="428596" y="26709"/>
                        <a:pt x="428279" y="34774"/>
                      </a:cubicBezTo>
                      <a:cubicBezTo>
                        <a:pt x="428152" y="35726"/>
                        <a:pt x="428088" y="36679"/>
                        <a:pt x="428215" y="37631"/>
                      </a:cubicBezTo>
                      <a:cubicBezTo>
                        <a:pt x="429930" y="41187"/>
                        <a:pt x="430057" y="41505"/>
                        <a:pt x="434311" y="42203"/>
                      </a:cubicBezTo>
                      <a:cubicBezTo>
                        <a:pt x="442058" y="43410"/>
                        <a:pt x="452218" y="40743"/>
                        <a:pt x="459394" y="38393"/>
                      </a:cubicBezTo>
                      <a:cubicBezTo>
                        <a:pt x="463013" y="37250"/>
                        <a:pt x="466442" y="35790"/>
                        <a:pt x="469871" y="34202"/>
                      </a:cubicBezTo>
                      <a:cubicBezTo>
                        <a:pt x="472030" y="33123"/>
                        <a:pt x="474253" y="32043"/>
                        <a:pt x="476412" y="30964"/>
                      </a:cubicBezTo>
                      <a:cubicBezTo>
                        <a:pt x="482444" y="26392"/>
                        <a:pt x="487715" y="27979"/>
                        <a:pt x="492287" y="35726"/>
                      </a:cubicBezTo>
                      <a:cubicBezTo>
                        <a:pt x="491334" y="36679"/>
                        <a:pt x="491842" y="37949"/>
                        <a:pt x="492731" y="38520"/>
                      </a:cubicBezTo>
                      <a:cubicBezTo>
                        <a:pt x="486572" y="53189"/>
                        <a:pt x="468220" y="55665"/>
                        <a:pt x="453044" y="63476"/>
                      </a:cubicBezTo>
                      <a:cubicBezTo>
                        <a:pt x="439582" y="70334"/>
                        <a:pt x="422310" y="81319"/>
                        <a:pt x="412975" y="93448"/>
                      </a:cubicBezTo>
                      <a:cubicBezTo>
                        <a:pt x="409546" y="97893"/>
                        <a:pt x="407133" y="103735"/>
                        <a:pt x="408403" y="109450"/>
                      </a:cubicBezTo>
                      <a:cubicBezTo>
                        <a:pt x="410118" y="117197"/>
                        <a:pt x="418373" y="121007"/>
                        <a:pt x="420722" y="128563"/>
                      </a:cubicBezTo>
                      <a:cubicBezTo>
                        <a:pt x="425167" y="143232"/>
                        <a:pt x="417992" y="158980"/>
                        <a:pt x="427009" y="172632"/>
                      </a:cubicBezTo>
                      <a:cubicBezTo>
                        <a:pt x="427771" y="173775"/>
                        <a:pt x="429104" y="173648"/>
                        <a:pt x="429993" y="172950"/>
                      </a:cubicBezTo>
                      <a:cubicBezTo>
                        <a:pt x="430565" y="173140"/>
                        <a:pt x="431200" y="173013"/>
                        <a:pt x="431708" y="172378"/>
                      </a:cubicBezTo>
                      <a:cubicBezTo>
                        <a:pt x="447710" y="153836"/>
                        <a:pt x="464918" y="136374"/>
                        <a:pt x="472856" y="112688"/>
                      </a:cubicBezTo>
                      <a:cubicBezTo>
                        <a:pt x="476856" y="100814"/>
                        <a:pt x="479714" y="85891"/>
                        <a:pt x="489683" y="77319"/>
                      </a:cubicBezTo>
                      <a:cubicBezTo>
                        <a:pt x="495906" y="71985"/>
                        <a:pt x="508098" y="72302"/>
                        <a:pt x="510892" y="81002"/>
                      </a:cubicBezTo>
                      <a:cubicBezTo>
                        <a:pt x="511781" y="83796"/>
                        <a:pt x="511718" y="87034"/>
                        <a:pt x="511781" y="89955"/>
                      </a:cubicBezTo>
                      <a:cubicBezTo>
                        <a:pt x="511908" y="95035"/>
                        <a:pt x="511337" y="100179"/>
                        <a:pt x="511083" y="105259"/>
                      </a:cubicBezTo>
                      <a:cubicBezTo>
                        <a:pt x="510956" y="105386"/>
                        <a:pt x="510765" y="105513"/>
                        <a:pt x="510638" y="105576"/>
                      </a:cubicBezTo>
                      <a:cubicBezTo>
                        <a:pt x="510067" y="106148"/>
                        <a:pt x="510384" y="106973"/>
                        <a:pt x="510956" y="107354"/>
                      </a:cubicBezTo>
                      <a:cubicBezTo>
                        <a:pt x="510892" y="107735"/>
                        <a:pt x="510892" y="108180"/>
                        <a:pt x="510892" y="108561"/>
                      </a:cubicBezTo>
                      <a:cubicBezTo>
                        <a:pt x="510892" y="109323"/>
                        <a:pt x="512162" y="109513"/>
                        <a:pt x="512226" y="108751"/>
                      </a:cubicBezTo>
                      <a:cubicBezTo>
                        <a:pt x="512289" y="108180"/>
                        <a:pt x="512416" y="107608"/>
                        <a:pt x="512543" y="107037"/>
                      </a:cubicBezTo>
                      <a:cubicBezTo>
                        <a:pt x="515845" y="104497"/>
                        <a:pt x="519084" y="102020"/>
                        <a:pt x="522767" y="99988"/>
                      </a:cubicBezTo>
                      <a:cubicBezTo>
                        <a:pt x="525497" y="98401"/>
                        <a:pt x="528355" y="97131"/>
                        <a:pt x="531339" y="96051"/>
                      </a:cubicBezTo>
                      <a:cubicBezTo>
                        <a:pt x="534070" y="98337"/>
                        <a:pt x="536800" y="100623"/>
                        <a:pt x="539594" y="102846"/>
                      </a:cubicBezTo>
                      <a:cubicBezTo>
                        <a:pt x="540737" y="105449"/>
                        <a:pt x="539023" y="111101"/>
                        <a:pt x="539150" y="113958"/>
                      </a:cubicBezTo>
                      <a:cubicBezTo>
                        <a:pt x="539340" y="116244"/>
                        <a:pt x="539721" y="118594"/>
                        <a:pt x="540356" y="120753"/>
                      </a:cubicBezTo>
                      <a:cubicBezTo>
                        <a:pt x="541880" y="126404"/>
                        <a:pt x="544865" y="131548"/>
                        <a:pt x="548357" y="136183"/>
                      </a:cubicBezTo>
                      <a:cubicBezTo>
                        <a:pt x="554580" y="145073"/>
                        <a:pt x="570265" y="154916"/>
                        <a:pt x="561565" y="167235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46" name="Google Shape;546;p23"/>
                <p:cNvSpPr/>
                <p:nvPr/>
              </p:nvSpPr>
              <p:spPr>
                <a:xfrm>
                  <a:off x="-1722403" y="3384353"/>
                  <a:ext cx="98344" cy="110816"/>
                </a:xfrm>
                <a:custGeom>
                  <a:rect b="b" l="l" r="r" t="t"/>
                  <a:pathLst>
                    <a:path extrusionOk="0" h="110816" w="98344">
                      <a:moveTo>
                        <a:pt x="96964" y="103505"/>
                      </a:moveTo>
                      <a:cubicBezTo>
                        <a:pt x="97282" y="105410"/>
                        <a:pt x="97663" y="107315"/>
                        <a:pt x="98044" y="109220"/>
                      </a:cubicBezTo>
                      <a:cubicBezTo>
                        <a:pt x="93789" y="111570"/>
                        <a:pt x="90233" y="111316"/>
                        <a:pt x="87376" y="108522"/>
                      </a:cubicBezTo>
                      <a:cubicBezTo>
                        <a:pt x="75819" y="101854"/>
                        <a:pt x="66802" y="85916"/>
                        <a:pt x="59944" y="74803"/>
                      </a:cubicBezTo>
                      <a:cubicBezTo>
                        <a:pt x="56642" y="69405"/>
                        <a:pt x="53657" y="63500"/>
                        <a:pt x="55308" y="56833"/>
                      </a:cubicBezTo>
                      <a:cubicBezTo>
                        <a:pt x="55880" y="54420"/>
                        <a:pt x="57086" y="52324"/>
                        <a:pt x="57340" y="49784"/>
                      </a:cubicBezTo>
                      <a:cubicBezTo>
                        <a:pt x="57658" y="46291"/>
                        <a:pt x="56896" y="42863"/>
                        <a:pt x="55435" y="39624"/>
                      </a:cubicBezTo>
                      <a:cubicBezTo>
                        <a:pt x="51498" y="31242"/>
                        <a:pt x="43307" y="26289"/>
                        <a:pt x="35115" y="22923"/>
                      </a:cubicBezTo>
                      <a:cubicBezTo>
                        <a:pt x="20764" y="17145"/>
                        <a:pt x="8128" y="13081"/>
                        <a:pt x="0" y="0"/>
                      </a:cubicBezTo>
                      <a:cubicBezTo>
                        <a:pt x="64" y="64"/>
                        <a:pt x="64" y="64"/>
                        <a:pt x="127" y="64"/>
                      </a:cubicBezTo>
                      <a:cubicBezTo>
                        <a:pt x="698" y="508"/>
                        <a:pt x="1333" y="953"/>
                        <a:pt x="1714" y="1270"/>
                      </a:cubicBezTo>
                      <a:cubicBezTo>
                        <a:pt x="4445" y="3239"/>
                        <a:pt x="7557" y="5080"/>
                        <a:pt x="10858" y="5905"/>
                      </a:cubicBezTo>
                      <a:cubicBezTo>
                        <a:pt x="11938" y="6159"/>
                        <a:pt x="12636" y="5334"/>
                        <a:pt x="12636" y="4572"/>
                      </a:cubicBezTo>
                      <a:cubicBezTo>
                        <a:pt x="36068" y="12827"/>
                        <a:pt x="59880" y="20066"/>
                        <a:pt x="83121" y="28892"/>
                      </a:cubicBezTo>
                      <a:cubicBezTo>
                        <a:pt x="88392" y="30861"/>
                        <a:pt x="90995" y="32385"/>
                        <a:pt x="94551" y="37021"/>
                      </a:cubicBezTo>
                      <a:cubicBezTo>
                        <a:pt x="99568" y="43434"/>
                        <a:pt x="98552" y="48451"/>
                        <a:pt x="97409" y="56324"/>
                      </a:cubicBezTo>
                      <a:cubicBezTo>
                        <a:pt x="96583" y="62230"/>
                        <a:pt x="95631" y="68072"/>
                        <a:pt x="95314" y="74041"/>
                      </a:cubicBezTo>
                      <a:cubicBezTo>
                        <a:pt x="94932" y="81788"/>
                        <a:pt x="95250" y="89598"/>
                        <a:pt x="96139" y="97282"/>
                      </a:cubicBezTo>
                      <a:cubicBezTo>
                        <a:pt x="96266" y="99314"/>
                        <a:pt x="96647" y="101409"/>
                        <a:pt x="96964" y="103505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47" name="Google Shape;547;p23"/>
                <p:cNvSpPr/>
                <p:nvPr/>
              </p:nvSpPr>
              <p:spPr>
                <a:xfrm>
                  <a:off x="-1592927" y="3382896"/>
                  <a:ext cx="397129" cy="307338"/>
                </a:xfrm>
                <a:custGeom>
                  <a:rect b="b" l="l" r="r" t="t"/>
                  <a:pathLst>
                    <a:path extrusionOk="0" h="307338" w="397129">
                      <a:moveTo>
                        <a:pt x="397129" y="230564"/>
                      </a:moveTo>
                      <a:cubicBezTo>
                        <a:pt x="393383" y="232659"/>
                        <a:pt x="389636" y="234692"/>
                        <a:pt x="385826" y="236787"/>
                      </a:cubicBezTo>
                      <a:cubicBezTo>
                        <a:pt x="379667" y="236724"/>
                        <a:pt x="370459" y="226183"/>
                        <a:pt x="366141" y="221928"/>
                      </a:cubicBezTo>
                      <a:cubicBezTo>
                        <a:pt x="361125" y="217039"/>
                        <a:pt x="356489" y="211768"/>
                        <a:pt x="351790" y="206625"/>
                      </a:cubicBezTo>
                      <a:cubicBezTo>
                        <a:pt x="342138" y="196211"/>
                        <a:pt x="331851" y="186940"/>
                        <a:pt x="319596" y="179637"/>
                      </a:cubicBezTo>
                      <a:cubicBezTo>
                        <a:pt x="312547" y="175446"/>
                        <a:pt x="299021" y="166493"/>
                        <a:pt x="290195" y="170874"/>
                      </a:cubicBezTo>
                      <a:cubicBezTo>
                        <a:pt x="281432" y="175256"/>
                        <a:pt x="282512" y="189734"/>
                        <a:pt x="283528" y="197608"/>
                      </a:cubicBezTo>
                      <a:cubicBezTo>
                        <a:pt x="284163" y="202942"/>
                        <a:pt x="285496" y="208022"/>
                        <a:pt x="287147" y="212975"/>
                      </a:cubicBezTo>
                      <a:cubicBezTo>
                        <a:pt x="286957" y="213292"/>
                        <a:pt x="286957" y="213737"/>
                        <a:pt x="287211" y="214181"/>
                      </a:cubicBezTo>
                      <a:cubicBezTo>
                        <a:pt x="287528" y="214880"/>
                        <a:pt x="287973" y="215515"/>
                        <a:pt x="288290" y="216150"/>
                      </a:cubicBezTo>
                      <a:cubicBezTo>
                        <a:pt x="291275" y="224024"/>
                        <a:pt x="295212" y="231517"/>
                        <a:pt x="299466" y="238946"/>
                      </a:cubicBezTo>
                      <a:cubicBezTo>
                        <a:pt x="300038" y="240089"/>
                        <a:pt x="301435" y="239518"/>
                        <a:pt x="301625" y="238502"/>
                      </a:cubicBezTo>
                      <a:cubicBezTo>
                        <a:pt x="302832" y="240534"/>
                        <a:pt x="304102" y="242565"/>
                        <a:pt x="305308" y="244534"/>
                      </a:cubicBezTo>
                      <a:cubicBezTo>
                        <a:pt x="311214" y="254313"/>
                        <a:pt x="319596" y="264664"/>
                        <a:pt x="322580" y="275840"/>
                      </a:cubicBezTo>
                      <a:cubicBezTo>
                        <a:pt x="326962" y="291715"/>
                        <a:pt x="313627" y="312606"/>
                        <a:pt x="295402" y="306129"/>
                      </a:cubicBezTo>
                      <a:cubicBezTo>
                        <a:pt x="284988" y="302446"/>
                        <a:pt x="277876" y="291016"/>
                        <a:pt x="271463" y="282634"/>
                      </a:cubicBezTo>
                      <a:cubicBezTo>
                        <a:pt x="264922" y="274062"/>
                        <a:pt x="258636" y="265362"/>
                        <a:pt x="252540" y="256409"/>
                      </a:cubicBezTo>
                      <a:cubicBezTo>
                        <a:pt x="248412" y="250376"/>
                        <a:pt x="245364" y="247900"/>
                        <a:pt x="246761" y="240343"/>
                      </a:cubicBezTo>
                      <a:cubicBezTo>
                        <a:pt x="248476" y="231263"/>
                        <a:pt x="250127" y="235834"/>
                        <a:pt x="256413" y="232659"/>
                      </a:cubicBezTo>
                      <a:cubicBezTo>
                        <a:pt x="267335" y="227135"/>
                        <a:pt x="256032" y="213419"/>
                        <a:pt x="250254" y="208466"/>
                      </a:cubicBezTo>
                      <a:cubicBezTo>
                        <a:pt x="244285" y="203322"/>
                        <a:pt x="237109" y="199830"/>
                        <a:pt x="230061" y="196338"/>
                      </a:cubicBezTo>
                      <a:cubicBezTo>
                        <a:pt x="226505" y="194623"/>
                        <a:pt x="222695" y="192972"/>
                        <a:pt x="219329" y="190813"/>
                      </a:cubicBezTo>
                      <a:cubicBezTo>
                        <a:pt x="210693" y="185034"/>
                        <a:pt x="212662" y="180272"/>
                        <a:pt x="212916" y="171446"/>
                      </a:cubicBezTo>
                      <a:cubicBezTo>
                        <a:pt x="213170" y="163190"/>
                        <a:pt x="211455" y="156777"/>
                        <a:pt x="206502" y="150046"/>
                      </a:cubicBezTo>
                      <a:cubicBezTo>
                        <a:pt x="200596" y="141918"/>
                        <a:pt x="190754" y="137156"/>
                        <a:pt x="185420" y="128710"/>
                      </a:cubicBezTo>
                      <a:cubicBezTo>
                        <a:pt x="178435" y="117725"/>
                        <a:pt x="187008" y="111692"/>
                        <a:pt x="185293" y="101215"/>
                      </a:cubicBezTo>
                      <a:cubicBezTo>
                        <a:pt x="184277" y="94865"/>
                        <a:pt x="179261" y="89658"/>
                        <a:pt x="174308" y="85975"/>
                      </a:cubicBezTo>
                      <a:cubicBezTo>
                        <a:pt x="159703" y="75243"/>
                        <a:pt x="139700" y="71370"/>
                        <a:pt x="122682" y="66290"/>
                      </a:cubicBezTo>
                      <a:cubicBezTo>
                        <a:pt x="110744" y="62734"/>
                        <a:pt x="98806" y="58860"/>
                        <a:pt x="87693" y="53018"/>
                      </a:cubicBezTo>
                      <a:cubicBezTo>
                        <a:pt x="77851" y="47875"/>
                        <a:pt x="68898" y="41080"/>
                        <a:pt x="58738" y="36572"/>
                      </a:cubicBezTo>
                      <a:cubicBezTo>
                        <a:pt x="40196" y="28253"/>
                        <a:pt x="18352" y="30539"/>
                        <a:pt x="826" y="19998"/>
                      </a:cubicBezTo>
                      <a:cubicBezTo>
                        <a:pt x="699" y="19681"/>
                        <a:pt x="508" y="19427"/>
                        <a:pt x="0" y="19363"/>
                      </a:cubicBezTo>
                      <a:cubicBezTo>
                        <a:pt x="762" y="17903"/>
                        <a:pt x="1524" y="16506"/>
                        <a:pt x="2286" y="15109"/>
                      </a:cubicBezTo>
                      <a:cubicBezTo>
                        <a:pt x="3874" y="15172"/>
                        <a:pt x="5525" y="15363"/>
                        <a:pt x="7112" y="15553"/>
                      </a:cubicBezTo>
                      <a:cubicBezTo>
                        <a:pt x="10224" y="15934"/>
                        <a:pt x="13399" y="16378"/>
                        <a:pt x="16637" y="16759"/>
                      </a:cubicBezTo>
                      <a:cubicBezTo>
                        <a:pt x="22924" y="17522"/>
                        <a:pt x="29274" y="18347"/>
                        <a:pt x="35560" y="19109"/>
                      </a:cubicBezTo>
                      <a:cubicBezTo>
                        <a:pt x="37084" y="19300"/>
                        <a:pt x="37783" y="17395"/>
                        <a:pt x="37211" y="16252"/>
                      </a:cubicBezTo>
                      <a:cubicBezTo>
                        <a:pt x="34290" y="10790"/>
                        <a:pt x="30925" y="5711"/>
                        <a:pt x="27178" y="884"/>
                      </a:cubicBezTo>
                      <a:cubicBezTo>
                        <a:pt x="41339" y="-1338"/>
                        <a:pt x="57976" y="1139"/>
                        <a:pt x="71882" y="2726"/>
                      </a:cubicBezTo>
                      <a:cubicBezTo>
                        <a:pt x="88138" y="4568"/>
                        <a:pt x="103632" y="8505"/>
                        <a:pt x="118745" y="14728"/>
                      </a:cubicBezTo>
                      <a:cubicBezTo>
                        <a:pt x="150114" y="27555"/>
                        <a:pt x="180912" y="42033"/>
                        <a:pt x="211963" y="55749"/>
                      </a:cubicBezTo>
                      <a:cubicBezTo>
                        <a:pt x="226568" y="62162"/>
                        <a:pt x="241618" y="67687"/>
                        <a:pt x="253365" y="78863"/>
                      </a:cubicBezTo>
                      <a:cubicBezTo>
                        <a:pt x="263525" y="88578"/>
                        <a:pt x="272606" y="97405"/>
                        <a:pt x="284798" y="104644"/>
                      </a:cubicBezTo>
                      <a:cubicBezTo>
                        <a:pt x="310071" y="119820"/>
                        <a:pt x="333502" y="136711"/>
                        <a:pt x="354775" y="157031"/>
                      </a:cubicBezTo>
                      <a:cubicBezTo>
                        <a:pt x="342202" y="152713"/>
                        <a:pt x="329311" y="149538"/>
                        <a:pt x="316103" y="147379"/>
                      </a:cubicBezTo>
                      <a:cubicBezTo>
                        <a:pt x="314770" y="147189"/>
                        <a:pt x="313754" y="147887"/>
                        <a:pt x="313627" y="149221"/>
                      </a:cubicBezTo>
                      <a:cubicBezTo>
                        <a:pt x="312484" y="160778"/>
                        <a:pt x="326327" y="162302"/>
                        <a:pt x="334074" y="166493"/>
                      </a:cubicBezTo>
                      <a:cubicBezTo>
                        <a:pt x="348552" y="174494"/>
                        <a:pt x="355600" y="187384"/>
                        <a:pt x="366141" y="199259"/>
                      </a:cubicBezTo>
                      <a:cubicBezTo>
                        <a:pt x="371221" y="204910"/>
                        <a:pt x="377317" y="209292"/>
                        <a:pt x="383223" y="214054"/>
                      </a:cubicBezTo>
                      <a:cubicBezTo>
                        <a:pt x="385699" y="216022"/>
                        <a:pt x="388239" y="218055"/>
                        <a:pt x="390398" y="220340"/>
                      </a:cubicBezTo>
                      <a:cubicBezTo>
                        <a:pt x="393256" y="223452"/>
                        <a:pt x="395542" y="226754"/>
                        <a:pt x="397129" y="230564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48" name="Google Shape;548;p23"/>
                <p:cNvSpPr/>
                <p:nvPr/>
              </p:nvSpPr>
              <p:spPr>
                <a:xfrm>
                  <a:off x="-1277852" y="3656432"/>
                  <a:ext cx="292298" cy="606315"/>
                </a:xfrm>
                <a:custGeom>
                  <a:rect b="b" l="l" r="r" t="t"/>
                  <a:pathLst>
                    <a:path extrusionOk="0" h="606315" w="292298">
                      <a:moveTo>
                        <a:pt x="290015" y="544657"/>
                      </a:moveTo>
                      <a:cubicBezTo>
                        <a:pt x="287031" y="565549"/>
                        <a:pt x="281633" y="585996"/>
                        <a:pt x="276045" y="606316"/>
                      </a:cubicBezTo>
                      <a:cubicBezTo>
                        <a:pt x="269505" y="557548"/>
                        <a:pt x="263980" y="508526"/>
                        <a:pt x="256170" y="460012"/>
                      </a:cubicBezTo>
                      <a:cubicBezTo>
                        <a:pt x="253693" y="444708"/>
                        <a:pt x="247343" y="428452"/>
                        <a:pt x="229817" y="426611"/>
                      </a:cubicBezTo>
                      <a:cubicBezTo>
                        <a:pt x="212482" y="424833"/>
                        <a:pt x="198829" y="437215"/>
                        <a:pt x="188923" y="449852"/>
                      </a:cubicBezTo>
                      <a:cubicBezTo>
                        <a:pt x="177112" y="464838"/>
                        <a:pt x="153236" y="502874"/>
                        <a:pt x="131646" y="479380"/>
                      </a:cubicBezTo>
                      <a:cubicBezTo>
                        <a:pt x="116279" y="462615"/>
                        <a:pt x="103897" y="443311"/>
                        <a:pt x="89355" y="425849"/>
                      </a:cubicBezTo>
                      <a:cubicBezTo>
                        <a:pt x="82497" y="417657"/>
                        <a:pt x="75258" y="409783"/>
                        <a:pt x="67130" y="402735"/>
                      </a:cubicBezTo>
                      <a:cubicBezTo>
                        <a:pt x="59129" y="395686"/>
                        <a:pt x="49985" y="389844"/>
                        <a:pt x="42683" y="382034"/>
                      </a:cubicBezTo>
                      <a:cubicBezTo>
                        <a:pt x="26109" y="364000"/>
                        <a:pt x="27506" y="338854"/>
                        <a:pt x="24903" y="316184"/>
                      </a:cubicBezTo>
                      <a:cubicBezTo>
                        <a:pt x="23887" y="307294"/>
                        <a:pt x="22299" y="298468"/>
                        <a:pt x="18870" y="290149"/>
                      </a:cubicBezTo>
                      <a:cubicBezTo>
                        <a:pt x="16330" y="283990"/>
                        <a:pt x="12203" y="278275"/>
                        <a:pt x="10361" y="271861"/>
                      </a:cubicBezTo>
                      <a:cubicBezTo>
                        <a:pt x="8202" y="264368"/>
                        <a:pt x="9155" y="256113"/>
                        <a:pt x="9472" y="248430"/>
                      </a:cubicBezTo>
                      <a:cubicBezTo>
                        <a:pt x="10361" y="222585"/>
                        <a:pt x="12203" y="196296"/>
                        <a:pt x="11695" y="170452"/>
                      </a:cubicBezTo>
                      <a:cubicBezTo>
                        <a:pt x="16584" y="145242"/>
                        <a:pt x="15822" y="119271"/>
                        <a:pt x="8329" y="94633"/>
                      </a:cubicBezTo>
                      <a:cubicBezTo>
                        <a:pt x="5091" y="83901"/>
                        <a:pt x="-10975" y="50183"/>
                        <a:pt x="12711" y="51834"/>
                      </a:cubicBezTo>
                      <a:cubicBezTo>
                        <a:pt x="17918" y="52151"/>
                        <a:pt x="23950" y="54501"/>
                        <a:pt x="27570" y="49357"/>
                      </a:cubicBezTo>
                      <a:cubicBezTo>
                        <a:pt x="29411" y="46754"/>
                        <a:pt x="29284" y="43071"/>
                        <a:pt x="29602" y="39959"/>
                      </a:cubicBezTo>
                      <a:cubicBezTo>
                        <a:pt x="30554" y="31324"/>
                        <a:pt x="31824" y="22370"/>
                        <a:pt x="36079" y="14623"/>
                      </a:cubicBezTo>
                      <a:cubicBezTo>
                        <a:pt x="40270" y="7130"/>
                        <a:pt x="47890" y="399"/>
                        <a:pt x="56843" y="18"/>
                      </a:cubicBezTo>
                      <a:cubicBezTo>
                        <a:pt x="65416" y="-363"/>
                        <a:pt x="71639" y="5479"/>
                        <a:pt x="76465" y="11702"/>
                      </a:cubicBezTo>
                      <a:cubicBezTo>
                        <a:pt x="85990" y="23957"/>
                        <a:pt x="97801" y="45484"/>
                        <a:pt x="116660" y="36276"/>
                      </a:cubicBezTo>
                      <a:cubicBezTo>
                        <a:pt x="117676" y="35768"/>
                        <a:pt x="117803" y="34435"/>
                        <a:pt x="117359" y="33546"/>
                      </a:cubicBezTo>
                      <a:cubicBezTo>
                        <a:pt x="113485" y="25799"/>
                        <a:pt x="112469" y="18052"/>
                        <a:pt x="114120" y="9860"/>
                      </a:cubicBezTo>
                      <a:cubicBezTo>
                        <a:pt x="116724" y="11575"/>
                        <a:pt x="119899" y="11765"/>
                        <a:pt x="123391" y="10559"/>
                      </a:cubicBezTo>
                      <a:cubicBezTo>
                        <a:pt x="125741" y="9733"/>
                        <a:pt x="127582" y="8019"/>
                        <a:pt x="129678" y="6558"/>
                      </a:cubicBezTo>
                      <a:cubicBezTo>
                        <a:pt x="133805" y="3701"/>
                        <a:pt x="137044" y="2113"/>
                        <a:pt x="140917" y="2494"/>
                      </a:cubicBezTo>
                      <a:cubicBezTo>
                        <a:pt x="140727" y="3447"/>
                        <a:pt x="141044" y="4653"/>
                        <a:pt x="142314" y="5034"/>
                      </a:cubicBezTo>
                      <a:cubicBezTo>
                        <a:pt x="163396" y="11829"/>
                        <a:pt x="171715" y="33165"/>
                        <a:pt x="178065" y="52469"/>
                      </a:cubicBezTo>
                      <a:cubicBezTo>
                        <a:pt x="184224" y="71138"/>
                        <a:pt x="192098" y="88537"/>
                        <a:pt x="200925" y="106063"/>
                      </a:cubicBezTo>
                      <a:cubicBezTo>
                        <a:pt x="219721" y="143528"/>
                        <a:pt x="235913" y="182072"/>
                        <a:pt x="248423" y="222141"/>
                      </a:cubicBezTo>
                      <a:cubicBezTo>
                        <a:pt x="273696" y="303738"/>
                        <a:pt x="282332" y="388955"/>
                        <a:pt x="290333" y="473601"/>
                      </a:cubicBezTo>
                      <a:cubicBezTo>
                        <a:pt x="292555" y="497477"/>
                        <a:pt x="293444" y="520972"/>
                        <a:pt x="290015" y="544657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49" name="Google Shape;549;p23"/>
                <p:cNvSpPr/>
                <p:nvPr/>
              </p:nvSpPr>
              <p:spPr>
                <a:xfrm>
                  <a:off x="-2037169" y="4093698"/>
                  <a:ext cx="605062" cy="748170"/>
                </a:xfrm>
                <a:custGeom>
                  <a:rect b="b" l="l" r="r" t="t"/>
                  <a:pathLst>
                    <a:path extrusionOk="0" h="748170" w="605062">
                      <a:moveTo>
                        <a:pt x="566289" y="359106"/>
                      </a:moveTo>
                      <a:cubicBezTo>
                        <a:pt x="546668" y="385585"/>
                        <a:pt x="557526" y="418351"/>
                        <a:pt x="543874" y="446799"/>
                      </a:cubicBezTo>
                      <a:cubicBezTo>
                        <a:pt x="530602" y="474295"/>
                        <a:pt x="502853" y="491757"/>
                        <a:pt x="477516" y="506743"/>
                      </a:cubicBezTo>
                      <a:cubicBezTo>
                        <a:pt x="454085" y="520650"/>
                        <a:pt x="429383" y="534747"/>
                        <a:pt x="412556" y="556718"/>
                      </a:cubicBezTo>
                      <a:cubicBezTo>
                        <a:pt x="403666" y="568275"/>
                        <a:pt x="400046" y="581927"/>
                        <a:pt x="392744" y="594183"/>
                      </a:cubicBezTo>
                      <a:cubicBezTo>
                        <a:pt x="384933" y="607264"/>
                        <a:pt x="372170" y="610947"/>
                        <a:pt x="359025" y="616471"/>
                      </a:cubicBezTo>
                      <a:cubicBezTo>
                        <a:pt x="344992" y="622313"/>
                        <a:pt x="340039" y="629679"/>
                        <a:pt x="333689" y="642951"/>
                      </a:cubicBezTo>
                      <a:cubicBezTo>
                        <a:pt x="326196" y="658699"/>
                        <a:pt x="308606" y="660350"/>
                        <a:pt x="296732" y="671526"/>
                      </a:cubicBezTo>
                      <a:cubicBezTo>
                        <a:pt x="278507" y="688671"/>
                        <a:pt x="277491" y="716547"/>
                        <a:pt x="292350" y="735089"/>
                      </a:cubicBezTo>
                      <a:cubicBezTo>
                        <a:pt x="292795" y="736677"/>
                        <a:pt x="293303" y="738201"/>
                        <a:pt x="294128" y="739598"/>
                      </a:cubicBezTo>
                      <a:cubicBezTo>
                        <a:pt x="296033" y="742709"/>
                        <a:pt x="298700" y="742963"/>
                        <a:pt x="300796" y="745376"/>
                      </a:cubicBezTo>
                      <a:cubicBezTo>
                        <a:pt x="304288" y="745821"/>
                        <a:pt x="303780" y="746710"/>
                        <a:pt x="299335" y="748170"/>
                      </a:cubicBezTo>
                      <a:cubicBezTo>
                        <a:pt x="297621" y="747535"/>
                        <a:pt x="295970" y="746900"/>
                        <a:pt x="294319" y="746265"/>
                      </a:cubicBezTo>
                      <a:cubicBezTo>
                        <a:pt x="291588" y="745059"/>
                        <a:pt x="289112" y="743408"/>
                        <a:pt x="286572" y="741757"/>
                      </a:cubicBezTo>
                      <a:cubicBezTo>
                        <a:pt x="281111" y="738137"/>
                        <a:pt x="276158" y="733629"/>
                        <a:pt x="270760" y="729819"/>
                      </a:cubicBezTo>
                      <a:cubicBezTo>
                        <a:pt x="260219" y="722262"/>
                        <a:pt x="243963" y="719913"/>
                        <a:pt x="237042" y="708483"/>
                      </a:cubicBezTo>
                      <a:cubicBezTo>
                        <a:pt x="232470" y="700990"/>
                        <a:pt x="229168" y="692608"/>
                        <a:pt x="225866" y="684289"/>
                      </a:cubicBezTo>
                      <a:cubicBezTo>
                        <a:pt x="226564" y="683718"/>
                        <a:pt x="226945" y="682702"/>
                        <a:pt x="226310" y="681876"/>
                      </a:cubicBezTo>
                      <a:cubicBezTo>
                        <a:pt x="225231" y="680416"/>
                        <a:pt x="224151" y="678892"/>
                        <a:pt x="223072" y="677495"/>
                      </a:cubicBezTo>
                      <a:cubicBezTo>
                        <a:pt x="221357" y="673367"/>
                        <a:pt x="219579" y="669240"/>
                        <a:pt x="217611" y="665366"/>
                      </a:cubicBezTo>
                      <a:cubicBezTo>
                        <a:pt x="217166" y="664541"/>
                        <a:pt x="215896" y="665112"/>
                        <a:pt x="216150" y="665938"/>
                      </a:cubicBezTo>
                      <a:cubicBezTo>
                        <a:pt x="216531" y="667144"/>
                        <a:pt x="216976" y="668414"/>
                        <a:pt x="217420" y="669621"/>
                      </a:cubicBezTo>
                      <a:cubicBezTo>
                        <a:pt x="203196" y="649555"/>
                        <a:pt x="190369" y="628663"/>
                        <a:pt x="182686" y="605105"/>
                      </a:cubicBezTo>
                      <a:cubicBezTo>
                        <a:pt x="172399" y="573736"/>
                        <a:pt x="175066" y="541033"/>
                        <a:pt x="172526" y="508585"/>
                      </a:cubicBezTo>
                      <a:cubicBezTo>
                        <a:pt x="170811" y="486296"/>
                        <a:pt x="165985" y="463627"/>
                        <a:pt x="153476" y="444767"/>
                      </a:cubicBezTo>
                      <a:cubicBezTo>
                        <a:pt x="147951" y="436385"/>
                        <a:pt x="140903" y="428956"/>
                        <a:pt x="132457" y="423558"/>
                      </a:cubicBezTo>
                      <a:cubicBezTo>
                        <a:pt x="122043" y="416827"/>
                        <a:pt x="109915" y="414795"/>
                        <a:pt x="98548" y="410350"/>
                      </a:cubicBezTo>
                      <a:cubicBezTo>
                        <a:pt x="71815" y="399873"/>
                        <a:pt x="68957" y="372885"/>
                        <a:pt x="62417" y="348438"/>
                      </a:cubicBezTo>
                      <a:cubicBezTo>
                        <a:pt x="60067" y="339548"/>
                        <a:pt x="57146" y="330594"/>
                        <a:pt x="52130" y="322784"/>
                      </a:cubicBezTo>
                      <a:cubicBezTo>
                        <a:pt x="46097" y="313322"/>
                        <a:pt x="37271" y="306909"/>
                        <a:pt x="28444" y="300305"/>
                      </a:cubicBezTo>
                      <a:cubicBezTo>
                        <a:pt x="14982" y="290272"/>
                        <a:pt x="-1845" y="276111"/>
                        <a:pt x="4759" y="257061"/>
                      </a:cubicBezTo>
                      <a:cubicBezTo>
                        <a:pt x="7870" y="248044"/>
                        <a:pt x="16824" y="239154"/>
                        <a:pt x="14919" y="228931"/>
                      </a:cubicBezTo>
                      <a:cubicBezTo>
                        <a:pt x="14030" y="223914"/>
                        <a:pt x="10728" y="221882"/>
                        <a:pt x="7426" y="218390"/>
                      </a:cubicBezTo>
                      <a:cubicBezTo>
                        <a:pt x="1457" y="212103"/>
                        <a:pt x="-1274" y="206325"/>
                        <a:pt x="568" y="197308"/>
                      </a:cubicBezTo>
                      <a:cubicBezTo>
                        <a:pt x="3616" y="182131"/>
                        <a:pt x="17713" y="171971"/>
                        <a:pt x="25841" y="159462"/>
                      </a:cubicBezTo>
                      <a:cubicBezTo>
                        <a:pt x="33524" y="147778"/>
                        <a:pt x="38477" y="134379"/>
                        <a:pt x="40382" y="120600"/>
                      </a:cubicBezTo>
                      <a:cubicBezTo>
                        <a:pt x="42160" y="107519"/>
                        <a:pt x="38604" y="93231"/>
                        <a:pt x="42287" y="80595"/>
                      </a:cubicBezTo>
                      <a:cubicBezTo>
                        <a:pt x="44954" y="71578"/>
                        <a:pt x="53463" y="67895"/>
                        <a:pt x="60194" y="62116"/>
                      </a:cubicBezTo>
                      <a:cubicBezTo>
                        <a:pt x="60702" y="62561"/>
                        <a:pt x="61528" y="62624"/>
                        <a:pt x="61845" y="61926"/>
                      </a:cubicBezTo>
                      <a:cubicBezTo>
                        <a:pt x="62226" y="61037"/>
                        <a:pt x="62671" y="60211"/>
                        <a:pt x="63052" y="59322"/>
                      </a:cubicBezTo>
                      <a:cubicBezTo>
                        <a:pt x="64195" y="58052"/>
                        <a:pt x="65274" y="56719"/>
                        <a:pt x="66100" y="55195"/>
                      </a:cubicBezTo>
                      <a:cubicBezTo>
                        <a:pt x="67497" y="52718"/>
                        <a:pt x="68640" y="49924"/>
                        <a:pt x="69719" y="47003"/>
                      </a:cubicBezTo>
                      <a:cubicBezTo>
                        <a:pt x="76260" y="36399"/>
                        <a:pt x="84388" y="26810"/>
                        <a:pt x="94040" y="18873"/>
                      </a:cubicBezTo>
                      <a:cubicBezTo>
                        <a:pt x="101152" y="13031"/>
                        <a:pt x="108962" y="7951"/>
                        <a:pt x="117344" y="4014"/>
                      </a:cubicBezTo>
                      <a:cubicBezTo>
                        <a:pt x="123885" y="902"/>
                        <a:pt x="134489" y="-3289"/>
                        <a:pt x="139188" y="4204"/>
                      </a:cubicBezTo>
                      <a:cubicBezTo>
                        <a:pt x="142173" y="8840"/>
                        <a:pt x="141157" y="15634"/>
                        <a:pt x="140268" y="20778"/>
                      </a:cubicBezTo>
                      <a:cubicBezTo>
                        <a:pt x="140077" y="21984"/>
                        <a:pt x="140712" y="23127"/>
                        <a:pt x="142109" y="23127"/>
                      </a:cubicBezTo>
                      <a:cubicBezTo>
                        <a:pt x="163826" y="23445"/>
                        <a:pt x="185480" y="24207"/>
                        <a:pt x="207133" y="25731"/>
                      </a:cubicBezTo>
                      <a:cubicBezTo>
                        <a:pt x="218436" y="26493"/>
                        <a:pt x="231136" y="26302"/>
                        <a:pt x="242122" y="29287"/>
                      </a:cubicBezTo>
                      <a:cubicBezTo>
                        <a:pt x="253107" y="32271"/>
                        <a:pt x="258949" y="40209"/>
                        <a:pt x="263902" y="49861"/>
                      </a:cubicBezTo>
                      <a:cubicBezTo>
                        <a:pt x="271078" y="63894"/>
                        <a:pt x="277174" y="76721"/>
                        <a:pt x="289620" y="87008"/>
                      </a:cubicBezTo>
                      <a:cubicBezTo>
                        <a:pt x="301050" y="96406"/>
                        <a:pt x="315020" y="102566"/>
                        <a:pt x="329625" y="104471"/>
                      </a:cubicBezTo>
                      <a:cubicBezTo>
                        <a:pt x="337435" y="105487"/>
                        <a:pt x="344674" y="104407"/>
                        <a:pt x="352485" y="104090"/>
                      </a:cubicBezTo>
                      <a:cubicBezTo>
                        <a:pt x="366455" y="103518"/>
                        <a:pt x="373694" y="111773"/>
                        <a:pt x="382266" y="121425"/>
                      </a:cubicBezTo>
                      <a:cubicBezTo>
                        <a:pt x="395982" y="136856"/>
                        <a:pt x="410143" y="155779"/>
                        <a:pt x="405444" y="177750"/>
                      </a:cubicBezTo>
                      <a:cubicBezTo>
                        <a:pt x="402967" y="189116"/>
                        <a:pt x="396300" y="193752"/>
                        <a:pt x="387791" y="200610"/>
                      </a:cubicBezTo>
                      <a:cubicBezTo>
                        <a:pt x="384489" y="203277"/>
                        <a:pt x="381123" y="206388"/>
                        <a:pt x="382266" y="211087"/>
                      </a:cubicBezTo>
                      <a:cubicBezTo>
                        <a:pt x="384171" y="219215"/>
                        <a:pt x="397633" y="222200"/>
                        <a:pt x="407603" y="223470"/>
                      </a:cubicBezTo>
                      <a:cubicBezTo>
                        <a:pt x="413064" y="227343"/>
                        <a:pt x="420176" y="225756"/>
                        <a:pt x="425573" y="221438"/>
                      </a:cubicBezTo>
                      <a:cubicBezTo>
                        <a:pt x="431098" y="216929"/>
                        <a:pt x="434400" y="210008"/>
                        <a:pt x="440559" y="206198"/>
                      </a:cubicBezTo>
                      <a:cubicBezTo>
                        <a:pt x="446719" y="202324"/>
                        <a:pt x="454466" y="201562"/>
                        <a:pt x="461514" y="203023"/>
                      </a:cubicBezTo>
                      <a:cubicBezTo>
                        <a:pt x="467674" y="204356"/>
                        <a:pt x="473579" y="207468"/>
                        <a:pt x="477834" y="212103"/>
                      </a:cubicBezTo>
                      <a:cubicBezTo>
                        <a:pt x="482977" y="217755"/>
                        <a:pt x="482469" y="223914"/>
                        <a:pt x="485581" y="230391"/>
                      </a:cubicBezTo>
                      <a:cubicBezTo>
                        <a:pt x="490978" y="241631"/>
                        <a:pt x="504948" y="236043"/>
                        <a:pt x="514473" y="235090"/>
                      </a:cubicBezTo>
                      <a:cubicBezTo>
                        <a:pt x="533269" y="233122"/>
                        <a:pt x="553970" y="232868"/>
                        <a:pt x="572322" y="237694"/>
                      </a:cubicBezTo>
                      <a:cubicBezTo>
                        <a:pt x="589848" y="242266"/>
                        <a:pt x="600960" y="255855"/>
                        <a:pt x="604135" y="273381"/>
                      </a:cubicBezTo>
                      <a:cubicBezTo>
                        <a:pt x="610231" y="307544"/>
                        <a:pt x="584958" y="333960"/>
                        <a:pt x="566289" y="359106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550" name="Google Shape;550;p23"/>
              <p:cNvGrpSpPr/>
              <p:nvPr/>
            </p:nvGrpSpPr>
            <p:grpSpPr>
              <a:xfrm>
                <a:off x="2261915" y="3443270"/>
                <a:ext cx="571563" cy="362521"/>
                <a:chOff x="5160390" y="2873120"/>
                <a:chExt cx="571563" cy="362521"/>
              </a:xfrm>
            </p:grpSpPr>
            <p:sp>
              <p:nvSpPr>
                <p:cNvPr id="551" name="Google Shape;551;p23"/>
                <p:cNvSpPr/>
                <p:nvPr/>
              </p:nvSpPr>
              <p:spPr>
                <a:xfrm>
                  <a:off x="5520309" y="2873120"/>
                  <a:ext cx="71437" cy="140271"/>
                </a:xfrm>
                <a:custGeom>
                  <a:rect b="b" l="l" r="r" t="t"/>
                  <a:pathLst>
                    <a:path extrusionOk="0" h="140271" w="71437">
                      <a:moveTo>
                        <a:pt x="63500" y="132334"/>
                      </a:moveTo>
                      <a:lnTo>
                        <a:pt x="71438" y="0"/>
                      </a:lnTo>
                      <a:lnTo>
                        <a:pt x="10604" y="0"/>
                      </a:lnTo>
                      <a:lnTo>
                        <a:pt x="0" y="14027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52" name="Google Shape;552;p23"/>
                <p:cNvSpPr/>
                <p:nvPr/>
              </p:nvSpPr>
              <p:spPr>
                <a:xfrm>
                  <a:off x="5393309" y="2873120"/>
                  <a:ext cx="71437" cy="140271"/>
                </a:xfrm>
                <a:custGeom>
                  <a:rect b="b" l="l" r="r" t="t"/>
                  <a:pathLst>
                    <a:path extrusionOk="0" h="140271" w="71437">
                      <a:moveTo>
                        <a:pt x="63500" y="132334"/>
                      </a:moveTo>
                      <a:lnTo>
                        <a:pt x="71438" y="0"/>
                      </a:lnTo>
                      <a:lnTo>
                        <a:pt x="10604" y="0"/>
                      </a:lnTo>
                      <a:lnTo>
                        <a:pt x="0" y="14027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53" name="Google Shape;553;p23"/>
                <p:cNvSpPr/>
                <p:nvPr/>
              </p:nvSpPr>
              <p:spPr>
                <a:xfrm>
                  <a:off x="5305996" y="2978975"/>
                  <a:ext cx="357187" cy="156082"/>
                </a:xfrm>
                <a:custGeom>
                  <a:rect b="b" l="l" r="r" t="t"/>
                  <a:pathLst>
                    <a:path extrusionOk="0" h="156082" w="357187">
                      <a:moveTo>
                        <a:pt x="357188" y="156083"/>
                      </a:moveTo>
                      <a:lnTo>
                        <a:pt x="357188" y="0"/>
                      </a:lnTo>
                      <a:lnTo>
                        <a:pt x="0" y="0"/>
                      </a:lnTo>
                      <a:lnTo>
                        <a:pt x="0" y="150813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54" name="Google Shape;554;p23"/>
                <p:cNvSpPr/>
                <p:nvPr/>
              </p:nvSpPr>
              <p:spPr>
                <a:xfrm>
                  <a:off x="5160390" y="3063684"/>
                  <a:ext cx="571563" cy="171957"/>
                </a:xfrm>
                <a:custGeom>
                  <a:rect b="b" l="l" r="r" t="t"/>
                  <a:pathLst>
                    <a:path extrusionOk="0" h="171957" w="571563">
                      <a:moveTo>
                        <a:pt x="571564" y="29083"/>
                      </a:moveTo>
                      <a:lnTo>
                        <a:pt x="545084" y="169291"/>
                      </a:lnTo>
                      <a:lnTo>
                        <a:pt x="82042" y="171958"/>
                      </a:lnTo>
                      <a:lnTo>
                        <a:pt x="0" y="0"/>
                      </a:lnTo>
                      <a:lnTo>
                        <a:pt x="171958" y="0"/>
                      </a:lnTo>
                      <a:cubicBezTo>
                        <a:pt x="171958" y="0"/>
                        <a:pt x="216916" y="15875"/>
                        <a:pt x="216916" y="31750"/>
                      </a:cubicBezTo>
                      <a:lnTo>
                        <a:pt x="571564" y="29083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55" name="Google Shape;555;p23"/>
                <p:cNvSpPr/>
                <p:nvPr/>
              </p:nvSpPr>
              <p:spPr>
                <a:xfrm>
                  <a:off x="5604954" y="3017329"/>
                  <a:ext cx="37084" cy="37083"/>
                </a:xfrm>
                <a:custGeom>
                  <a:rect b="b" l="l" r="r" t="t"/>
                  <a:pathLst>
                    <a:path extrusionOk="0" h="37083" w="37084">
                      <a:moveTo>
                        <a:pt x="37084" y="18542"/>
                      </a:moveTo>
                      <a:cubicBezTo>
                        <a:pt x="37084" y="28765"/>
                        <a:pt x="28766" y="37084"/>
                        <a:pt x="18542" y="37084"/>
                      </a:cubicBezTo>
                      <a:cubicBezTo>
                        <a:pt x="8318" y="37084"/>
                        <a:pt x="0" y="28765"/>
                        <a:pt x="0" y="18542"/>
                      </a:cubicBezTo>
                      <a:cubicBezTo>
                        <a:pt x="0" y="8318"/>
                        <a:pt x="8318" y="0"/>
                        <a:pt x="18542" y="0"/>
                      </a:cubicBezTo>
                      <a:cubicBezTo>
                        <a:pt x="28766" y="0"/>
                        <a:pt x="37084" y="8318"/>
                        <a:pt x="37084" y="1854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56" name="Google Shape;556;p23"/>
                <p:cNvSpPr/>
                <p:nvPr/>
              </p:nvSpPr>
              <p:spPr>
                <a:xfrm>
                  <a:off x="5343016" y="3017329"/>
                  <a:ext cx="37084" cy="37083"/>
                </a:xfrm>
                <a:custGeom>
                  <a:rect b="b" l="l" r="r" t="t"/>
                  <a:pathLst>
                    <a:path extrusionOk="0" h="37083" w="37084">
                      <a:moveTo>
                        <a:pt x="37084" y="18542"/>
                      </a:moveTo>
                      <a:cubicBezTo>
                        <a:pt x="37084" y="28765"/>
                        <a:pt x="28766" y="37084"/>
                        <a:pt x="18542" y="37084"/>
                      </a:cubicBezTo>
                      <a:cubicBezTo>
                        <a:pt x="8318" y="37084"/>
                        <a:pt x="0" y="28765"/>
                        <a:pt x="0" y="18542"/>
                      </a:cubicBezTo>
                      <a:cubicBezTo>
                        <a:pt x="0" y="8318"/>
                        <a:pt x="8318" y="0"/>
                        <a:pt x="18542" y="0"/>
                      </a:cubicBezTo>
                      <a:cubicBezTo>
                        <a:pt x="28766" y="0"/>
                        <a:pt x="37084" y="8318"/>
                        <a:pt x="37084" y="1854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57" name="Google Shape;557;p23"/>
                <p:cNvSpPr/>
                <p:nvPr/>
              </p:nvSpPr>
              <p:spPr>
                <a:xfrm>
                  <a:off x="5430329" y="3017329"/>
                  <a:ext cx="37084" cy="37083"/>
                </a:xfrm>
                <a:custGeom>
                  <a:rect b="b" l="l" r="r" t="t"/>
                  <a:pathLst>
                    <a:path extrusionOk="0" h="37083" w="37084">
                      <a:moveTo>
                        <a:pt x="37084" y="18542"/>
                      </a:moveTo>
                      <a:cubicBezTo>
                        <a:pt x="37084" y="28765"/>
                        <a:pt x="28766" y="37084"/>
                        <a:pt x="18542" y="37084"/>
                      </a:cubicBezTo>
                      <a:cubicBezTo>
                        <a:pt x="8318" y="37084"/>
                        <a:pt x="0" y="28765"/>
                        <a:pt x="0" y="18542"/>
                      </a:cubicBezTo>
                      <a:cubicBezTo>
                        <a:pt x="0" y="8318"/>
                        <a:pt x="8318" y="0"/>
                        <a:pt x="18542" y="0"/>
                      </a:cubicBezTo>
                      <a:cubicBezTo>
                        <a:pt x="28766" y="0"/>
                        <a:pt x="37084" y="8318"/>
                        <a:pt x="37084" y="1854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58" name="Google Shape;558;p23"/>
                <p:cNvSpPr/>
                <p:nvPr/>
              </p:nvSpPr>
              <p:spPr>
                <a:xfrm>
                  <a:off x="5517641" y="3017329"/>
                  <a:ext cx="37084" cy="37083"/>
                </a:xfrm>
                <a:custGeom>
                  <a:rect b="b" l="l" r="r" t="t"/>
                  <a:pathLst>
                    <a:path extrusionOk="0" h="37083" w="37084">
                      <a:moveTo>
                        <a:pt x="37084" y="18542"/>
                      </a:moveTo>
                      <a:cubicBezTo>
                        <a:pt x="37084" y="28765"/>
                        <a:pt x="28766" y="37084"/>
                        <a:pt x="18542" y="37084"/>
                      </a:cubicBezTo>
                      <a:cubicBezTo>
                        <a:pt x="8318" y="37084"/>
                        <a:pt x="0" y="28765"/>
                        <a:pt x="0" y="18542"/>
                      </a:cubicBezTo>
                      <a:cubicBezTo>
                        <a:pt x="0" y="8318"/>
                        <a:pt x="8318" y="0"/>
                        <a:pt x="18542" y="0"/>
                      </a:cubicBezTo>
                      <a:cubicBezTo>
                        <a:pt x="28766" y="0"/>
                        <a:pt x="37084" y="8318"/>
                        <a:pt x="37084" y="1854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559" name="Google Shape;559;p23"/>
              <p:cNvGrpSpPr/>
              <p:nvPr/>
            </p:nvGrpSpPr>
            <p:grpSpPr>
              <a:xfrm>
                <a:off x="1217987" y="3301764"/>
                <a:ext cx="1135847" cy="299539"/>
                <a:chOff x="3970718" y="1375536"/>
                <a:chExt cx="368172" cy="97092"/>
              </a:xfrm>
            </p:grpSpPr>
            <p:sp>
              <p:nvSpPr>
                <p:cNvPr id="560" name="Google Shape;560;p23"/>
                <p:cNvSpPr/>
                <p:nvPr/>
              </p:nvSpPr>
              <p:spPr>
                <a:xfrm>
                  <a:off x="3970718" y="1379156"/>
                  <a:ext cx="18351" cy="4952"/>
                </a:xfrm>
                <a:custGeom>
                  <a:rect b="b" l="l" r="r" t="t"/>
                  <a:pathLst>
                    <a:path extrusionOk="0" h="4952" w="18351">
                      <a:moveTo>
                        <a:pt x="0" y="4953"/>
                      </a:moveTo>
                      <a:cubicBezTo>
                        <a:pt x="0" y="4953"/>
                        <a:pt x="7176" y="2349"/>
                        <a:pt x="18352" y="0"/>
                      </a:cubicBezTo>
                    </a:path>
                  </a:pathLst>
                </a:custGeom>
                <a:noFill/>
                <a:ln cap="rnd" cmpd="sng" w="12700">
                  <a:solidFill>
                    <a:schemeClr val="accent5"/>
                  </a:solidFill>
                  <a:prstDash val="dash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61" name="Google Shape;561;p23"/>
                <p:cNvSpPr/>
                <p:nvPr/>
              </p:nvSpPr>
              <p:spPr>
                <a:xfrm>
                  <a:off x="4029075" y="1375536"/>
                  <a:ext cx="280479" cy="71374"/>
                </a:xfrm>
                <a:custGeom>
                  <a:rect b="b" l="l" r="r" t="t"/>
                  <a:pathLst>
                    <a:path extrusionOk="0" h="71374" w="280479">
                      <a:moveTo>
                        <a:pt x="0" y="0"/>
                      </a:moveTo>
                      <a:cubicBezTo>
                        <a:pt x="17590" y="762"/>
                        <a:pt x="36385" y="5017"/>
                        <a:pt x="52260" y="16701"/>
                      </a:cubicBezTo>
                      <a:cubicBezTo>
                        <a:pt x="93091" y="46736"/>
                        <a:pt x="97917" y="66294"/>
                        <a:pt x="152908" y="67945"/>
                      </a:cubicBezTo>
                      <a:cubicBezTo>
                        <a:pt x="197422" y="69279"/>
                        <a:pt x="239014" y="47181"/>
                        <a:pt x="280479" y="71374"/>
                      </a:cubicBezTo>
                    </a:path>
                  </a:pathLst>
                </a:custGeom>
                <a:noFill/>
                <a:ln cap="rnd" cmpd="sng" w="12700">
                  <a:solidFill>
                    <a:schemeClr val="accent5"/>
                  </a:solidFill>
                  <a:prstDash val="dash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62" name="Google Shape;562;p23"/>
                <p:cNvSpPr/>
                <p:nvPr/>
              </p:nvSpPr>
              <p:spPr>
                <a:xfrm>
                  <a:off x="4325746" y="1458849"/>
                  <a:ext cx="13144" cy="13779"/>
                </a:xfrm>
                <a:custGeom>
                  <a:rect b="b" l="l" r="r" t="t"/>
                  <a:pathLst>
                    <a:path extrusionOk="0" h="13779" w="13144">
                      <a:moveTo>
                        <a:pt x="0" y="0"/>
                      </a:moveTo>
                      <a:cubicBezTo>
                        <a:pt x="4382" y="3937"/>
                        <a:pt x="8763" y="8509"/>
                        <a:pt x="13145" y="13779"/>
                      </a:cubicBezTo>
                    </a:path>
                  </a:pathLst>
                </a:custGeom>
                <a:noFill/>
                <a:ln cap="rnd" cmpd="sng" w="12700">
                  <a:solidFill>
                    <a:schemeClr val="accent5"/>
                  </a:solidFill>
                  <a:prstDash val="dash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563" name="Google Shape;563;p23"/>
              <p:cNvSpPr/>
              <p:nvPr/>
            </p:nvSpPr>
            <p:spPr>
              <a:xfrm rot="1649117">
                <a:off x="-405116" y="3383974"/>
                <a:ext cx="733007" cy="1541498"/>
              </a:xfrm>
              <a:custGeom>
                <a:rect b="b" l="l" r="r" t="t"/>
                <a:pathLst>
                  <a:path extrusionOk="0" h="243997" w="104252">
                    <a:moveTo>
                      <a:pt x="0" y="117759"/>
                    </a:moveTo>
                    <a:cubicBezTo>
                      <a:pt x="0" y="117759"/>
                      <a:pt x="106870" y="97122"/>
                      <a:pt x="104203" y="35019"/>
                    </a:cubicBezTo>
                    <a:cubicBezTo>
                      <a:pt x="101600" y="-24417"/>
                      <a:pt x="35877" y="-795"/>
                      <a:pt x="62547" y="50830"/>
                    </a:cubicBezTo>
                    <a:cubicBezTo>
                      <a:pt x="95567" y="114775"/>
                      <a:pt x="109664" y="218978"/>
                      <a:pt x="46291" y="243997"/>
                    </a:cubicBezTo>
                  </a:path>
                </a:pathLst>
              </a:custGeom>
              <a:noFill/>
              <a:ln cap="rnd" cmpd="sng" w="12700">
                <a:solidFill>
                  <a:schemeClr val="accent5"/>
                </a:solidFill>
                <a:prstDash val="dash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4" name="Google Shape;564;p23"/>
              <p:cNvSpPr/>
              <p:nvPr/>
            </p:nvSpPr>
            <p:spPr>
              <a:xfrm flipH="1" rot="7899969">
                <a:off x="996877" y="2281735"/>
                <a:ext cx="1822676" cy="225934"/>
              </a:xfrm>
              <a:custGeom>
                <a:rect b="b" l="l" r="r" t="t"/>
                <a:pathLst>
                  <a:path extrusionOk="0" h="77422" w="624585">
                    <a:moveTo>
                      <a:pt x="0" y="69331"/>
                    </a:moveTo>
                    <a:cubicBezTo>
                      <a:pt x="32957" y="25326"/>
                      <a:pt x="89090" y="3228"/>
                      <a:pt x="144018" y="370"/>
                    </a:cubicBezTo>
                    <a:cubicBezTo>
                      <a:pt x="198945" y="-2487"/>
                      <a:pt x="253238" y="11610"/>
                      <a:pt x="305626" y="28310"/>
                    </a:cubicBezTo>
                    <a:cubicBezTo>
                      <a:pt x="358013" y="45011"/>
                      <a:pt x="409829" y="64569"/>
                      <a:pt x="464121" y="73205"/>
                    </a:cubicBezTo>
                    <a:cubicBezTo>
                      <a:pt x="518414" y="81777"/>
                      <a:pt x="576580" y="78539"/>
                      <a:pt x="624586" y="51742"/>
                    </a:cubicBezTo>
                  </a:path>
                </a:pathLst>
              </a:custGeom>
              <a:noFill/>
              <a:ln cap="rnd" cmpd="sng" w="12700">
                <a:solidFill>
                  <a:schemeClr val="accent5"/>
                </a:solidFill>
                <a:prstDash val="dash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5" name="Google Shape;565;p23"/>
              <p:cNvSpPr/>
              <p:nvPr/>
            </p:nvSpPr>
            <p:spPr>
              <a:xfrm rot="-2137942">
                <a:off x="-1079771" y="598174"/>
                <a:ext cx="4416208" cy="1985389"/>
              </a:xfrm>
              <a:custGeom>
                <a:rect b="b" l="l" r="r" t="t"/>
                <a:pathLst>
                  <a:path extrusionOk="0" h="254919" w="597979">
                    <a:moveTo>
                      <a:pt x="0" y="254762"/>
                    </a:moveTo>
                    <a:cubicBezTo>
                      <a:pt x="29654" y="256731"/>
                      <a:pt x="57658" y="239967"/>
                      <a:pt x="78549" y="218821"/>
                    </a:cubicBezTo>
                    <a:cubicBezTo>
                      <a:pt x="99378" y="197676"/>
                      <a:pt x="115062" y="172021"/>
                      <a:pt x="134429" y="149416"/>
                    </a:cubicBezTo>
                    <a:cubicBezTo>
                      <a:pt x="153797" y="126873"/>
                      <a:pt x="178498" y="106680"/>
                      <a:pt x="207899" y="102489"/>
                    </a:cubicBezTo>
                    <a:cubicBezTo>
                      <a:pt x="229870" y="99378"/>
                      <a:pt x="253936" y="106490"/>
                      <a:pt x="267970" y="123635"/>
                    </a:cubicBezTo>
                    <a:cubicBezTo>
                      <a:pt x="282004" y="140779"/>
                      <a:pt x="283464" y="168212"/>
                      <a:pt x="268669" y="184785"/>
                    </a:cubicBezTo>
                    <a:cubicBezTo>
                      <a:pt x="258635" y="196024"/>
                      <a:pt x="237617" y="199390"/>
                      <a:pt x="229870" y="186436"/>
                    </a:cubicBezTo>
                    <a:cubicBezTo>
                      <a:pt x="223457" y="175641"/>
                      <a:pt x="231267" y="160909"/>
                      <a:pt x="242507" y="155257"/>
                    </a:cubicBezTo>
                    <a:cubicBezTo>
                      <a:pt x="253746" y="149606"/>
                      <a:pt x="266954" y="150304"/>
                      <a:pt x="279591" y="150559"/>
                    </a:cubicBezTo>
                    <a:cubicBezTo>
                      <a:pt x="401193" y="152845"/>
                      <a:pt x="522605" y="95504"/>
                      <a:pt x="597979" y="0"/>
                    </a:cubicBezTo>
                  </a:path>
                </a:pathLst>
              </a:custGeom>
              <a:noFill/>
              <a:ln cap="rnd" cmpd="sng" w="12700">
                <a:solidFill>
                  <a:schemeClr val="accent5"/>
                </a:solidFill>
                <a:prstDash val="dash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566" name="Google Shape;566;p23"/>
              <p:cNvGrpSpPr/>
              <p:nvPr/>
            </p:nvGrpSpPr>
            <p:grpSpPr>
              <a:xfrm>
                <a:off x="1778367" y="717779"/>
                <a:ext cx="1055113" cy="1475919"/>
                <a:chOff x="-1891361" y="-1128192"/>
                <a:chExt cx="1290816" cy="1805406"/>
              </a:xfrm>
            </p:grpSpPr>
            <p:grpSp>
              <p:nvGrpSpPr>
                <p:cNvPr id="567" name="Google Shape;567;p23"/>
                <p:cNvGrpSpPr/>
                <p:nvPr/>
              </p:nvGrpSpPr>
              <p:grpSpPr>
                <a:xfrm>
                  <a:off x="-1891361" y="-1128192"/>
                  <a:ext cx="1290816" cy="1805406"/>
                  <a:chOff x="-1891361" y="-1128192"/>
                  <a:chExt cx="1290816" cy="1805406"/>
                </a:xfrm>
              </p:grpSpPr>
              <p:sp>
                <p:nvSpPr>
                  <p:cNvPr id="568" name="Google Shape;568;p23"/>
                  <p:cNvSpPr/>
                  <p:nvPr/>
                </p:nvSpPr>
                <p:spPr>
                  <a:xfrm>
                    <a:off x="-1693575" y="-55375"/>
                    <a:ext cx="893523" cy="433590"/>
                  </a:xfrm>
                  <a:custGeom>
                    <a:rect b="b" l="l" r="r" t="t"/>
                    <a:pathLst>
                      <a:path extrusionOk="0" h="1469798" w="3469994">
                        <a:moveTo>
                          <a:pt x="2218218" y="955478"/>
                        </a:moveTo>
                        <a:lnTo>
                          <a:pt x="2279936" y="955478"/>
                        </a:lnTo>
                        <a:lnTo>
                          <a:pt x="2279936" y="1469798"/>
                        </a:lnTo>
                        <a:lnTo>
                          <a:pt x="2218218" y="1469798"/>
                        </a:lnTo>
                        <a:close/>
                        <a:moveTo>
                          <a:pt x="1189577" y="955478"/>
                        </a:moveTo>
                        <a:lnTo>
                          <a:pt x="1251295" y="955478"/>
                        </a:lnTo>
                        <a:lnTo>
                          <a:pt x="1251295" y="1469798"/>
                        </a:lnTo>
                        <a:lnTo>
                          <a:pt x="1189577" y="1469798"/>
                        </a:lnTo>
                        <a:close/>
                        <a:moveTo>
                          <a:pt x="51287" y="2372"/>
                        </a:moveTo>
                        <a:lnTo>
                          <a:pt x="989061" y="1403218"/>
                        </a:lnTo>
                        <a:lnTo>
                          <a:pt x="937774" y="1437551"/>
                        </a:lnTo>
                        <a:lnTo>
                          <a:pt x="0" y="36705"/>
                        </a:lnTo>
                        <a:close/>
                        <a:moveTo>
                          <a:pt x="3418707" y="0"/>
                        </a:moveTo>
                        <a:lnTo>
                          <a:pt x="3469994" y="34333"/>
                        </a:lnTo>
                        <a:lnTo>
                          <a:pt x="2532221" y="1435177"/>
                        </a:lnTo>
                        <a:lnTo>
                          <a:pt x="2480934" y="1400844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69" name="Google Shape;569;p23"/>
                  <p:cNvSpPr/>
                  <p:nvPr/>
                </p:nvSpPr>
                <p:spPr>
                  <a:xfrm>
                    <a:off x="-1891361" y="-1128192"/>
                    <a:ext cx="1290816" cy="1365868"/>
                  </a:xfrm>
                  <a:custGeom>
                    <a:rect b="b" l="l" r="r" t="t"/>
                    <a:pathLst>
                      <a:path extrusionOk="0" h="1579038" w="1492273">
                        <a:moveTo>
                          <a:pt x="1273730" y="218551"/>
                        </a:moveTo>
                        <a:cubicBezTo>
                          <a:pt x="982329" y="-72850"/>
                          <a:pt x="509953" y="-72850"/>
                          <a:pt x="218551" y="218551"/>
                        </a:cubicBezTo>
                        <a:cubicBezTo>
                          <a:pt x="-72850" y="509952"/>
                          <a:pt x="-72850" y="982329"/>
                          <a:pt x="218551" y="1273731"/>
                        </a:cubicBezTo>
                        <a:lnTo>
                          <a:pt x="523859" y="1579039"/>
                        </a:lnTo>
                        <a:lnTo>
                          <a:pt x="968359" y="1579039"/>
                        </a:lnTo>
                        <a:lnTo>
                          <a:pt x="1273667" y="1273731"/>
                        </a:lnTo>
                        <a:cubicBezTo>
                          <a:pt x="1565132" y="982393"/>
                          <a:pt x="1565132" y="509952"/>
                          <a:pt x="1273730" y="218551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70" name="Google Shape;570;p23"/>
                  <p:cNvSpPr/>
                  <p:nvPr/>
                </p:nvSpPr>
                <p:spPr>
                  <a:xfrm>
                    <a:off x="-1671618" y="-1128192"/>
                    <a:ext cx="851368" cy="1365868"/>
                  </a:xfrm>
                  <a:custGeom>
                    <a:rect b="b" l="l" r="r" t="t"/>
                    <a:pathLst>
                      <a:path extrusionOk="0" h="1579038" w="984241">
                        <a:moveTo>
                          <a:pt x="840121" y="218551"/>
                        </a:moveTo>
                        <a:cubicBezTo>
                          <a:pt x="647907" y="-72850"/>
                          <a:pt x="336312" y="-72850"/>
                          <a:pt x="144161" y="218551"/>
                        </a:cubicBezTo>
                        <a:cubicBezTo>
                          <a:pt x="-48054" y="509952"/>
                          <a:pt x="-48054" y="982329"/>
                          <a:pt x="144161" y="1273731"/>
                        </a:cubicBezTo>
                        <a:lnTo>
                          <a:pt x="345583" y="1579039"/>
                        </a:lnTo>
                        <a:lnTo>
                          <a:pt x="638762" y="1579039"/>
                        </a:lnTo>
                        <a:lnTo>
                          <a:pt x="840184" y="1273731"/>
                        </a:lnTo>
                        <a:cubicBezTo>
                          <a:pt x="1032272" y="982393"/>
                          <a:pt x="1032272" y="509952"/>
                          <a:pt x="840121" y="218551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71" name="Google Shape;571;p23"/>
                  <p:cNvSpPr/>
                  <p:nvPr/>
                </p:nvSpPr>
                <p:spPr>
                  <a:xfrm>
                    <a:off x="-1451887" y="-1128192"/>
                    <a:ext cx="411949" cy="1365868"/>
                  </a:xfrm>
                  <a:custGeom>
                    <a:rect b="b" l="l" r="r" t="t"/>
                    <a:pathLst>
                      <a:path extrusionOk="0" h="1579038" w="476242">
                        <a:moveTo>
                          <a:pt x="406464" y="218551"/>
                        </a:moveTo>
                        <a:cubicBezTo>
                          <a:pt x="313500" y="-72850"/>
                          <a:pt x="162687" y="-72850"/>
                          <a:pt x="69723" y="218551"/>
                        </a:cubicBezTo>
                        <a:cubicBezTo>
                          <a:pt x="-23241" y="509952"/>
                          <a:pt x="-23241" y="982329"/>
                          <a:pt x="69723" y="1273731"/>
                        </a:cubicBezTo>
                        <a:lnTo>
                          <a:pt x="167195" y="1579039"/>
                        </a:lnTo>
                        <a:lnTo>
                          <a:pt x="309055" y="1579039"/>
                        </a:lnTo>
                        <a:lnTo>
                          <a:pt x="406527" y="1273731"/>
                        </a:lnTo>
                        <a:cubicBezTo>
                          <a:pt x="499491" y="982393"/>
                          <a:pt x="499491" y="509952"/>
                          <a:pt x="406464" y="218551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72" name="Google Shape;572;p23"/>
                  <p:cNvSpPr/>
                  <p:nvPr/>
                </p:nvSpPr>
                <p:spPr>
                  <a:xfrm>
                    <a:off x="-1451865" y="347649"/>
                    <a:ext cx="411956" cy="329565"/>
                  </a:xfrm>
                  <a:custGeom>
                    <a:rect b="b" l="l" r="r" t="t"/>
                    <a:pathLst>
                      <a:path extrusionOk="0" h="381000" w="476250">
                        <a:moveTo>
                          <a:pt x="114300" y="381000"/>
                        </a:moveTo>
                        <a:lnTo>
                          <a:pt x="361950" y="381000"/>
                        </a:lnTo>
                        <a:cubicBezTo>
                          <a:pt x="425069" y="381000"/>
                          <a:pt x="476250" y="329819"/>
                          <a:pt x="476250" y="266700"/>
                        </a:cubicBezTo>
                        <a:lnTo>
                          <a:pt x="476250" y="0"/>
                        </a:lnTo>
                        <a:lnTo>
                          <a:pt x="0" y="0"/>
                        </a:lnTo>
                        <a:lnTo>
                          <a:pt x="0" y="266700"/>
                        </a:lnTo>
                        <a:cubicBezTo>
                          <a:pt x="0" y="329819"/>
                          <a:pt x="51118" y="381000"/>
                          <a:pt x="114300" y="38100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573" name="Google Shape;573;p23"/>
                  <p:cNvGrpSpPr/>
                  <p:nvPr/>
                </p:nvGrpSpPr>
                <p:grpSpPr>
                  <a:xfrm>
                    <a:off x="-1460307" y="347488"/>
                    <a:ext cx="428435" cy="76899"/>
                    <a:chOff x="6791388" y="5563615"/>
                    <a:chExt cx="495300" cy="88900"/>
                  </a:xfrm>
                </p:grpSpPr>
                <p:sp>
                  <p:nvSpPr>
                    <p:cNvPr id="574" name="Google Shape;574;p23"/>
                    <p:cNvSpPr/>
                    <p:nvPr/>
                  </p:nvSpPr>
                  <p:spPr>
                    <a:xfrm>
                      <a:off x="6791388" y="5563615"/>
                      <a:ext cx="177800" cy="88900"/>
                    </a:xfrm>
                    <a:custGeom>
                      <a:rect b="b" l="l" r="r" t="t"/>
                      <a:pathLst>
                        <a:path extrusionOk="0" h="88900" w="177800">
                          <a:moveTo>
                            <a:pt x="88900" y="88900"/>
                          </a:moveTo>
                          <a:cubicBezTo>
                            <a:pt x="39878" y="88900"/>
                            <a:pt x="0" y="49022"/>
                            <a:pt x="0" y="0"/>
                          </a:cubicBezTo>
                          <a:lnTo>
                            <a:pt x="19050" y="0"/>
                          </a:lnTo>
                          <a:cubicBezTo>
                            <a:pt x="19050" y="38545"/>
                            <a:pt x="50355" y="69850"/>
                            <a:pt x="88900" y="69850"/>
                          </a:cubicBezTo>
                          <a:cubicBezTo>
                            <a:pt x="127444" y="69850"/>
                            <a:pt x="158750" y="38545"/>
                            <a:pt x="158750" y="0"/>
                          </a:cubicBezTo>
                          <a:lnTo>
                            <a:pt x="177800" y="0"/>
                          </a:lnTo>
                          <a:cubicBezTo>
                            <a:pt x="177800" y="49022"/>
                            <a:pt x="137922" y="88900"/>
                            <a:pt x="88900" y="88900"/>
                          </a:cubicBez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575" name="Google Shape;575;p23"/>
                    <p:cNvSpPr/>
                    <p:nvPr/>
                  </p:nvSpPr>
                  <p:spPr>
                    <a:xfrm>
                      <a:off x="7108888" y="5563615"/>
                      <a:ext cx="177800" cy="88900"/>
                    </a:xfrm>
                    <a:custGeom>
                      <a:rect b="b" l="l" r="r" t="t"/>
                      <a:pathLst>
                        <a:path extrusionOk="0" h="88900" w="177800">
                          <a:moveTo>
                            <a:pt x="88900" y="88900"/>
                          </a:moveTo>
                          <a:cubicBezTo>
                            <a:pt x="39878" y="88900"/>
                            <a:pt x="0" y="49022"/>
                            <a:pt x="0" y="0"/>
                          </a:cubicBezTo>
                          <a:lnTo>
                            <a:pt x="19050" y="0"/>
                          </a:lnTo>
                          <a:cubicBezTo>
                            <a:pt x="19050" y="38545"/>
                            <a:pt x="50355" y="69850"/>
                            <a:pt x="88900" y="69850"/>
                          </a:cubicBezTo>
                          <a:cubicBezTo>
                            <a:pt x="127444" y="69850"/>
                            <a:pt x="158750" y="38545"/>
                            <a:pt x="158750" y="0"/>
                          </a:cubicBezTo>
                          <a:lnTo>
                            <a:pt x="177800" y="0"/>
                          </a:lnTo>
                          <a:cubicBezTo>
                            <a:pt x="177800" y="49022"/>
                            <a:pt x="137922" y="88900"/>
                            <a:pt x="88900" y="88900"/>
                          </a:cubicBez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576" name="Google Shape;576;p23"/>
                    <p:cNvSpPr/>
                    <p:nvPr/>
                  </p:nvSpPr>
                  <p:spPr>
                    <a:xfrm>
                      <a:off x="6950138" y="5563615"/>
                      <a:ext cx="177800" cy="88900"/>
                    </a:xfrm>
                    <a:custGeom>
                      <a:rect b="b" l="l" r="r" t="t"/>
                      <a:pathLst>
                        <a:path extrusionOk="0" h="88900" w="177800">
                          <a:moveTo>
                            <a:pt x="88900" y="88900"/>
                          </a:moveTo>
                          <a:cubicBezTo>
                            <a:pt x="39878" y="88900"/>
                            <a:pt x="0" y="49022"/>
                            <a:pt x="0" y="0"/>
                          </a:cubicBezTo>
                          <a:lnTo>
                            <a:pt x="19050" y="0"/>
                          </a:lnTo>
                          <a:cubicBezTo>
                            <a:pt x="19050" y="38545"/>
                            <a:pt x="50355" y="69850"/>
                            <a:pt x="88900" y="69850"/>
                          </a:cubicBezTo>
                          <a:cubicBezTo>
                            <a:pt x="127444" y="69850"/>
                            <a:pt x="158750" y="38545"/>
                            <a:pt x="158750" y="0"/>
                          </a:cubicBezTo>
                          <a:lnTo>
                            <a:pt x="177800" y="0"/>
                          </a:lnTo>
                          <a:cubicBezTo>
                            <a:pt x="177800" y="49022"/>
                            <a:pt x="137922" y="88900"/>
                            <a:pt x="88900" y="88900"/>
                          </a:cubicBez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577" name="Google Shape;577;p23"/>
                  <p:cNvSpPr/>
                  <p:nvPr/>
                </p:nvSpPr>
                <p:spPr>
                  <a:xfrm>
                    <a:off x="-1451865" y="570114"/>
                    <a:ext cx="411956" cy="16478"/>
                  </a:xfrm>
                  <a:custGeom>
                    <a:rect b="b" l="l" r="r" t="t"/>
                    <a:pathLst>
                      <a:path extrusionOk="0" h="19050" w="476250">
                        <a:moveTo>
                          <a:pt x="0" y="0"/>
                        </a:moveTo>
                        <a:lnTo>
                          <a:pt x="476250" y="0"/>
                        </a:lnTo>
                        <a:lnTo>
                          <a:pt x="476250" y="19050"/>
                        </a:lnTo>
                        <a:lnTo>
                          <a:pt x="0" y="19050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578" name="Google Shape;578;p23"/>
                <p:cNvSpPr/>
                <p:nvPr/>
              </p:nvSpPr>
              <p:spPr>
                <a:xfrm>
                  <a:off x="-1439100" y="235100"/>
                  <a:ext cx="384525" cy="59900"/>
                </a:xfrm>
                <a:prstGeom prst="flowChartOffpageConnector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latin typeface="Barlow"/>
                    <a:ea typeface="Barlow"/>
                    <a:cs typeface="Barlow"/>
                    <a:sym typeface="Barlow"/>
                  </a:endParaRPr>
                </a:p>
              </p:txBody>
            </p:sp>
          </p:grpSp>
          <p:grpSp>
            <p:nvGrpSpPr>
              <p:cNvPr id="579" name="Google Shape;579;p23"/>
              <p:cNvGrpSpPr/>
              <p:nvPr/>
            </p:nvGrpSpPr>
            <p:grpSpPr>
              <a:xfrm>
                <a:off x="423600" y="2389143"/>
                <a:ext cx="1383700" cy="1173271"/>
                <a:chOff x="5024310" y="2167559"/>
                <a:chExt cx="569494" cy="482907"/>
              </a:xfrm>
            </p:grpSpPr>
            <p:grpSp>
              <p:nvGrpSpPr>
                <p:cNvPr id="580" name="Google Shape;580;p23"/>
                <p:cNvGrpSpPr/>
                <p:nvPr/>
              </p:nvGrpSpPr>
              <p:grpSpPr>
                <a:xfrm>
                  <a:off x="5024310" y="2167559"/>
                  <a:ext cx="569494" cy="482907"/>
                  <a:chOff x="5024310" y="2167559"/>
                  <a:chExt cx="569494" cy="482907"/>
                </a:xfrm>
              </p:grpSpPr>
              <p:sp>
                <p:nvSpPr>
                  <p:cNvPr id="581" name="Google Shape;581;p23"/>
                  <p:cNvSpPr/>
                  <p:nvPr/>
                </p:nvSpPr>
                <p:spPr>
                  <a:xfrm>
                    <a:off x="5024310" y="2410967"/>
                    <a:ext cx="113538" cy="181546"/>
                  </a:xfrm>
                  <a:custGeom>
                    <a:rect b="b" l="l" r="r" t="t"/>
                    <a:pathLst>
                      <a:path extrusionOk="0" h="181546" w="113538">
                        <a:moveTo>
                          <a:pt x="49340" y="81788"/>
                        </a:moveTo>
                        <a:lnTo>
                          <a:pt x="0" y="9462"/>
                        </a:lnTo>
                        <a:lnTo>
                          <a:pt x="26797" y="0"/>
                        </a:lnTo>
                        <a:lnTo>
                          <a:pt x="113538" y="64770"/>
                        </a:lnTo>
                        <a:lnTo>
                          <a:pt x="106680" y="168846"/>
                        </a:lnTo>
                        <a:lnTo>
                          <a:pt x="78549" y="181546"/>
                        </a:lnTo>
                        <a:close/>
                      </a:path>
                    </a:pathLst>
                  </a:custGeom>
                  <a:solidFill>
                    <a:srgbClr val="FF9D2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82" name="Google Shape;582;p23"/>
                  <p:cNvSpPr/>
                  <p:nvPr/>
                </p:nvSpPr>
                <p:spPr>
                  <a:xfrm>
                    <a:off x="5024310" y="2410967"/>
                    <a:ext cx="113538" cy="181546"/>
                  </a:xfrm>
                  <a:custGeom>
                    <a:rect b="b" l="l" r="r" t="t"/>
                    <a:pathLst>
                      <a:path extrusionOk="0" h="181546" w="113538">
                        <a:moveTo>
                          <a:pt x="49340" y="81788"/>
                        </a:moveTo>
                        <a:lnTo>
                          <a:pt x="0" y="9462"/>
                        </a:lnTo>
                        <a:lnTo>
                          <a:pt x="26797" y="0"/>
                        </a:lnTo>
                        <a:lnTo>
                          <a:pt x="113538" y="64770"/>
                        </a:lnTo>
                        <a:lnTo>
                          <a:pt x="106680" y="168846"/>
                        </a:lnTo>
                        <a:lnTo>
                          <a:pt x="78549" y="181546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83" name="Google Shape;583;p23"/>
                  <p:cNvSpPr/>
                  <p:nvPr/>
                </p:nvSpPr>
                <p:spPr>
                  <a:xfrm>
                    <a:off x="5265229" y="2249445"/>
                    <a:ext cx="83099" cy="64938"/>
                  </a:xfrm>
                  <a:custGeom>
                    <a:rect b="b" l="l" r="r" t="t"/>
                    <a:pathLst>
                      <a:path extrusionOk="0" h="64938" w="83099">
                        <a:moveTo>
                          <a:pt x="81724" y="11408"/>
                        </a:moveTo>
                        <a:lnTo>
                          <a:pt x="77026" y="4042"/>
                        </a:lnTo>
                        <a:cubicBezTo>
                          <a:pt x="74422" y="-22"/>
                          <a:pt x="69024" y="-1229"/>
                          <a:pt x="64961" y="1375"/>
                        </a:cubicBezTo>
                        <a:lnTo>
                          <a:pt x="0" y="42904"/>
                        </a:lnTo>
                        <a:cubicBezTo>
                          <a:pt x="5017" y="50016"/>
                          <a:pt x="9779" y="57382"/>
                          <a:pt x="14161" y="64939"/>
                        </a:cubicBezTo>
                        <a:lnTo>
                          <a:pt x="79058" y="23473"/>
                        </a:lnTo>
                        <a:cubicBezTo>
                          <a:pt x="83122" y="20870"/>
                          <a:pt x="84328" y="15472"/>
                          <a:pt x="81724" y="11408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84" name="Google Shape;584;p23"/>
                  <p:cNvSpPr/>
                  <p:nvPr/>
                </p:nvSpPr>
                <p:spPr>
                  <a:xfrm>
                    <a:off x="5196141" y="2191343"/>
                    <a:ext cx="83099" cy="64938"/>
                  </a:xfrm>
                  <a:custGeom>
                    <a:rect b="b" l="l" r="r" t="t"/>
                    <a:pathLst>
                      <a:path extrusionOk="0" h="64938" w="83099">
                        <a:moveTo>
                          <a:pt x="81724" y="11408"/>
                        </a:moveTo>
                        <a:lnTo>
                          <a:pt x="77026" y="4042"/>
                        </a:lnTo>
                        <a:cubicBezTo>
                          <a:pt x="74422" y="-22"/>
                          <a:pt x="69024" y="-1229"/>
                          <a:pt x="64961" y="1375"/>
                        </a:cubicBezTo>
                        <a:lnTo>
                          <a:pt x="0" y="42904"/>
                        </a:lnTo>
                        <a:cubicBezTo>
                          <a:pt x="5017" y="50016"/>
                          <a:pt x="9779" y="57382"/>
                          <a:pt x="14161" y="64939"/>
                        </a:cubicBezTo>
                        <a:lnTo>
                          <a:pt x="79058" y="23473"/>
                        </a:lnTo>
                        <a:cubicBezTo>
                          <a:pt x="83122" y="20870"/>
                          <a:pt x="84328" y="15472"/>
                          <a:pt x="81724" y="11408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85" name="Google Shape;585;p23"/>
                  <p:cNvSpPr/>
                  <p:nvPr/>
                </p:nvSpPr>
                <p:spPr>
                  <a:xfrm>
                    <a:off x="5352732" y="2455228"/>
                    <a:ext cx="87344" cy="48956"/>
                  </a:xfrm>
                  <a:custGeom>
                    <a:rect b="b" l="l" r="r" t="t"/>
                    <a:pathLst>
                      <a:path extrusionOk="0" h="48956" w="87344">
                        <a:moveTo>
                          <a:pt x="84264" y="6031"/>
                        </a:moveTo>
                        <a:lnTo>
                          <a:pt x="86932" y="14350"/>
                        </a:lnTo>
                        <a:cubicBezTo>
                          <a:pt x="88392" y="18922"/>
                          <a:pt x="85852" y="23875"/>
                          <a:pt x="81280" y="25335"/>
                        </a:cubicBezTo>
                        <a:lnTo>
                          <a:pt x="7938" y="48957"/>
                        </a:lnTo>
                        <a:cubicBezTo>
                          <a:pt x="5652" y="40512"/>
                          <a:pt x="2984" y="32193"/>
                          <a:pt x="0" y="24001"/>
                        </a:cubicBezTo>
                        <a:lnTo>
                          <a:pt x="73279" y="443"/>
                        </a:lnTo>
                        <a:cubicBezTo>
                          <a:pt x="77851" y="-1081"/>
                          <a:pt x="82740" y="1459"/>
                          <a:pt x="84264" y="6031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86" name="Google Shape;586;p23"/>
                  <p:cNvSpPr/>
                  <p:nvPr/>
                </p:nvSpPr>
                <p:spPr>
                  <a:xfrm>
                    <a:off x="5353494" y="2545462"/>
                    <a:ext cx="87344" cy="48957"/>
                  </a:xfrm>
                  <a:custGeom>
                    <a:rect b="b" l="l" r="r" t="t"/>
                    <a:pathLst>
                      <a:path extrusionOk="0" h="48957" w="87344">
                        <a:moveTo>
                          <a:pt x="84265" y="6031"/>
                        </a:moveTo>
                        <a:lnTo>
                          <a:pt x="86932" y="14350"/>
                        </a:lnTo>
                        <a:cubicBezTo>
                          <a:pt x="88392" y="18922"/>
                          <a:pt x="85852" y="23875"/>
                          <a:pt x="81280" y="25335"/>
                        </a:cubicBezTo>
                        <a:lnTo>
                          <a:pt x="7938" y="48957"/>
                        </a:lnTo>
                        <a:cubicBezTo>
                          <a:pt x="5652" y="40512"/>
                          <a:pt x="2984" y="32193"/>
                          <a:pt x="0" y="24002"/>
                        </a:cubicBezTo>
                        <a:lnTo>
                          <a:pt x="73279" y="443"/>
                        </a:lnTo>
                        <a:cubicBezTo>
                          <a:pt x="77851" y="-1081"/>
                          <a:pt x="82804" y="1459"/>
                          <a:pt x="84265" y="6031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87" name="Google Shape;587;p23"/>
                  <p:cNvSpPr/>
                  <p:nvPr/>
                </p:nvSpPr>
                <p:spPr>
                  <a:xfrm>
                    <a:off x="5159933" y="2167559"/>
                    <a:ext cx="254772" cy="482907"/>
                  </a:xfrm>
                  <a:custGeom>
                    <a:rect b="b" l="l" r="r" t="t"/>
                    <a:pathLst>
                      <a:path extrusionOk="0" h="482907" w="254772">
                        <a:moveTo>
                          <a:pt x="249505" y="207340"/>
                        </a:moveTo>
                        <a:lnTo>
                          <a:pt x="228867" y="190894"/>
                        </a:lnTo>
                        <a:lnTo>
                          <a:pt x="229757" y="164605"/>
                        </a:lnTo>
                        <a:cubicBezTo>
                          <a:pt x="229757" y="164605"/>
                          <a:pt x="62942" y="838"/>
                          <a:pt x="23381" y="13"/>
                        </a:cubicBezTo>
                        <a:cubicBezTo>
                          <a:pt x="-16242" y="-749"/>
                          <a:pt x="6490" y="32779"/>
                          <a:pt x="6490" y="32779"/>
                        </a:cubicBezTo>
                        <a:lnTo>
                          <a:pt x="124346" y="216992"/>
                        </a:lnTo>
                        <a:lnTo>
                          <a:pt x="133998" y="234328"/>
                        </a:lnTo>
                        <a:lnTo>
                          <a:pt x="141872" y="255410"/>
                        </a:lnTo>
                        <a:lnTo>
                          <a:pt x="204991" y="462801"/>
                        </a:lnTo>
                        <a:cubicBezTo>
                          <a:pt x="204991" y="462801"/>
                          <a:pt x="215786" y="501790"/>
                          <a:pt x="240869" y="471183"/>
                        </a:cubicBezTo>
                        <a:cubicBezTo>
                          <a:pt x="265888" y="440512"/>
                          <a:pt x="249505" y="207340"/>
                          <a:pt x="249505" y="20734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88" name="Google Shape;588;p23"/>
                  <p:cNvSpPr/>
                  <p:nvPr/>
                </p:nvSpPr>
                <p:spPr>
                  <a:xfrm>
                    <a:off x="5033490" y="2264417"/>
                    <a:ext cx="560314" cy="256064"/>
                  </a:xfrm>
                  <a:custGeom>
                    <a:rect b="b" l="l" r="r" t="t"/>
                    <a:pathLst>
                      <a:path extrusionOk="0" h="256064" w="560314">
                        <a:moveTo>
                          <a:pt x="66258" y="194684"/>
                        </a:moveTo>
                        <a:cubicBezTo>
                          <a:pt x="66258" y="194684"/>
                          <a:pt x="359311" y="54920"/>
                          <a:pt x="420398" y="24821"/>
                        </a:cubicBezTo>
                        <a:cubicBezTo>
                          <a:pt x="481485" y="-5278"/>
                          <a:pt x="543144" y="-9913"/>
                          <a:pt x="558574" y="21519"/>
                        </a:cubicBezTo>
                        <a:cubicBezTo>
                          <a:pt x="574005" y="53015"/>
                          <a:pt x="482564" y="95814"/>
                          <a:pt x="452719" y="107244"/>
                        </a:cubicBezTo>
                        <a:cubicBezTo>
                          <a:pt x="422875" y="118674"/>
                          <a:pt x="86388" y="245356"/>
                          <a:pt x="86388" y="245356"/>
                        </a:cubicBezTo>
                        <a:cubicBezTo>
                          <a:pt x="86388" y="245356"/>
                          <a:pt x="4028" y="269868"/>
                          <a:pt x="155" y="244722"/>
                        </a:cubicBezTo>
                        <a:cubicBezTo>
                          <a:pt x="-3718" y="219575"/>
                          <a:pt x="66258" y="194684"/>
                          <a:pt x="66258" y="194684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589" name="Google Shape;589;p23"/>
                <p:cNvSpPr/>
                <p:nvPr/>
              </p:nvSpPr>
              <p:spPr>
                <a:xfrm>
                  <a:off x="5503862" y="2278931"/>
                  <a:ext cx="45767" cy="55265"/>
                </a:xfrm>
                <a:custGeom>
                  <a:rect b="b" l="l" r="r" t="t"/>
                  <a:pathLst>
                    <a:path extrusionOk="0" h="55265" w="45767">
                      <a:moveTo>
                        <a:pt x="0" y="2878"/>
                      </a:moveTo>
                      <a:cubicBezTo>
                        <a:pt x="0" y="2878"/>
                        <a:pt x="20129" y="26817"/>
                        <a:pt x="24193" y="55265"/>
                      </a:cubicBezTo>
                      <a:cubicBezTo>
                        <a:pt x="24193" y="55265"/>
                        <a:pt x="53721" y="48471"/>
                        <a:pt x="43688" y="19197"/>
                      </a:cubicBezTo>
                      <a:cubicBezTo>
                        <a:pt x="33591" y="-10140"/>
                        <a:pt x="0" y="2878"/>
                        <a:pt x="0" y="2878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590" name="Google Shape;590;p23"/>
          <p:cNvSpPr/>
          <p:nvPr/>
        </p:nvSpPr>
        <p:spPr>
          <a:xfrm>
            <a:off x="7072200" y="635250"/>
            <a:ext cx="1245300" cy="362400"/>
          </a:xfrm>
          <a:prstGeom prst="roundRect">
            <a:avLst>
              <a:gd fmla="val 5000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1"/>
                </a:solidFill>
                <a:latin typeface="Barlow"/>
                <a:ea typeface="Barlow"/>
                <a:cs typeface="Barlow"/>
                <a:sym typeface="Barlow"/>
              </a:rPr>
              <a:t>METCS777</a:t>
            </a:r>
            <a:endParaRPr b="1">
              <a:solidFill>
                <a:schemeClr val="accen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24"/>
          <p:cNvSpPr txBox="1"/>
          <p:nvPr>
            <p:ph idx="1" type="subTitle"/>
          </p:nvPr>
        </p:nvSpPr>
        <p:spPr>
          <a:xfrm>
            <a:off x="793039" y="1094225"/>
            <a:ext cx="3648300" cy="288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What Is This Project About?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Font typeface="Barlow"/>
              <a:buChar char="●"/>
            </a:pPr>
            <a:r>
              <a:rPr lang="en" sz="1100"/>
              <a:t>Predict nightly Airbnb prices using PySpark ML.</a:t>
            </a:r>
            <a:br>
              <a:rPr lang="en" sz="1100"/>
            </a:b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/>
              <a:t>Compare key price-driving factors between </a:t>
            </a:r>
            <a:r>
              <a:rPr b="1" lang="en" sz="1100"/>
              <a:t>LA</a:t>
            </a:r>
            <a:r>
              <a:rPr lang="en" sz="1100"/>
              <a:t> and </a:t>
            </a:r>
            <a:r>
              <a:rPr b="1" lang="en" sz="1100"/>
              <a:t>NYC</a:t>
            </a:r>
            <a:r>
              <a:rPr lang="en" sz="1100"/>
              <a:t>.</a:t>
            </a:r>
            <a:br>
              <a:rPr lang="en" sz="1100"/>
            </a:br>
            <a:endParaRPr b="1"/>
          </a:p>
        </p:txBody>
      </p:sp>
      <p:sp>
        <p:nvSpPr>
          <p:cNvPr id="596" name="Google Shape;596;p24"/>
          <p:cNvSpPr txBox="1"/>
          <p:nvPr>
            <p:ph type="title"/>
          </p:nvPr>
        </p:nvSpPr>
        <p:spPr>
          <a:xfrm>
            <a:off x="720000" y="445025"/>
            <a:ext cx="7704000" cy="64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SemiBold"/>
                <a:ea typeface="Barlow SemiBold"/>
                <a:cs typeface="Barlow SemiBold"/>
                <a:sym typeface="Barlow SemiBold"/>
              </a:rPr>
              <a:t>Introduction</a:t>
            </a:r>
            <a:endParaRPr>
              <a:latin typeface="Barlow SemiBold"/>
              <a:ea typeface="Barlow SemiBold"/>
              <a:cs typeface="Barlow SemiBold"/>
              <a:sym typeface="Barlow SemiBold"/>
            </a:endParaRPr>
          </a:p>
        </p:txBody>
      </p:sp>
      <p:sp>
        <p:nvSpPr>
          <p:cNvPr id="597" name="Google Shape;597;p24"/>
          <p:cNvSpPr txBox="1"/>
          <p:nvPr>
            <p:ph idx="2" type="subTitle"/>
          </p:nvPr>
        </p:nvSpPr>
        <p:spPr>
          <a:xfrm>
            <a:off x="793061" y="2758975"/>
            <a:ext cx="3648300" cy="28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Why important </a:t>
            </a:r>
            <a:endParaRPr b="1"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Font typeface="Barlow"/>
              <a:buChar char="●"/>
            </a:pPr>
            <a:r>
              <a:rPr lang="en" sz="1100"/>
              <a:t>LA &amp; NYC = largest Airbnb markets in the US.</a:t>
            </a:r>
            <a:br>
              <a:rPr lang="en" sz="1100"/>
            </a:b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●"/>
            </a:pPr>
            <a:r>
              <a:rPr lang="en" sz="1100"/>
              <a:t>Hosts and platforms need pricing insights.</a:t>
            </a:r>
            <a:br>
              <a:rPr lang="en" sz="1100"/>
            </a:b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/>
              <a:t>Markets differ greatly in urban structure, demand, tourism.</a:t>
            </a:r>
            <a:br>
              <a:rPr b="1" lang="en"/>
            </a:b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598" name="Google Shape;598;p24"/>
          <p:cNvSpPr txBox="1"/>
          <p:nvPr>
            <p:ph idx="2" type="subTitle"/>
          </p:nvPr>
        </p:nvSpPr>
        <p:spPr>
          <a:xfrm>
            <a:off x="4846236" y="1470150"/>
            <a:ext cx="3648300" cy="28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Motivation </a:t>
            </a:r>
            <a:endParaRPr b="1"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West Coast vs East Coast rental patterns differ.</a:t>
            </a:r>
            <a:br>
              <a:rPr lang="e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Hosts need guidance on how listing attributes influence price.</a:t>
            </a:r>
            <a:br>
              <a:rPr lang="e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Travelers need transparency on cost drivers.</a:t>
            </a:r>
            <a:br>
              <a:rPr lang="e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Good case study for big data processing + ML modeling.</a:t>
            </a:r>
            <a:br>
              <a:rPr lang="en" sz="1100">
                <a:latin typeface="Arial"/>
                <a:ea typeface="Arial"/>
                <a:cs typeface="Arial"/>
                <a:sym typeface="Arial"/>
              </a:rPr>
            </a:br>
            <a:br>
              <a:rPr b="1" lang="en"/>
            </a:b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599" name="Google Shape;599;p2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2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 Overview</a:t>
            </a:r>
            <a:endParaRPr/>
          </a:p>
        </p:txBody>
      </p:sp>
      <p:sp>
        <p:nvSpPr>
          <p:cNvPr id="605" name="Google Shape;605;p25"/>
          <p:cNvSpPr txBox="1"/>
          <p:nvPr>
            <p:ph idx="4294967295" type="subTitle"/>
          </p:nvPr>
        </p:nvSpPr>
        <p:spPr>
          <a:xfrm>
            <a:off x="719987" y="1182325"/>
            <a:ext cx="7774500" cy="316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100"/>
              <a:t>Data Source:</a:t>
            </a:r>
            <a:endParaRPr b="1" sz="1100"/>
          </a:p>
          <a:p>
            <a:pPr indent="-298450" lvl="0" marL="457200" rtl="0" algn="l">
              <a:spcBef>
                <a:spcPts val="8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Inside Airbnb public listings dataset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Cities analyzed: Los Angeles (LA) and New York City (NYC)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File format: listings.csv.gz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/>
              <a:t>Key data fields:</a:t>
            </a:r>
            <a:endParaRPr b="1" sz="1100"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b="1" lang="en" sz="1100"/>
              <a:t>Location:</a:t>
            </a:r>
            <a:r>
              <a:rPr lang="en" sz="1100"/>
              <a:t> latitude, longitude, neighbourhood group</a:t>
            </a:r>
            <a:br>
              <a:rPr lang="en" sz="1100"/>
            </a:b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b="1" lang="en" sz="1100"/>
              <a:t>Listing:</a:t>
            </a:r>
            <a:r>
              <a:rPr lang="en" sz="1100"/>
              <a:t> room_type, minimum_nights, availability_365</a:t>
            </a:r>
            <a:br>
              <a:rPr lang="en" sz="1100"/>
            </a:b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b="1" lang="en" sz="1100"/>
              <a:t>Demand:</a:t>
            </a:r>
            <a:r>
              <a:rPr lang="en" sz="1100"/>
              <a:t> number_of_reviews, reviews_per_month</a:t>
            </a:r>
            <a:br>
              <a:rPr lang="en" sz="1100"/>
            </a:b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b="1" lang="en" sz="1100"/>
              <a:t>Host:</a:t>
            </a:r>
            <a:r>
              <a:rPr lang="en" sz="1100"/>
              <a:t> host_listings_count, license (LA only)</a:t>
            </a:r>
            <a:br>
              <a:rPr lang="en" sz="1100"/>
            </a:b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b="1" lang="en" sz="1100"/>
              <a:t>Target:</a:t>
            </a:r>
            <a:r>
              <a:rPr lang="en" sz="1100"/>
              <a:t> price → log_price</a:t>
            </a:r>
            <a:br>
              <a:rPr b="1" lang="en" sz="1100"/>
            </a:b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br>
              <a:rPr b="1" lang="en"/>
            </a:b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606" name="Google Shape;606;p2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26"/>
          <p:cNvSpPr/>
          <p:nvPr/>
        </p:nvSpPr>
        <p:spPr>
          <a:xfrm>
            <a:off x="4341301" y="958490"/>
            <a:ext cx="907200" cy="441300"/>
          </a:xfrm>
          <a:prstGeom prst="roundRect">
            <a:avLst>
              <a:gd fmla="val 5000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612" name="Google Shape;612;p26"/>
          <p:cNvSpPr/>
          <p:nvPr/>
        </p:nvSpPr>
        <p:spPr>
          <a:xfrm>
            <a:off x="873592" y="3088477"/>
            <a:ext cx="907200" cy="441300"/>
          </a:xfrm>
          <a:prstGeom prst="roundRect">
            <a:avLst>
              <a:gd fmla="val 5000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613" name="Google Shape;613;p26"/>
          <p:cNvSpPr/>
          <p:nvPr/>
        </p:nvSpPr>
        <p:spPr>
          <a:xfrm>
            <a:off x="4341301" y="3114277"/>
            <a:ext cx="907200" cy="441300"/>
          </a:xfrm>
          <a:prstGeom prst="roundRect">
            <a:avLst>
              <a:gd fmla="val 5000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614" name="Google Shape;614;p26"/>
          <p:cNvSpPr/>
          <p:nvPr/>
        </p:nvSpPr>
        <p:spPr>
          <a:xfrm>
            <a:off x="818080" y="931790"/>
            <a:ext cx="907200" cy="441300"/>
          </a:xfrm>
          <a:prstGeom prst="roundRect">
            <a:avLst>
              <a:gd fmla="val 5000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615" name="Google Shape;615;p26"/>
          <p:cNvSpPr txBox="1"/>
          <p:nvPr>
            <p:ph type="title"/>
          </p:nvPr>
        </p:nvSpPr>
        <p:spPr>
          <a:xfrm>
            <a:off x="581925" y="168875"/>
            <a:ext cx="7704000" cy="64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Cleaning </a:t>
            </a:r>
            <a:r>
              <a:rPr lang="en"/>
              <a:t>&amp; Processing</a:t>
            </a:r>
            <a:endParaRPr/>
          </a:p>
        </p:txBody>
      </p:sp>
      <p:sp>
        <p:nvSpPr>
          <p:cNvPr id="616" name="Google Shape;616;p26"/>
          <p:cNvSpPr txBox="1"/>
          <p:nvPr>
            <p:ph idx="1" type="subTitle"/>
          </p:nvPr>
        </p:nvSpPr>
        <p:spPr>
          <a:xfrm>
            <a:off x="276150" y="1798950"/>
            <a:ext cx="3531300" cy="131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Drop listings with invalid / non-numeric IDs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Remove rows with missing price</a:t>
            </a:r>
            <a:br>
              <a:rPr lang="en" sz="1100"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latin typeface="Arial"/>
                <a:ea typeface="Arial"/>
                <a:cs typeface="Arial"/>
                <a:sym typeface="Arial"/>
              </a:rPr>
              <a:t>Exclude corrupted records &amp; incorrect coordinates</a:t>
            </a:r>
            <a:br>
              <a:rPr lang="e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26"/>
          <p:cNvSpPr txBox="1"/>
          <p:nvPr>
            <p:ph idx="2" type="subTitle"/>
          </p:nvPr>
        </p:nvSpPr>
        <p:spPr>
          <a:xfrm>
            <a:off x="4236450" y="1825650"/>
            <a:ext cx="3435600" cy="101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Use try_cast to safely convert numeric fields</a:t>
            </a:r>
            <a:br>
              <a:rPr lang="en" sz="1100"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n" sz="1100">
                <a:latin typeface="Arial"/>
                <a:ea typeface="Arial"/>
                <a:cs typeface="Arial"/>
                <a:sym typeface="Arial"/>
              </a:rPr>
              <a:t>(price, nights, reviews, availability, host counts)</a:t>
            </a:r>
            <a:endParaRPr i="1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Convert last_review → date</a:t>
            </a:r>
            <a:br>
              <a:rPr lang="en" sz="1100">
                <a:latin typeface="Arial"/>
                <a:ea typeface="Arial"/>
                <a:cs typeface="Arial"/>
                <a:sym typeface="Arial"/>
              </a:rPr>
            </a:br>
            <a:br>
              <a:rPr i="1" lang="en" sz="1100">
                <a:latin typeface="Arial"/>
                <a:ea typeface="Arial"/>
                <a:cs typeface="Arial"/>
                <a:sym typeface="Arial"/>
              </a:rPr>
            </a:br>
            <a:endParaRPr i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26"/>
          <p:cNvSpPr txBox="1"/>
          <p:nvPr>
            <p:ph idx="3" type="subTitle"/>
          </p:nvPr>
        </p:nvSpPr>
        <p:spPr>
          <a:xfrm>
            <a:off x="581937" y="3956000"/>
            <a:ext cx="3280800" cy="97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reviews_per_month = 0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reviews_ltm = 0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Keep license as-is (LA only)</a:t>
            </a:r>
            <a:br>
              <a:rPr lang="e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p26"/>
          <p:cNvSpPr txBox="1"/>
          <p:nvPr>
            <p:ph idx="4" type="subTitle"/>
          </p:nvPr>
        </p:nvSpPr>
        <p:spPr>
          <a:xfrm>
            <a:off x="4236455" y="3981800"/>
            <a:ext cx="3087300" cy="6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Removed extreme prices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Kept listings with price ≤ $2000</a:t>
            </a:r>
            <a:br>
              <a:rPr lang="en" sz="1100">
                <a:latin typeface="Arial"/>
                <a:ea typeface="Arial"/>
                <a:cs typeface="Arial"/>
                <a:sym typeface="Arial"/>
              </a:rPr>
            </a:br>
            <a:br>
              <a:rPr lang="en"/>
            </a:b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26"/>
          <p:cNvSpPr txBox="1"/>
          <p:nvPr>
            <p:ph idx="5" type="title"/>
          </p:nvPr>
        </p:nvSpPr>
        <p:spPr>
          <a:xfrm>
            <a:off x="985930" y="958490"/>
            <a:ext cx="571500" cy="38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621" name="Google Shape;621;p26"/>
          <p:cNvSpPr txBox="1"/>
          <p:nvPr>
            <p:ph idx="6" type="title"/>
          </p:nvPr>
        </p:nvSpPr>
        <p:spPr>
          <a:xfrm>
            <a:off x="1042007" y="3114278"/>
            <a:ext cx="570300" cy="38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622" name="Google Shape;622;p26"/>
          <p:cNvSpPr txBox="1"/>
          <p:nvPr>
            <p:ph idx="7" type="title"/>
          </p:nvPr>
        </p:nvSpPr>
        <p:spPr>
          <a:xfrm>
            <a:off x="4509154" y="985640"/>
            <a:ext cx="571500" cy="38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623" name="Google Shape;623;p26"/>
          <p:cNvSpPr txBox="1"/>
          <p:nvPr>
            <p:ph idx="8" type="title"/>
          </p:nvPr>
        </p:nvSpPr>
        <p:spPr>
          <a:xfrm>
            <a:off x="4509154" y="3140079"/>
            <a:ext cx="571500" cy="38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624" name="Google Shape;624;p26"/>
          <p:cNvSpPr txBox="1"/>
          <p:nvPr>
            <p:ph idx="9" type="subTitle"/>
          </p:nvPr>
        </p:nvSpPr>
        <p:spPr>
          <a:xfrm>
            <a:off x="720000" y="1306350"/>
            <a:ext cx="30873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n" sz="1300">
                <a:latin typeface="Arial"/>
                <a:ea typeface="Arial"/>
                <a:cs typeface="Arial"/>
                <a:sym typeface="Arial"/>
              </a:rPr>
              <a:t>Remove Invalid Rows</a:t>
            </a:r>
            <a:endParaRPr/>
          </a:p>
        </p:txBody>
      </p:sp>
      <p:sp>
        <p:nvSpPr>
          <p:cNvPr id="625" name="Google Shape;625;p26"/>
          <p:cNvSpPr txBox="1"/>
          <p:nvPr>
            <p:ph idx="13" type="subTitle"/>
          </p:nvPr>
        </p:nvSpPr>
        <p:spPr>
          <a:xfrm>
            <a:off x="775513" y="3546777"/>
            <a:ext cx="30873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n" sz="1300">
                <a:latin typeface="Arial"/>
                <a:ea typeface="Arial"/>
                <a:cs typeface="Arial"/>
                <a:sym typeface="Arial"/>
              </a:rPr>
              <a:t>Handle Missing Values</a:t>
            </a:r>
            <a:endParaRPr/>
          </a:p>
        </p:txBody>
      </p:sp>
      <p:sp>
        <p:nvSpPr>
          <p:cNvPr id="626" name="Google Shape;626;p26"/>
          <p:cNvSpPr txBox="1"/>
          <p:nvPr>
            <p:ph idx="14" type="subTitle"/>
          </p:nvPr>
        </p:nvSpPr>
        <p:spPr>
          <a:xfrm>
            <a:off x="4236450" y="1416300"/>
            <a:ext cx="30873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n" sz="1300">
                <a:latin typeface="Arial"/>
                <a:ea typeface="Arial"/>
                <a:cs typeface="Arial"/>
                <a:sym typeface="Arial"/>
              </a:rPr>
              <a:t> Fix Data Types</a:t>
            </a:r>
            <a:endParaRPr/>
          </a:p>
        </p:txBody>
      </p:sp>
      <p:sp>
        <p:nvSpPr>
          <p:cNvPr id="627" name="Google Shape;627;p26"/>
          <p:cNvSpPr txBox="1"/>
          <p:nvPr>
            <p:ph idx="15" type="subTitle"/>
          </p:nvPr>
        </p:nvSpPr>
        <p:spPr>
          <a:xfrm>
            <a:off x="4236450" y="3572576"/>
            <a:ext cx="30873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n" sz="1300">
                <a:latin typeface="Arial"/>
                <a:ea typeface="Arial"/>
                <a:cs typeface="Arial"/>
                <a:sym typeface="Arial"/>
              </a:rPr>
              <a:t> Price Outliers</a:t>
            </a:r>
            <a:endParaRPr/>
          </a:p>
        </p:txBody>
      </p:sp>
      <p:sp>
        <p:nvSpPr>
          <p:cNvPr id="628" name="Google Shape;628;p2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27"/>
          <p:cNvSpPr txBox="1"/>
          <p:nvPr>
            <p:ph type="title"/>
          </p:nvPr>
        </p:nvSpPr>
        <p:spPr>
          <a:xfrm>
            <a:off x="4396100" y="1976275"/>
            <a:ext cx="3393300" cy="1356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EDA Highlights</a:t>
            </a:r>
            <a:endParaRPr/>
          </a:p>
        </p:txBody>
      </p:sp>
      <p:grpSp>
        <p:nvGrpSpPr>
          <p:cNvPr id="634" name="Google Shape;634;p27"/>
          <p:cNvGrpSpPr/>
          <p:nvPr/>
        </p:nvGrpSpPr>
        <p:grpSpPr>
          <a:xfrm>
            <a:off x="7333468" y="533778"/>
            <a:ext cx="1396860" cy="504422"/>
            <a:chOff x="10607230" y="6115367"/>
            <a:chExt cx="571500" cy="206375"/>
          </a:xfrm>
        </p:grpSpPr>
        <p:sp>
          <p:nvSpPr>
            <p:cNvPr id="635" name="Google Shape;635;p27"/>
            <p:cNvSpPr/>
            <p:nvPr/>
          </p:nvSpPr>
          <p:spPr>
            <a:xfrm>
              <a:off x="10607230" y="6115367"/>
              <a:ext cx="412750" cy="206375"/>
            </a:xfrm>
            <a:custGeom>
              <a:rect b="b" l="l" r="r" t="t"/>
              <a:pathLst>
                <a:path extrusionOk="0" h="206375" w="412750">
                  <a:moveTo>
                    <a:pt x="0" y="206375"/>
                  </a:moveTo>
                  <a:cubicBezTo>
                    <a:pt x="0" y="92392"/>
                    <a:pt x="92392" y="0"/>
                    <a:pt x="206375" y="0"/>
                  </a:cubicBezTo>
                  <a:cubicBezTo>
                    <a:pt x="320357" y="0"/>
                    <a:pt x="412750" y="92392"/>
                    <a:pt x="412750" y="206375"/>
                  </a:cubicBezTo>
                  <a:lnTo>
                    <a:pt x="0" y="20637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6" name="Google Shape;636;p27"/>
            <p:cNvSpPr/>
            <p:nvPr/>
          </p:nvSpPr>
          <p:spPr>
            <a:xfrm>
              <a:off x="10956480" y="6210617"/>
              <a:ext cx="222250" cy="111125"/>
            </a:xfrm>
            <a:custGeom>
              <a:rect b="b" l="l" r="r" t="t"/>
              <a:pathLst>
                <a:path extrusionOk="0" h="111125" w="222250">
                  <a:moveTo>
                    <a:pt x="0" y="111125"/>
                  </a:moveTo>
                  <a:cubicBezTo>
                    <a:pt x="0" y="49721"/>
                    <a:pt x="49784" y="0"/>
                    <a:pt x="111125" y="0"/>
                  </a:cubicBezTo>
                  <a:cubicBezTo>
                    <a:pt x="172529" y="0"/>
                    <a:pt x="222250" y="49721"/>
                    <a:pt x="222250" y="111125"/>
                  </a:cubicBezTo>
                  <a:lnTo>
                    <a:pt x="0" y="11112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37" name="Google Shape;637;p27"/>
          <p:cNvGrpSpPr/>
          <p:nvPr/>
        </p:nvGrpSpPr>
        <p:grpSpPr>
          <a:xfrm>
            <a:off x="-2484953" y="-222935"/>
            <a:ext cx="6881065" cy="8914615"/>
            <a:chOff x="-2484953" y="-222935"/>
            <a:chExt cx="6881065" cy="8914615"/>
          </a:xfrm>
        </p:grpSpPr>
        <p:grpSp>
          <p:nvGrpSpPr>
            <p:cNvPr id="638" name="Google Shape;638;p27"/>
            <p:cNvGrpSpPr/>
            <p:nvPr/>
          </p:nvGrpSpPr>
          <p:grpSpPr>
            <a:xfrm rot="-888830">
              <a:off x="-1892436" y="2677383"/>
              <a:ext cx="5696031" cy="5375450"/>
              <a:chOff x="-2482208" y="3351602"/>
              <a:chExt cx="1509803" cy="1507801"/>
            </a:xfrm>
          </p:grpSpPr>
          <p:sp>
            <p:nvSpPr>
              <p:cNvPr id="639" name="Google Shape;639;p27"/>
              <p:cNvSpPr/>
              <p:nvPr/>
            </p:nvSpPr>
            <p:spPr>
              <a:xfrm>
                <a:off x="-2482208" y="3351602"/>
                <a:ext cx="1509803" cy="1507801"/>
              </a:xfrm>
              <a:custGeom>
                <a:rect b="b" l="l" r="r" t="t"/>
                <a:pathLst>
                  <a:path extrusionOk="0" h="1507801" w="1509803">
                    <a:moveTo>
                      <a:pt x="1509803" y="755000"/>
                    </a:moveTo>
                    <a:cubicBezTo>
                      <a:pt x="1509866" y="791703"/>
                      <a:pt x="1505104" y="840535"/>
                      <a:pt x="1499770" y="876793"/>
                    </a:cubicBezTo>
                    <a:cubicBezTo>
                      <a:pt x="1496595" y="898383"/>
                      <a:pt x="1490753" y="927022"/>
                      <a:pt x="1484466" y="947977"/>
                    </a:cubicBezTo>
                    <a:cubicBezTo>
                      <a:pt x="1484466" y="948040"/>
                      <a:pt x="1484466" y="948040"/>
                      <a:pt x="1484466" y="948040"/>
                    </a:cubicBezTo>
                    <a:cubicBezTo>
                      <a:pt x="1479323" y="964994"/>
                      <a:pt x="1472909" y="987791"/>
                      <a:pt x="1467004" y="1004492"/>
                    </a:cubicBezTo>
                    <a:cubicBezTo>
                      <a:pt x="1466940" y="1004555"/>
                      <a:pt x="1466940" y="1004682"/>
                      <a:pt x="1466940" y="1004746"/>
                    </a:cubicBezTo>
                    <a:cubicBezTo>
                      <a:pt x="1460463" y="1022843"/>
                      <a:pt x="1451510" y="1046910"/>
                      <a:pt x="1443064" y="1064118"/>
                    </a:cubicBezTo>
                    <a:cubicBezTo>
                      <a:pt x="1435381" y="1079739"/>
                      <a:pt x="1425538" y="1100694"/>
                      <a:pt x="1417156" y="1115871"/>
                    </a:cubicBezTo>
                    <a:cubicBezTo>
                      <a:pt x="1407822" y="1132698"/>
                      <a:pt x="1394550" y="1154733"/>
                      <a:pt x="1383946" y="1170735"/>
                    </a:cubicBezTo>
                    <a:cubicBezTo>
                      <a:pt x="1352704" y="1217724"/>
                      <a:pt x="1321906" y="1252078"/>
                      <a:pt x="1308825" y="1265985"/>
                    </a:cubicBezTo>
                    <a:cubicBezTo>
                      <a:pt x="1289140" y="1286876"/>
                      <a:pt x="1261708" y="1315006"/>
                      <a:pt x="1219671" y="1347899"/>
                    </a:cubicBezTo>
                    <a:cubicBezTo>
                      <a:pt x="1207543" y="1357361"/>
                      <a:pt x="1191096" y="1369553"/>
                      <a:pt x="1178269" y="1378062"/>
                    </a:cubicBezTo>
                    <a:cubicBezTo>
                      <a:pt x="1160870" y="1389555"/>
                      <a:pt x="1136994" y="1403906"/>
                      <a:pt x="1118960" y="1414321"/>
                    </a:cubicBezTo>
                    <a:cubicBezTo>
                      <a:pt x="1089306" y="1431466"/>
                      <a:pt x="1043141" y="1450960"/>
                      <a:pt x="1033489" y="1454643"/>
                    </a:cubicBezTo>
                    <a:cubicBezTo>
                      <a:pt x="1017170" y="1460866"/>
                      <a:pt x="995199" y="1468740"/>
                      <a:pt x="978562" y="1473947"/>
                    </a:cubicBezTo>
                    <a:cubicBezTo>
                      <a:pt x="962433" y="1478964"/>
                      <a:pt x="940589" y="1484742"/>
                      <a:pt x="924142" y="1488552"/>
                    </a:cubicBezTo>
                    <a:cubicBezTo>
                      <a:pt x="895123" y="1495220"/>
                      <a:pt x="865849" y="1500236"/>
                      <a:pt x="836449" y="1503411"/>
                    </a:cubicBezTo>
                    <a:cubicBezTo>
                      <a:pt x="815811" y="1505634"/>
                      <a:pt x="795110" y="1507030"/>
                      <a:pt x="774409" y="1507539"/>
                    </a:cubicBezTo>
                    <a:cubicBezTo>
                      <a:pt x="754089" y="1508110"/>
                      <a:pt x="733706" y="1507729"/>
                      <a:pt x="713259" y="1506586"/>
                    </a:cubicBezTo>
                    <a:cubicBezTo>
                      <a:pt x="690526" y="1505379"/>
                      <a:pt x="667729" y="1503093"/>
                      <a:pt x="644933" y="1499728"/>
                    </a:cubicBezTo>
                    <a:cubicBezTo>
                      <a:pt x="630836" y="1497696"/>
                      <a:pt x="618009" y="1495347"/>
                      <a:pt x="607150" y="1493187"/>
                    </a:cubicBezTo>
                    <a:cubicBezTo>
                      <a:pt x="593244" y="1490393"/>
                      <a:pt x="582576" y="1487854"/>
                      <a:pt x="576480" y="1486393"/>
                    </a:cubicBezTo>
                    <a:cubicBezTo>
                      <a:pt x="546762" y="1479345"/>
                      <a:pt x="517806" y="1469566"/>
                      <a:pt x="517552" y="1469502"/>
                    </a:cubicBezTo>
                    <a:cubicBezTo>
                      <a:pt x="488532" y="1459533"/>
                      <a:pt x="476086" y="1455024"/>
                      <a:pt x="440844" y="1439340"/>
                    </a:cubicBezTo>
                    <a:cubicBezTo>
                      <a:pt x="422873" y="1431339"/>
                      <a:pt x="399442" y="1419337"/>
                      <a:pt x="382424" y="1409431"/>
                    </a:cubicBezTo>
                    <a:cubicBezTo>
                      <a:pt x="369343" y="1401811"/>
                      <a:pt x="351944" y="1391651"/>
                      <a:pt x="339498" y="1383079"/>
                    </a:cubicBezTo>
                    <a:cubicBezTo>
                      <a:pt x="319686" y="1369426"/>
                      <a:pt x="293778" y="1350503"/>
                      <a:pt x="274982" y="1335454"/>
                    </a:cubicBezTo>
                    <a:cubicBezTo>
                      <a:pt x="249264" y="1314879"/>
                      <a:pt x="218403" y="1283574"/>
                      <a:pt x="195607" y="1259889"/>
                    </a:cubicBezTo>
                    <a:cubicBezTo>
                      <a:pt x="180621" y="1244267"/>
                      <a:pt x="162079" y="1222042"/>
                      <a:pt x="149760" y="1204262"/>
                    </a:cubicBezTo>
                    <a:cubicBezTo>
                      <a:pt x="138330" y="1187753"/>
                      <a:pt x="122836" y="1166035"/>
                      <a:pt x="112168" y="1149017"/>
                    </a:cubicBezTo>
                    <a:cubicBezTo>
                      <a:pt x="103024" y="1134349"/>
                      <a:pt x="91848" y="1114156"/>
                      <a:pt x="83783" y="1098853"/>
                    </a:cubicBezTo>
                    <a:cubicBezTo>
                      <a:pt x="74639" y="1081517"/>
                      <a:pt x="63908" y="1057641"/>
                      <a:pt x="56351" y="1039543"/>
                    </a:cubicBezTo>
                    <a:cubicBezTo>
                      <a:pt x="49620" y="1023287"/>
                      <a:pt x="42254" y="1000935"/>
                      <a:pt x="36222" y="984362"/>
                    </a:cubicBezTo>
                    <a:cubicBezTo>
                      <a:pt x="29554" y="965947"/>
                      <a:pt x="22823" y="940547"/>
                      <a:pt x="19013" y="921370"/>
                    </a:cubicBezTo>
                    <a:cubicBezTo>
                      <a:pt x="11965" y="885810"/>
                      <a:pt x="4345" y="837867"/>
                      <a:pt x="1868" y="801736"/>
                    </a:cubicBezTo>
                    <a:cubicBezTo>
                      <a:pt x="-481" y="768589"/>
                      <a:pt x="-1116" y="724012"/>
                      <a:pt x="2948" y="691055"/>
                    </a:cubicBezTo>
                    <a:cubicBezTo>
                      <a:pt x="5361" y="671371"/>
                      <a:pt x="7139" y="644891"/>
                      <a:pt x="11266" y="625460"/>
                    </a:cubicBezTo>
                    <a:cubicBezTo>
                      <a:pt x="15013" y="607934"/>
                      <a:pt x="19267" y="584312"/>
                      <a:pt x="23776" y="566977"/>
                    </a:cubicBezTo>
                    <a:cubicBezTo>
                      <a:pt x="28665" y="548117"/>
                      <a:pt x="35460" y="522907"/>
                      <a:pt x="42572" y="504747"/>
                    </a:cubicBezTo>
                    <a:cubicBezTo>
                      <a:pt x="48985" y="488427"/>
                      <a:pt x="56923" y="466392"/>
                      <a:pt x="64035" y="450391"/>
                    </a:cubicBezTo>
                    <a:cubicBezTo>
                      <a:pt x="71972" y="432610"/>
                      <a:pt x="83402" y="409242"/>
                      <a:pt x="92737" y="392161"/>
                    </a:cubicBezTo>
                    <a:cubicBezTo>
                      <a:pt x="100992" y="377111"/>
                      <a:pt x="112676" y="357427"/>
                      <a:pt x="122137" y="343139"/>
                    </a:cubicBezTo>
                    <a:cubicBezTo>
                      <a:pt x="133059" y="326629"/>
                      <a:pt x="147918" y="304722"/>
                      <a:pt x="160555" y="289481"/>
                    </a:cubicBezTo>
                    <a:cubicBezTo>
                      <a:pt x="181700" y="263954"/>
                      <a:pt x="210720" y="230490"/>
                      <a:pt x="234850" y="207757"/>
                    </a:cubicBezTo>
                    <a:cubicBezTo>
                      <a:pt x="249328" y="194168"/>
                      <a:pt x="269394" y="176832"/>
                      <a:pt x="284761" y="164323"/>
                    </a:cubicBezTo>
                    <a:cubicBezTo>
                      <a:pt x="296762" y="154544"/>
                      <a:pt x="313272" y="142225"/>
                      <a:pt x="326163" y="133653"/>
                    </a:cubicBezTo>
                    <a:cubicBezTo>
                      <a:pt x="336894" y="126477"/>
                      <a:pt x="349975" y="118159"/>
                      <a:pt x="362675" y="110348"/>
                    </a:cubicBezTo>
                    <a:cubicBezTo>
                      <a:pt x="370422" y="105522"/>
                      <a:pt x="378106" y="100950"/>
                      <a:pt x="384964" y="96949"/>
                    </a:cubicBezTo>
                    <a:cubicBezTo>
                      <a:pt x="396330" y="90282"/>
                      <a:pt x="411888" y="82091"/>
                      <a:pt x="423826" y="76503"/>
                    </a:cubicBezTo>
                    <a:cubicBezTo>
                      <a:pt x="435510" y="71042"/>
                      <a:pt x="451004" y="63803"/>
                      <a:pt x="462878" y="58723"/>
                    </a:cubicBezTo>
                    <a:cubicBezTo>
                      <a:pt x="472784" y="54531"/>
                      <a:pt x="486310" y="49451"/>
                      <a:pt x="496343" y="45642"/>
                    </a:cubicBezTo>
                    <a:cubicBezTo>
                      <a:pt x="512726" y="39418"/>
                      <a:pt x="535141" y="32560"/>
                      <a:pt x="552032" y="27861"/>
                    </a:cubicBezTo>
                    <a:cubicBezTo>
                      <a:pt x="560224" y="25575"/>
                      <a:pt x="571146" y="22591"/>
                      <a:pt x="579464" y="20749"/>
                    </a:cubicBezTo>
                    <a:cubicBezTo>
                      <a:pt x="595149" y="17257"/>
                      <a:pt x="616167" y="12875"/>
                      <a:pt x="632042" y="10081"/>
                    </a:cubicBezTo>
                    <a:cubicBezTo>
                      <a:pt x="643853" y="7986"/>
                      <a:pt x="671539" y="4176"/>
                      <a:pt x="692939" y="2525"/>
                    </a:cubicBezTo>
                    <a:cubicBezTo>
                      <a:pt x="714719" y="874"/>
                      <a:pt x="772504" y="-3508"/>
                      <a:pt x="846228" y="5510"/>
                    </a:cubicBezTo>
                    <a:cubicBezTo>
                      <a:pt x="865151" y="7859"/>
                      <a:pt x="881216" y="10462"/>
                      <a:pt x="892265" y="12494"/>
                    </a:cubicBezTo>
                    <a:cubicBezTo>
                      <a:pt x="902489" y="14336"/>
                      <a:pt x="908394" y="15669"/>
                      <a:pt x="908521" y="15669"/>
                    </a:cubicBezTo>
                    <a:cubicBezTo>
                      <a:pt x="923825" y="19098"/>
                      <a:pt x="944145" y="23988"/>
                      <a:pt x="959258" y="28052"/>
                    </a:cubicBezTo>
                    <a:cubicBezTo>
                      <a:pt x="963258" y="29131"/>
                      <a:pt x="967894" y="30465"/>
                      <a:pt x="972466" y="31862"/>
                    </a:cubicBezTo>
                    <a:cubicBezTo>
                      <a:pt x="979387" y="33957"/>
                      <a:pt x="986563" y="36243"/>
                      <a:pt x="992468" y="38212"/>
                    </a:cubicBezTo>
                    <a:cubicBezTo>
                      <a:pt x="1004025" y="42022"/>
                      <a:pt x="1019329" y="47610"/>
                      <a:pt x="1030695" y="52055"/>
                    </a:cubicBezTo>
                    <a:cubicBezTo>
                      <a:pt x="1039458" y="55548"/>
                      <a:pt x="1050253" y="60119"/>
                      <a:pt x="1059969" y="64374"/>
                    </a:cubicBezTo>
                    <a:cubicBezTo>
                      <a:pt x="1060794" y="64692"/>
                      <a:pt x="1061556" y="65073"/>
                      <a:pt x="1062382" y="65454"/>
                    </a:cubicBezTo>
                    <a:cubicBezTo>
                      <a:pt x="1063525" y="65961"/>
                      <a:pt x="1064731" y="66533"/>
                      <a:pt x="1065874" y="67041"/>
                    </a:cubicBezTo>
                    <a:cubicBezTo>
                      <a:pt x="1067017" y="67549"/>
                      <a:pt x="1068097" y="67993"/>
                      <a:pt x="1069240" y="68501"/>
                    </a:cubicBezTo>
                    <a:cubicBezTo>
                      <a:pt x="1072097" y="69772"/>
                      <a:pt x="1075018" y="71105"/>
                      <a:pt x="1078130" y="72629"/>
                    </a:cubicBezTo>
                    <a:cubicBezTo>
                      <a:pt x="1084734" y="75741"/>
                      <a:pt x="1091782" y="79297"/>
                      <a:pt x="1098767" y="82916"/>
                    </a:cubicBezTo>
                    <a:cubicBezTo>
                      <a:pt x="1108927" y="88186"/>
                      <a:pt x="1119087" y="93711"/>
                      <a:pt x="1127723" y="98410"/>
                    </a:cubicBezTo>
                    <a:cubicBezTo>
                      <a:pt x="1134645" y="102665"/>
                      <a:pt x="1142265" y="107363"/>
                      <a:pt x="1150139" y="112253"/>
                    </a:cubicBezTo>
                    <a:cubicBezTo>
                      <a:pt x="1171856" y="125779"/>
                      <a:pt x="1195478" y="141018"/>
                      <a:pt x="1213258" y="155052"/>
                    </a:cubicBezTo>
                    <a:cubicBezTo>
                      <a:pt x="1229831" y="168133"/>
                      <a:pt x="1251485" y="186104"/>
                      <a:pt x="1267106" y="200264"/>
                    </a:cubicBezTo>
                    <a:cubicBezTo>
                      <a:pt x="1269328" y="202232"/>
                      <a:pt x="1271614" y="204392"/>
                      <a:pt x="1274027" y="206550"/>
                    </a:cubicBezTo>
                    <a:cubicBezTo>
                      <a:pt x="1279171" y="211376"/>
                      <a:pt x="1284568" y="216647"/>
                      <a:pt x="1289775" y="221917"/>
                    </a:cubicBezTo>
                    <a:cubicBezTo>
                      <a:pt x="1289839" y="221981"/>
                      <a:pt x="1289902" y="222044"/>
                      <a:pt x="1289966" y="222108"/>
                    </a:cubicBezTo>
                    <a:cubicBezTo>
                      <a:pt x="1295871" y="228013"/>
                      <a:pt x="1301586" y="233982"/>
                      <a:pt x="1306412" y="239253"/>
                    </a:cubicBezTo>
                    <a:cubicBezTo>
                      <a:pt x="1307682" y="240586"/>
                      <a:pt x="1308952" y="242047"/>
                      <a:pt x="1310286" y="243507"/>
                    </a:cubicBezTo>
                    <a:cubicBezTo>
                      <a:pt x="1319620" y="253922"/>
                      <a:pt x="1330352" y="266304"/>
                      <a:pt x="1339940" y="277861"/>
                    </a:cubicBezTo>
                    <a:cubicBezTo>
                      <a:pt x="1343941" y="282687"/>
                      <a:pt x="1347814" y="287386"/>
                      <a:pt x="1351243" y="291704"/>
                    </a:cubicBezTo>
                    <a:cubicBezTo>
                      <a:pt x="1361848" y="305103"/>
                      <a:pt x="1375056" y="323708"/>
                      <a:pt x="1384517" y="337932"/>
                    </a:cubicBezTo>
                    <a:cubicBezTo>
                      <a:pt x="1395503" y="354442"/>
                      <a:pt x="1409092" y="377175"/>
                      <a:pt x="1418617" y="394510"/>
                    </a:cubicBezTo>
                    <a:cubicBezTo>
                      <a:pt x="1427062" y="409750"/>
                      <a:pt x="1436841" y="430832"/>
                      <a:pt x="1444334" y="446580"/>
                    </a:cubicBezTo>
                    <a:cubicBezTo>
                      <a:pt x="1452780" y="464234"/>
                      <a:pt x="1461860" y="488744"/>
                      <a:pt x="1468401" y="507223"/>
                    </a:cubicBezTo>
                    <a:cubicBezTo>
                      <a:pt x="1474243" y="523987"/>
                      <a:pt x="1480402" y="546847"/>
                      <a:pt x="1485546" y="563865"/>
                    </a:cubicBezTo>
                    <a:cubicBezTo>
                      <a:pt x="1491197" y="582661"/>
                      <a:pt x="1496722" y="608442"/>
                      <a:pt x="1499262" y="627936"/>
                    </a:cubicBezTo>
                    <a:cubicBezTo>
                      <a:pt x="1501548" y="645971"/>
                      <a:pt x="1505421" y="669973"/>
                      <a:pt x="1506882" y="688071"/>
                    </a:cubicBezTo>
                    <a:cubicBezTo>
                      <a:pt x="1508660" y="708073"/>
                      <a:pt x="1509803" y="734934"/>
                      <a:pt x="1509803" y="75500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0" name="Google Shape;640;p27"/>
              <p:cNvSpPr/>
              <p:nvPr/>
            </p:nvSpPr>
            <p:spPr>
              <a:xfrm>
                <a:off x="-2229486" y="3409650"/>
                <a:ext cx="564133" cy="751379"/>
              </a:xfrm>
              <a:custGeom>
                <a:rect b="b" l="l" r="r" t="t"/>
                <a:pathLst>
                  <a:path extrusionOk="0" h="751379" w="564133">
                    <a:moveTo>
                      <a:pt x="561565" y="167235"/>
                    </a:moveTo>
                    <a:cubicBezTo>
                      <a:pt x="555914" y="175236"/>
                      <a:pt x="541944" y="178792"/>
                      <a:pt x="532673" y="179935"/>
                    </a:cubicBezTo>
                    <a:cubicBezTo>
                      <a:pt x="524291" y="180951"/>
                      <a:pt x="516417" y="177077"/>
                      <a:pt x="508225" y="177966"/>
                    </a:cubicBezTo>
                    <a:cubicBezTo>
                      <a:pt x="495335" y="179363"/>
                      <a:pt x="484159" y="191682"/>
                      <a:pt x="477555" y="201779"/>
                    </a:cubicBezTo>
                    <a:cubicBezTo>
                      <a:pt x="476094" y="204001"/>
                      <a:pt x="479650" y="206033"/>
                      <a:pt x="481047" y="203874"/>
                    </a:cubicBezTo>
                    <a:cubicBezTo>
                      <a:pt x="481238" y="203557"/>
                      <a:pt x="481492" y="203239"/>
                      <a:pt x="481746" y="202922"/>
                    </a:cubicBezTo>
                    <a:cubicBezTo>
                      <a:pt x="485873" y="200699"/>
                      <a:pt x="490064" y="198540"/>
                      <a:pt x="494573" y="197143"/>
                    </a:cubicBezTo>
                    <a:cubicBezTo>
                      <a:pt x="497049" y="196191"/>
                      <a:pt x="499589" y="195683"/>
                      <a:pt x="502193" y="195492"/>
                    </a:cubicBezTo>
                    <a:cubicBezTo>
                      <a:pt x="504415" y="198350"/>
                      <a:pt x="506638" y="201271"/>
                      <a:pt x="508860" y="204128"/>
                    </a:cubicBezTo>
                    <a:cubicBezTo>
                      <a:pt x="508797" y="207430"/>
                      <a:pt x="503336" y="210732"/>
                      <a:pt x="502828" y="214669"/>
                    </a:cubicBezTo>
                    <a:cubicBezTo>
                      <a:pt x="502320" y="218289"/>
                      <a:pt x="503907" y="221019"/>
                      <a:pt x="506574" y="223305"/>
                    </a:cubicBezTo>
                    <a:cubicBezTo>
                      <a:pt x="508543" y="225020"/>
                      <a:pt x="511083" y="225718"/>
                      <a:pt x="513178" y="227179"/>
                    </a:cubicBezTo>
                    <a:cubicBezTo>
                      <a:pt x="522894" y="233846"/>
                      <a:pt x="523021" y="244133"/>
                      <a:pt x="510067" y="248832"/>
                    </a:cubicBezTo>
                    <a:cubicBezTo>
                      <a:pt x="502891" y="251436"/>
                      <a:pt x="494700" y="251817"/>
                      <a:pt x="487270" y="253976"/>
                    </a:cubicBezTo>
                    <a:cubicBezTo>
                      <a:pt x="480349" y="256008"/>
                      <a:pt x="473618" y="258484"/>
                      <a:pt x="467077" y="261405"/>
                    </a:cubicBezTo>
                    <a:cubicBezTo>
                      <a:pt x="452726" y="267819"/>
                      <a:pt x="438947" y="276391"/>
                      <a:pt x="427453" y="287123"/>
                    </a:cubicBezTo>
                    <a:cubicBezTo>
                      <a:pt x="409546" y="299315"/>
                      <a:pt x="388972" y="301537"/>
                      <a:pt x="377860" y="322302"/>
                    </a:cubicBezTo>
                    <a:cubicBezTo>
                      <a:pt x="371002" y="335129"/>
                      <a:pt x="365668" y="348464"/>
                      <a:pt x="354809" y="358687"/>
                    </a:cubicBezTo>
                    <a:cubicBezTo>
                      <a:pt x="346046" y="366942"/>
                      <a:pt x="335442" y="372721"/>
                      <a:pt x="325218" y="378880"/>
                    </a:cubicBezTo>
                    <a:cubicBezTo>
                      <a:pt x="307756" y="389358"/>
                      <a:pt x="293214" y="400915"/>
                      <a:pt x="285848" y="420536"/>
                    </a:cubicBezTo>
                    <a:cubicBezTo>
                      <a:pt x="277339" y="443015"/>
                      <a:pt x="277720" y="469114"/>
                      <a:pt x="262290" y="488481"/>
                    </a:cubicBezTo>
                    <a:cubicBezTo>
                      <a:pt x="255559" y="464669"/>
                      <a:pt x="265909" y="431014"/>
                      <a:pt x="241843" y="415710"/>
                    </a:cubicBezTo>
                    <a:cubicBezTo>
                      <a:pt x="233334" y="410313"/>
                      <a:pt x="217332" y="405550"/>
                      <a:pt x="207299" y="408979"/>
                    </a:cubicBezTo>
                    <a:cubicBezTo>
                      <a:pt x="203171" y="410313"/>
                      <a:pt x="202155" y="412345"/>
                      <a:pt x="200314" y="415964"/>
                    </a:cubicBezTo>
                    <a:cubicBezTo>
                      <a:pt x="198663" y="419139"/>
                      <a:pt x="198218" y="424092"/>
                      <a:pt x="195043" y="426696"/>
                    </a:cubicBezTo>
                    <a:cubicBezTo>
                      <a:pt x="192313" y="428982"/>
                      <a:pt x="185518" y="428410"/>
                      <a:pt x="182661" y="427648"/>
                    </a:cubicBezTo>
                    <a:cubicBezTo>
                      <a:pt x="177644" y="426251"/>
                      <a:pt x="173263" y="423076"/>
                      <a:pt x="168818" y="420600"/>
                    </a:cubicBezTo>
                    <a:cubicBezTo>
                      <a:pt x="156689" y="414123"/>
                      <a:pt x="147482" y="414440"/>
                      <a:pt x="136369" y="422695"/>
                    </a:cubicBezTo>
                    <a:cubicBezTo>
                      <a:pt x="123161" y="432601"/>
                      <a:pt x="112747" y="445936"/>
                      <a:pt x="102460" y="458700"/>
                    </a:cubicBezTo>
                    <a:cubicBezTo>
                      <a:pt x="84553" y="480861"/>
                      <a:pt x="64741" y="508357"/>
                      <a:pt x="70520" y="538583"/>
                    </a:cubicBezTo>
                    <a:cubicBezTo>
                      <a:pt x="72869" y="551092"/>
                      <a:pt x="80362" y="562967"/>
                      <a:pt x="92808" y="567221"/>
                    </a:cubicBezTo>
                    <a:cubicBezTo>
                      <a:pt x="103603" y="570904"/>
                      <a:pt x="116367" y="568555"/>
                      <a:pt x="123098" y="558966"/>
                    </a:cubicBezTo>
                    <a:cubicBezTo>
                      <a:pt x="123415" y="558522"/>
                      <a:pt x="123415" y="558014"/>
                      <a:pt x="123288" y="557569"/>
                    </a:cubicBezTo>
                    <a:cubicBezTo>
                      <a:pt x="134210" y="546266"/>
                      <a:pt x="144180" y="534138"/>
                      <a:pt x="160055" y="529375"/>
                    </a:cubicBezTo>
                    <a:cubicBezTo>
                      <a:pt x="165770" y="527661"/>
                      <a:pt x="172437" y="526645"/>
                      <a:pt x="178343" y="528169"/>
                    </a:cubicBezTo>
                    <a:cubicBezTo>
                      <a:pt x="188884" y="531026"/>
                      <a:pt x="186344" y="543917"/>
                      <a:pt x="180629" y="550711"/>
                    </a:cubicBezTo>
                    <a:cubicBezTo>
                      <a:pt x="175993" y="556172"/>
                      <a:pt x="171104" y="561252"/>
                      <a:pt x="166976" y="567094"/>
                    </a:cubicBezTo>
                    <a:cubicBezTo>
                      <a:pt x="160436" y="576365"/>
                      <a:pt x="149958" y="591669"/>
                      <a:pt x="150466" y="603670"/>
                    </a:cubicBezTo>
                    <a:cubicBezTo>
                      <a:pt x="150784" y="610782"/>
                      <a:pt x="156181" y="614656"/>
                      <a:pt x="162404" y="616180"/>
                    </a:cubicBezTo>
                    <a:cubicBezTo>
                      <a:pt x="162595" y="616370"/>
                      <a:pt x="162722" y="616624"/>
                      <a:pt x="163039" y="616624"/>
                    </a:cubicBezTo>
                    <a:cubicBezTo>
                      <a:pt x="163928" y="616688"/>
                      <a:pt x="164944" y="616751"/>
                      <a:pt x="165960" y="616815"/>
                    </a:cubicBezTo>
                    <a:cubicBezTo>
                      <a:pt x="167548" y="617005"/>
                      <a:pt x="169199" y="617069"/>
                      <a:pt x="170723" y="617005"/>
                    </a:cubicBezTo>
                    <a:cubicBezTo>
                      <a:pt x="170977" y="617005"/>
                      <a:pt x="171167" y="616942"/>
                      <a:pt x="171358" y="616878"/>
                    </a:cubicBezTo>
                    <a:cubicBezTo>
                      <a:pt x="181772" y="616751"/>
                      <a:pt x="194408" y="616561"/>
                      <a:pt x="195424" y="627737"/>
                    </a:cubicBezTo>
                    <a:cubicBezTo>
                      <a:pt x="196250" y="636881"/>
                      <a:pt x="187423" y="648057"/>
                      <a:pt x="183867" y="656185"/>
                    </a:cubicBezTo>
                    <a:cubicBezTo>
                      <a:pt x="178724" y="668123"/>
                      <a:pt x="174596" y="681394"/>
                      <a:pt x="177454" y="694412"/>
                    </a:cubicBezTo>
                    <a:cubicBezTo>
                      <a:pt x="179676" y="704762"/>
                      <a:pt x="185963" y="715049"/>
                      <a:pt x="195742" y="719748"/>
                    </a:cubicBezTo>
                    <a:cubicBezTo>
                      <a:pt x="200568" y="722034"/>
                      <a:pt x="205775" y="720637"/>
                      <a:pt x="210347" y="722352"/>
                    </a:cubicBezTo>
                    <a:cubicBezTo>
                      <a:pt x="227428" y="728765"/>
                      <a:pt x="205838" y="756705"/>
                      <a:pt x="193964" y="750482"/>
                    </a:cubicBezTo>
                    <a:cubicBezTo>
                      <a:pt x="192313" y="748323"/>
                      <a:pt x="190662" y="744958"/>
                      <a:pt x="189201" y="743751"/>
                    </a:cubicBezTo>
                    <a:cubicBezTo>
                      <a:pt x="184883" y="740132"/>
                      <a:pt x="179295" y="738671"/>
                      <a:pt x="174977" y="734734"/>
                    </a:cubicBezTo>
                    <a:cubicBezTo>
                      <a:pt x="166405" y="726860"/>
                      <a:pt x="159610" y="716446"/>
                      <a:pt x="154530" y="706032"/>
                    </a:cubicBezTo>
                    <a:cubicBezTo>
                      <a:pt x="146783" y="690157"/>
                      <a:pt x="146910" y="666662"/>
                      <a:pt x="133448" y="654089"/>
                    </a:cubicBezTo>
                    <a:cubicBezTo>
                      <a:pt x="126209" y="647422"/>
                      <a:pt x="115732" y="646342"/>
                      <a:pt x="108302" y="639738"/>
                    </a:cubicBezTo>
                    <a:cubicBezTo>
                      <a:pt x="99666" y="632055"/>
                      <a:pt x="97825" y="622149"/>
                      <a:pt x="93570" y="612052"/>
                    </a:cubicBezTo>
                    <a:cubicBezTo>
                      <a:pt x="90713" y="605258"/>
                      <a:pt x="86077" y="601130"/>
                      <a:pt x="80807" y="599416"/>
                    </a:cubicBezTo>
                    <a:cubicBezTo>
                      <a:pt x="80616" y="599098"/>
                      <a:pt x="80362" y="598844"/>
                      <a:pt x="79854" y="598654"/>
                    </a:cubicBezTo>
                    <a:cubicBezTo>
                      <a:pt x="76743" y="597574"/>
                      <a:pt x="74393" y="597892"/>
                      <a:pt x="71599" y="598844"/>
                    </a:cubicBezTo>
                    <a:cubicBezTo>
                      <a:pt x="69059" y="599225"/>
                      <a:pt x="66519" y="600051"/>
                      <a:pt x="63979" y="601321"/>
                    </a:cubicBezTo>
                    <a:cubicBezTo>
                      <a:pt x="58899" y="602273"/>
                      <a:pt x="54137" y="601321"/>
                      <a:pt x="49374" y="596939"/>
                    </a:cubicBezTo>
                    <a:cubicBezTo>
                      <a:pt x="39595" y="587922"/>
                      <a:pt x="30007" y="578651"/>
                      <a:pt x="21752" y="568174"/>
                    </a:cubicBezTo>
                    <a:cubicBezTo>
                      <a:pt x="2575" y="543726"/>
                      <a:pt x="-2315" y="514897"/>
                      <a:pt x="924" y="484544"/>
                    </a:cubicBezTo>
                    <a:cubicBezTo>
                      <a:pt x="3972" y="455779"/>
                      <a:pt x="13243" y="428220"/>
                      <a:pt x="17116" y="399645"/>
                    </a:cubicBezTo>
                    <a:cubicBezTo>
                      <a:pt x="18958" y="386056"/>
                      <a:pt x="19085" y="372784"/>
                      <a:pt x="17942" y="359195"/>
                    </a:cubicBezTo>
                    <a:cubicBezTo>
                      <a:pt x="17688" y="344717"/>
                      <a:pt x="16164" y="330303"/>
                      <a:pt x="17180" y="315761"/>
                    </a:cubicBezTo>
                    <a:cubicBezTo>
                      <a:pt x="18704" y="293219"/>
                      <a:pt x="30134" y="275121"/>
                      <a:pt x="42389" y="256897"/>
                    </a:cubicBezTo>
                    <a:cubicBezTo>
                      <a:pt x="66075" y="221718"/>
                      <a:pt x="100873" y="192825"/>
                      <a:pt x="141068" y="177966"/>
                    </a:cubicBezTo>
                    <a:cubicBezTo>
                      <a:pt x="156880" y="172124"/>
                      <a:pt x="172755" y="169203"/>
                      <a:pt x="185582" y="157456"/>
                    </a:cubicBezTo>
                    <a:cubicBezTo>
                      <a:pt x="198853" y="145391"/>
                      <a:pt x="208124" y="129452"/>
                      <a:pt x="220634" y="116689"/>
                    </a:cubicBezTo>
                    <a:cubicBezTo>
                      <a:pt x="228127" y="109069"/>
                      <a:pt x="236255" y="102084"/>
                      <a:pt x="244891" y="95924"/>
                    </a:cubicBezTo>
                    <a:cubicBezTo>
                      <a:pt x="251114" y="91479"/>
                      <a:pt x="258035" y="87669"/>
                      <a:pt x="263433" y="82208"/>
                    </a:cubicBezTo>
                    <a:cubicBezTo>
                      <a:pt x="271434" y="74080"/>
                      <a:pt x="275307" y="62206"/>
                      <a:pt x="268132" y="52427"/>
                    </a:cubicBezTo>
                    <a:cubicBezTo>
                      <a:pt x="267560" y="51665"/>
                      <a:pt x="266290" y="52363"/>
                      <a:pt x="266862" y="53125"/>
                    </a:cubicBezTo>
                    <a:cubicBezTo>
                      <a:pt x="266925" y="53252"/>
                      <a:pt x="266989" y="53379"/>
                      <a:pt x="267052" y="53506"/>
                    </a:cubicBezTo>
                    <a:cubicBezTo>
                      <a:pt x="266227" y="52871"/>
                      <a:pt x="265338" y="52236"/>
                      <a:pt x="264258" y="51665"/>
                    </a:cubicBezTo>
                    <a:cubicBezTo>
                      <a:pt x="259496" y="49188"/>
                      <a:pt x="254035" y="49506"/>
                      <a:pt x="248891" y="50585"/>
                    </a:cubicBezTo>
                    <a:cubicBezTo>
                      <a:pt x="238287" y="52808"/>
                      <a:pt x="228952" y="57507"/>
                      <a:pt x="217967" y="58586"/>
                    </a:cubicBezTo>
                    <a:cubicBezTo>
                      <a:pt x="214538" y="58904"/>
                      <a:pt x="203679" y="60428"/>
                      <a:pt x="200949" y="58269"/>
                    </a:cubicBezTo>
                    <a:cubicBezTo>
                      <a:pt x="192186" y="51284"/>
                      <a:pt x="210220" y="45759"/>
                      <a:pt x="212569" y="45061"/>
                    </a:cubicBezTo>
                    <a:cubicBezTo>
                      <a:pt x="221586" y="42203"/>
                      <a:pt x="231238" y="40933"/>
                      <a:pt x="240509" y="39028"/>
                    </a:cubicBezTo>
                    <a:cubicBezTo>
                      <a:pt x="260956" y="34964"/>
                      <a:pt x="281403" y="30646"/>
                      <a:pt x="301152" y="23852"/>
                    </a:cubicBezTo>
                    <a:cubicBezTo>
                      <a:pt x="320202" y="17311"/>
                      <a:pt x="338109" y="7532"/>
                      <a:pt x="357667" y="2643"/>
                    </a:cubicBezTo>
                    <a:cubicBezTo>
                      <a:pt x="371891" y="-977"/>
                      <a:pt x="387893" y="-3136"/>
                      <a:pt x="396275" y="11787"/>
                    </a:cubicBezTo>
                    <a:cubicBezTo>
                      <a:pt x="398370" y="15597"/>
                      <a:pt x="397862" y="17565"/>
                      <a:pt x="402371" y="18835"/>
                    </a:cubicBezTo>
                    <a:cubicBezTo>
                      <a:pt x="407197" y="20296"/>
                      <a:pt x="412658" y="18454"/>
                      <a:pt x="417738" y="20042"/>
                    </a:cubicBezTo>
                    <a:cubicBezTo>
                      <a:pt x="425104" y="21820"/>
                      <a:pt x="428596" y="26709"/>
                      <a:pt x="428279" y="34774"/>
                    </a:cubicBezTo>
                    <a:cubicBezTo>
                      <a:pt x="428152" y="35726"/>
                      <a:pt x="428088" y="36679"/>
                      <a:pt x="428215" y="37631"/>
                    </a:cubicBezTo>
                    <a:cubicBezTo>
                      <a:pt x="429930" y="41187"/>
                      <a:pt x="430057" y="41505"/>
                      <a:pt x="434311" y="42203"/>
                    </a:cubicBezTo>
                    <a:cubicBezTo>
                      <a:pt x="442058" y="43410"/>
                      <a:pt x="452218" y="40743"/>
                      <a:pt x="459394" y="38393"/>
                    </a:cubicBezTo>
                    <a:cubicBezTo>
                      <a:pt x="463013" y="37250"/>
                      <a:pt x="466442" y="35790"/>
                      <a:pt x="469871" y="34202"/>
                    </a:cubicBezTo>
                    <a:cubicBezTo>
                      <a:pt x="472030" y="33123"/>
                      <a:pt x="474253" y="32043"/>
                      <a:pt x="476412" y="30964"/>
                    </a:cubicBezTo>
                    <a:cubicBezTo>
                      <a:pt x="482444" y="26392"/>
                      <a:pt x="487715" y="27979"/>
                      <a:pt x="492287" y="35726"/>
                    </a:cubicBezTo>
                    <a:cubicBezTo>
                      <a:pt x="491334" y="36679"/>
                      <a:pt x="491842" y="37949"/>
                      <a:pt x="492731" y="38520"/>
                    </a:cubicBezTo>
                    <a:cubicBezTo>
                      <a:pt x="486572" y="53189"/>
                      <a:pt x="468220" y="55665"/>
                      <a:pt x="453044" y="63476"/>
                    </a:cubicBezTo>
                    <a:cubicBezTo>
                      <a:pt x="439582" y="70334"/>
                      <a:pt x="422310" y="81319"/>
                      <a:pt x="412975" y="93448"/>
                    </a:cubicBezTo>
                    <a:cubicBezTo>
                      <a:pt x="409546" y="97893"/>
                      <a:pt x="407133" y="103735"/>
                      <a:pt x="408403" y="109450"/>
                    </a:cubicBezTo>
                    <a:cubicBezTo>
                      <a:pt x="410118" y="117197"/>
                      <a:pt x="418373" y="121007"/>
                      <a:pt x="420722" y="128563"/>
                    </a:cubicBezTo>
                    <a:cubicBezTo>
                      <a:pt x="425167" y="143232"/>
                      <a:pt x="417992" y="158980"/>
                      <a:pt x="427009" y="172632"/>
                    </a:cubicBezTo>
                    <a:cubicBezTo>
                      <a:pt x="427771" y="173775"/>
                      <a:pt x="429104" y="173648"/>
                      <a:pt x="429993" y="172950"/>
                    </a:cubicBezTo>
                    <a:cubicBezTo>
                      <a:pt x="430565" y="173140"/>
                      <a:pt x="431200" y="173013"/>
                      <a:pt x="431708" y="172378"/>
                    </a:cubicBezTo>
                    <a:cubicBezTo>
                      <a:pt x="447710" y="153836"/>
                      <a:pt x="464918" y="136374"/>
                      <a:pt x="472856" y="112688"/>
                    </a:cubicBezTo>
                    <a:cubicBezTo>
                      <a:pt x="476856" y="100814"/>
                      <a:pt x="479714" y="85891"/>
                      <a:pt x="489683" y="77319"/>
                    </a:cubicBezTo>
                    <a:cubicBezTo>
                      <a:pt x="495906" y="71985"/>
                      <a:pt x="508098" y="72302"/>
                      <a:pt x="510892" y="81002"/>
                    </a:cubicBezTo>
                    <a:cubicBezTo>
                      <a:pt x="511781" y="83796"/>
                      <a:pt x="511718" y="87034"/>
                      <a:pt x="511781" y="89955"/>
                    </a:cubicBezTo>
                    <a:cubicBezTo>
                      <a:pt x="511908" y="95035"/>
                      <a:pt x="511337" y="100179"/>
                      <a:pt x="511083" y="105259"/>
                    </a:cubicBezTo>
                    <a:cubicBezTo>
                      <a:pt x="510956" y="105386"/>
                      <a:pt x="510765" y="105513"/>
                      <a:pt x="510638" y="105576"/>
                    </a:cubicBezTo>
                    <a:cubicBezTo>
                      <a:pt x="510067" y="106148"/>
                      <a:pt x="510384" y="106973"/>
                      <a:pt x="510956" y="107354"/>
                    </a:cubicBezTo>
                    <a:cubicBezTo>
                      <a:pt x="510892" y="107735"/>
                      <a:pt x="510892" y="108180"/>
                      <a:pt x="510892" y="108561"/>
                    </a:cubicBezTo>
                    <a:cubicBezTo>
                      <a:pt x="510892" y="109323"/>
                      <a:pt x="512162" y="109513"/>
                      <a:pt x="512226" y="108751"/>
                    </a:cubicBezTo>
                    <a:cubicBezTo>
                      <a:pt x="512289" y="108180"/>
                      <a:pt x="512416" y="107608"/>
                      <a:pt x="512543" y="107037"/>
                    </a:cubicBezTo>
                    <a:cubicBezTo>
                      <a:pt x="515845" y="104497"/>
                      <a:pt x="519084" y="102020"/>
                      <a:pt x="522767" y="99988"/>
                    </a:cubicBezTo>
                    <a:cubicBezTo>
                      <a:pt x="525497" y="98401"/>
                      <a:pt x="528355" y="97131"/>
                      <a:pt x="531339" y="96051"/>
                    </a:cubicBezTo>
                    <a:cubicBezTo>
                      <a:pt x="534070" y="98337"/>
                      <a:pt x="536800" y="100623"/>
                      <a:pt x="539594" y="102846"/>
                    </a:cubicBezTo>
                    <a:cubicBezTo>
                      <a:pt x="540737" y="105449"/>
                      <a:pt x="539023" y="111101"/>
                      <a:pt x="539150" y="113958"/>
                    </a:cubicBezTo>
                    <a:cubicBezTo>
                      <a:pt x="539340" y="116244"/>
                      <a:pt x="539721" y="118594"/>
                      <a:pt x="540356" y="120753"/>
                    </a:cubicBezTo>
                    <a:cubicBezTo>
                      <a:pt x="541880" y="126404"/>
                      <a:pt x="544865" y="131548"/>
                      <a:pt x="548357" y="136183"/>
                    </a:cubicBezTo>
                    <a:cubicBezTo>
                      <a:pt x="554580" y="145073"/>
                      <a:pt x="570265" y="154916"/>
                      <a:pt x="561565" y="16723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1" name="Google Shape;641;p27"/>
              <p:cNvSpPr/>
              <p:nvPr/>
            </p:nvSpPr>
            <p:spPr>
              <a:xfrm>
                <a:off x="-1722403" y="3384353"/>
                <a:ext cx="98344" cy="110816"/>
              </a:xfrm>
              <a:custGeom>
                <a:rect b="b" l="l" r="r" t="t"/>
                <a:pathLst>
                  <a:path extrusionOk="0" h="110816" w="98344">
                    <a:moveTo>
                      <a:pt x="96964" y="103505"/>
                    </a:moveTo>
                    <a:cubicBezTo>
                      <a:pt x="97282" y="105410"/>
                      <a:pt x="97663" y="107315"/>
                      <a:pt x="98044" y="109220"/>
                    </a:cubicBezTo>
                    <a:cubicBezTo>
                      <a:pt x="93789" y="111570"/>
                      <a:pt x="90233" y="111316"/>
                      <a:pt x="87376" y="108522"/>
                    </a:cubicBezTo>
                    <a:cubicBezTo>
                      <a:pt x="75819" y="101854"/>
                      <a:pt x="66802" y="85916"/>
                      <a:pt x="59944" y="74803"/>
                    </a:cubicBezTo>
                    <a:cubicBezTo>
                      <a:pt x="56642" y="69405"/>
                      <a:pt x="53657" y="63500"/>
                      <a:pt x="55308" y="56833"/>
                    </a:cubicBezTo>
                    <a:cubicBezTo>
                      <a:pt x="55880" y="54420"/>
                      <a:pt x="57086" y="52324"/>
                      <a:pt x="57340" y="49784"/>
                    </a:cubicBezTo>
                    <a:cubicBezTo>
                      <a:pt x="57658" y="46291"/>
                      <a:pt x="56896" y="42863"/>
                      <a:pt x="55435" y="39624"/>
                    </a:cubicBezTo>
                    <a:cubicBezTo>
                      <a:pt x="51498" y="31242"/>
                      <a:pt x="43307" y="26289"/>
                      <a:pt x="35115" y="22923"/>
                    </a:cubicBezTo>
                    <a:cubicBezTo>
                      <a:pt x="20764" y="17145"/>
                      <a:pt x="8128" y="13081"/>
                      <a:pt x="0" y="0"/>
                    </a:cubicBezTo>
                    <a:cubicBezTo>
                      <a:pt x="64" y="64"/>
                      <a:pt x="64" y="64"/>
                      <a:pt x="127" y="64"/>
                    </a:cubicBezTo>
                    <a:cubicBezTo>
                      <a:pt x="698" y="508"/>
                      <a:pt x="1333" y="953"/>
                      <a:pt x="1714" y="1270"/>
                    </a:cubicBezTo>
                    <a:cubicBezTo>
                      <a:pt x="4445" y="3239"/>
                      <a:pt x="7557" y="5080"/>
                      <a:pt x="10858" y="5905"/>
                    </a:cubicBezTo>
                    <a:cubicBezTo>
                      <a:pt x="11938" y="6159"/>
                      <a:pt x="12636" y="5334"/>
                      <a:pt x="12636" y="4572"/>
                    </a:cubicBezTo>
                    <a:cubicBezTo>
                      <a:pt x="36068" y="12827"/>
                      <a:pt x="59880" y="20066"/>
                      <a:pt x="83121" y="28892"/>
                    </a:cubicBezTo>
                    <a:cubicBezTo>
                      <a:pt x="88392" y="30861"/>
                      <a:pt x="90995" y="32385"/>
                      <a:pt x="94551" y="37021"/>
                    </a:cubicBezTo>
                    <a:cubicBezTo>
                      <a:pt x="99568" y="43434"/>
                      <a:pt x="98552" y="48451"/>
                      <a:pt x="97409" y="56324"/>
                    </a:cubicBezTo>
                    <a:cubicBezTo>
                      <a:pt x="96583" y="62230"/>
                      <a:pt x="95631" y="68072"/>
                      <a:pt x="95314" y="74041"/>
                    </a:cubicBezTo>
                    <a:cubicBezTo>
                      <a:pt x="94932" y="81788"/>
                      <a:pt x="95250" y="89598"/>
                      <a:pt x="96139" y="97282"/>
                    </a:cubicBezTo>
                    <a:cubicBezTo>
                      <a:pt x="96266" y="99314"/>
                      <a:pt x="96647" y="101409"/>
                      <a:pt x="96964" y="10350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2" name="Google Shape;642;p27"/>
              <p:cNvSpPr/>
              <p:nvPr/>
            </p:nvSpPr>
            <p:spPr>
              <a:xfrm>
                <a:off x="-1592927" y="3382896"/>
                <a:ext cx="397129" cy="307338"/>
              </a:xfrm>
              <a:custGeom>
                <a:rect b="b" l="l" r="r" t="t"/>
                <a:pathLst>
                  <a:path extrusionOk="0" h="307338" w="397129">
                    <a:moveTo>
                      <a:pt x="397129" y="230564"/>
                    </a:moveTo>
                    <a:cubicBezTo>
                      <a:pt x="393383" y="232659"/>
                      <a:pt x="389636" y="234692"/>
                      <a:pt x="385826" y="236787"/>
                    </a:cubicBezTo>
                    <a:cubicBezTo>
                      <a:pt x="379667" y="236724"/>
                      <a:pt x="370459" y="226183"/>
                      <a:pt x="366141" y="221928"/>
                    </a:cubicBezTo>
                    <a:cubicBezTo>
                      <a:pt x="361125" y="217039"/>
                      <a:pt x="356489" y="211768"/>
                      <a:pt x="351790" y="206625"/>
                    </a:cubicBezTo>
                    <a:cubicBezTo>
                      <a:pt x="342138" y="196211"/>
                      <a:pt x="331851" y="186940"/>
                      <a:pt x="319596" y="179637"/>
                    </a:cubicBezTo>
                    <a:cubicBezTo>
                      <a:pt x="312547" y="175446"/>
                      <a:pt x="299021" y="166493"/>
                      <a:pt x="290195" y="170874"/>
                    </a:cubicBezTo>
                    <a:cubicBezTo>
                      <a:pt x="281432" y="175256"/>
                      <a:pt x="282512" y="189734"/>
                      <a:pt x="283528" y="197608"/>
                    </a:cubicBezTo>
                    <a:cubicBezTo>
                      <a:pt x="284163" y="202942"/>
                      <a:pt x="285496" y="208022"/>
                      <a:pt x="287147" y="212975"/>
                    </a:cubicBezTo>
                    <a:cubicBezTo>
                      <a:pt x="286957" y="213292"/>
                      <a:pt x="286957" y="213737"/>
                      <a:pt x="287211" y="214181"/>
                    </a:cubicBezTo>
                    <a:cubicBezTo>
                      <a:pt x="287528" y="214880"/>
                      <a:pt x="287973" y="215515"/>
                      <a:pt x="288290" y="216150"/>
                    </a:cubicBezTo>
                    <a:cubicBezTo>
                      <a:pt x="291275" y="224024"/>
                      <a:pt x="295212" y="231517"/>
                      <a:pt x="299466" y="238946"/>
                    </a:cubicBezTo>
                    <a:cubicBezTo>
                      <a:pt x="300038" y="240089"/>
                      <a:pt x="301435" y="239518"/>
                      <a:pt x="301625" y="238502"/>
                    </a:cubicBezTo>
                    <a:cubicBezTo>
                      <a:pt x="302832" y="240534"/>
                      <a:pt x="304102" y="242565"/>
                      <a:pt x="305308" y="244534"/>
                    </a:cubicBezTo>
                    <a:cubicBezTo>
                      <a:pt x="311214" y="254313"/>
                      <a:pt x="319596" y="264664"/>
                      <a:pt x="322580" y="275840"/>
                    </a:cubicBezTo>
                    <a:cubicBezTo>
                      <a:pt x="326962" y="291715"/>
                      <a:pt x="313627" y="312606"/>
                      <a:pt x="295402" y="306129"/>
                    </a:cubicBezTo>
                    <a:cubicBezTo>
                      <a:pt x="284988" y="302446"/>
                      <a:pt x="277876" y="291016"/>
                      <a:pt x="271463" y="282634"/>
                    </a:cubicBezTo>
                    <a:cubicBezTo>
                      <a:pt x="264922" y="274062"/>
                      <a:pt x="258636" y="265362"/>
                      <a:pt x="252540" y="256409"/>
                    </a:cubicBezTo>
                    <a:cubicBezTo>
                      <a:pt x="248412" y="250376"/>
                      <a:pt x="245364" y="247900"/>
                      <a:pt x="246761" y="240343"/>
                    </a:cubicBezTo>
                    <a:cubicBezTo>
                      <a:pt x="248476" y="231263"/>
                      <a:pt x="250127" y="235834"/>
                      <a:pt x="256413" y="232659"/>
                    </a:cubicBezTo>
                    <a:cubicBezTo>
                      <a:pt x="267335" y="227135"/>
                      <a:pt x="256032" y="213419"/>
                      <a:pt x="250254" y="208466"/>
                    </a:cubicBezTo>
                    <a:cubicBezTo>
                      <a:pt x="244285" y="203322"/>
                      <a:pt x="237109" y="199830"/>
                      <a:pt x="230061" y="196338"/>
                    </a:cubicBezTo>
                    <a:cubicBezTo>
                      <a:pt x="226505" y="194623"/>
                      <a:pt x="222695" y="192972"/>
                      <a:pt x="219329" y="190813"/>
                    </a:cubicBezTo>
                    <a:cubicBezTo>
                      <a:pt x="210693" y="185034"/>
                      <a:pt x="212662" y="180272"/>
                      <a:pt x="212916" y="171446"/>
                    </a:cubicBezTo>
                    <a:cubicBezTo>
                      <a:pt x="213170" y="163190"/>
                      <a:pt x="211455" y="156777"/>
                      <a:pt x="206502" y="150046"/>
                    </a:cubicBezTo>
                    <a:cubicBezTo>
                      <a:pt x="200596" y="141918"/>
                      <a:pt x="190754" y="137156"/>
                      <a:pt x="185420" y="128710"/>
                    </a:cubicBezTo>
                    <a:cubicBezTo>
                      <a:pt x="178435" y="117725"/>
                      <a:pt x="187008" y="111692"/>
                      <a:pt x="185293" y="101215"/>
                    </a:cubicBezTo>
                    <a:cubicBezTo>
                      <a:pt x="184277" y="94865"/>
                      <a:pt x="179261" y="89658"/>
                      <a:pt x="174308" y="85975"/>
                    </a:cubicBezTo>
                    <a:cubicBezTo>
                      <a:pt x="159703" y="75243"/>
                      <a:pt x="139700" y="71370"/>
                      <a:pt x="122682" y="66290"/>
                    </a:cubicBezTo>
                    <a:cubicBezTo>
                      <a:pt x="110744" y="62734"/>
                      <a:pt x="98806" y="58860"/>
                      <a:pt x="87693" y="53018"/>
                    </a:cubicBezTo>
                    <a:cubicBezTo>
                      <a:pt x="77851" y="47875"/>
                      <a:pt x="68898" y="41080"/>
                      <a:pt x="58738" y="36572"/>
                    </a:cubicBezTo>
                    <a:cubicBezTo>
                      <a:pt x="40196" y="28253"/>
                      <a:pt x="18352" y="30539"/>
                      <a:pt x="826" y="19998"/>
                    </a:cubicBezTo>
                    <a:cubicBezTo>
                      <a:pt x="699" y="19681"/>
                      <a:pt x="508" y="19427"/>
                      <a:pt x="0" y="19363"/>
                    </a:cubicBezTo>
                    <a:cubicBezTo>
                      <a:pt x="762" y="17903"/>
                      <a:pt x="1524" y="16506"/>
                      <a:pt x="2286" y="15109"/>
                    </a:cubicBezTo>
                    <a:cubicBezTo>
                      <a:pt x="3874" y="15172"/>
                      <a:pt x="5525" y="15363"/>
                      <a:pt x="7112" y="15553"/>
                    </a:cubicBezTo>
                    <a:cubicBezTo>
                      <a:pt x="10224" y="15934"/>
                      <a:pt x="13399" y="16378"/>
                      <a:pt x="16637" y="16759"/>
                    </a:cubicBezTo>
                    <a:cubicBezTo>
                      <a:pt x="22924" y="17522"/>
                      <a:pt x="29274" y="18347"/>
                      <a:pt x="35560" y="19109"/>
                    </a:cubicBezTo>
                    <a:cubicBezTo>
                      <a:pt x="37084" y="19300"/>
                      <a:pt x="37783" y="17395"/>
                      <a:pt x="37211" y="16252"/>
                    </a:cubicBezTo>
                    <a:cubicBezTo>
                      <a:pt x="34290" y="10790"/>
                      <a:pt x="30925" y="5711"/>
                      <a:pt x="27178" y="884"/>
                    </a:cubicBezTo>
                    <a:cubicBezTo>
                      <a:pt x="41339" y="-1338"/>
                      <a:pt x="57976" y="1139"/>
                      <a:pt x="71882" y="2726"/>
                    </a:cubicBezTo>
                    <a:cubicBezTo>
                      <a:pt x="88138" y="4568"/>
                      <a:pt x="103632" y="8505"/>
                      <a:pt x="118745" y="14728"/>
                    </a:cubicBezTo>
                    <a:cubicBezTo>
                      <a:pt x="150114" y="27555"/>
                      <a:pt x="180912" y="42033"/>
                      <a:pt x="211963" y="55749"/>
                    </a:cubicBezTo>
                    <a:cubicBezTo>
                      <a:pt x="226568" y="62162"/>
                      <a:pt x="241618" y="67687"/>
                      <a:pt x="253365" y="78863"/>
                    </a:cubicBezTo>
                    <a:cubicBezTo>
                      <a:pt x="263525" y="88578"/>
                      <a:pt x="272606" y="97405"/>
                      <a:pt x="284798" y="104644"/>
                    </a:cubicBezTo>
                    <a:cubicBezTo>
                      <a:pt x="310071" y="119820"/>
                      <a:pt x="333502" y="136711"/>
                      <a:pt x="354775" y="157031"/>
                    </a:cubicBezTo>
                    <a:cubicBezTo>
                      <a:pt x="342202" y="152713"/>
                      <a:pt x="329311" y="149538"/>
                      <a:pt x="316103" y="147379"/>
                    </a:cubicBezTo>
                    <a:cubicBezTo>
                      <a:pt x="314770" y="147189"/>
                      <a:pt x="313754" y="147887"/>
                      <a:pt x="313627" y="149221"/>
                    </a:cubicBezTo>
                    <a:cubicBezTo>
                      <a:pt x="312484" y="160778"/>
                      <a:pt x="326327" y="162302"/>
                      <a:pt x="334074" y="166493"/>
                    </a:cubicBezTo>
                    <a:cubicBezTo>
                      <a:pt x="348552" y="174494"/>
                      <a:pt x="355600" y="187384"/>
                      <a:pt x="366141" y="199259"/>
                    </a:cubicBezTo>
                    <a:cubicBezTo>
                      <a:pt x="371221" y="204910"/>
                      <a:pt x="377317" y="209292"/>
                      <a:pt x="383223" y="214054"/>
                    </a:cubicBezTo>
                    <a:cubicBezTo>
                      <a:pt x="385699" y="216022"/>
                      <a:pt x="388239" y="218055"/>
                      <a:pt x="390398" y="220340"/>
                    </a:cubicBezTo>
                    <a:cubicBezTo>
                      <a:pt x="393256" y="223452"/>
                      <a:pt x="395542" y="226754"/>
                      <a:pt x="397129" y="230564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3" name="Google Shape;643;p27"/>
              <p:cNvSpPr/>
              <p:nvPr/>
            </p:nvSpPr>
            <p:spPr>
              <a:xfrm>
                <a:off x="-1277852" y="3656432"/>
                <a:ext cx="292298" cy="606315"/>
              </a:xfrm>
              <a:custGeom>
                <a:rect b="b" l="l" r="r" t="t"/>
                <a:pathLst>
                  <a:path extrusionOk="0" h="606315" w="292298">
                    <a:moveTo>
                      <a:pt x="290015" y="544657"/>
                    </a:moveTo>
                    <a:cubicBezTo>
                      <a:pt x="287031" y="565549"/>
                      <a:pt x="281633" y="585996"/>
                      <a:pt x="276045" y="606316"/>
                    </a:cubicBezTo>
                    <a:cubicBezTo>
                      <a:pt x="269505" y="557548"/>
                      <a:pt x="263980" y="508526"/>
                      <a:pt x="256170" y="460012"/>
                    </a:cubicBezTo>
                    <a:cubicBezTo>
                      <a:pt x="253693" y="444708"/>
                      <a:pt x="247343" y="428452"/>
                      <a:pt x="229817" y="426611"/>
                    </a:cubicBezTo>
                    <a:cubicBezTo>
                      <a:pt x="212482" y="424833"/>
                      <a:pt x="198829" y="437215"/>
                      <a:pt x="188923" y="449852"/>
                    </a:cubicBezTo>
                    <a:cubicBezTo>
                      <a:pt x="177112" y="464838"/>
                      <a:pt x="153236" y="502874"/>
                      <a:pt x="131646" y="479380"/>
                    </a:cubicBezTo>
                    <a:cubicBezTo>
                      <a:pt x="116279" y="462615"/>
                      <a:pt x="103897" y="443311"/>
                      <a:pt x="89355" y="425849"/>
                    </a:cubicBezTo>
                    <a:cubicBezTo>
                      <a:pt x="82497" y="417657"/>
                      <a:pt x="75258" y="409783"/>
                      <a:pt x="67130" y="402735"/>
                    </a:cubicBezTo>
                    <a:cubicBezTo>
                      <a:pt x="59129" y="395686"/>
                      <a:pt x="49985" y="389844"/>
                      <a:pt x="42683" y="382034"/>
                    </a:cubicBezTo>
                    <a:cubicBezTo>
                      <a:pt x="26109" y="364000"/>
                      <a:pt x="27506" y="338854"/>
                      <a:pt x="24903" y="316184"/>
                    </a:cubicBezTo>
                    <a:cubicBezTo>
                      <a:pt x="23887" y="307294"/>
                      <a:pt x="22299" y="298468"/>
                      <a:pt x="18870" y="290149"/>
                    </a:cubicBezTo>
                    <a:cubicBezTo>
                      <a:pt x="16330" y="283990"/>
                      <a:pt x="12203" y="278275"/>
                      <a:pt x="10361" y="271861"/>
                    </a:cubicBezTo>
                    <a:cubicBezTo>
                      <a:pt x="8202" y="264368"/>
                      <a:pt x="9155" y="256113"/>
                      <a:pt x="9472" y="248430"/>
                    </a:cubicBezTo>
                    <a:cubicBezTo>
                      <a:pt x="10361" y="222585"/>
                      <a:pt x="12203" y="196296"/>
                      <a:pt x="11695" y="170452"/>
                    </a:cubicBezTo>
                    <a:cubicBezTo>
                      <a:pt x="16584" y="145242"/>
                      <a:pt x="15822" y="119271"/>
                      <a:pt x="8329" y="94633"/>
                    </a:cubicBezTo>
                    <a:cubicBezTo>
                      <a:pt x="5091" y="83901"/>
                      <a:pt x="-10975" y="50183"/>
                      <a:pt x="12711" y="51834"/>
                    </a:cubicBezTo>
                    <a:cubicBezTo>
                      <a:pt x="17918" y="52151"/>
                      <a:pt x="23950" y="54501"/>
                      <a:pt x="27570" y="49357"/>
                    </a:cubicBezTo>
                    <a:cubicBezTo>
                      <a:pt x="29411" y="46754"/>
                      <a:pt x="29284" y="43071"/>
                      <a:pt x="29602" y="39959"/>
                    </a:cubicBezTo>
                    <a:cubicBezTo>
                      <a:pt x="30554" y="31324"/>
                      <a:pt x="31824" y="22370"/>
                      <a:pt x="36079" y="14623"/>
                    </a:cubicBezTo>
                    <a:cubicBezTo>
                      <a:pt x="40270" y="7130"/>
                      <a:pt x="47890" y="399"/>
                      <a:pt x="56843" y="18"/>
                    </a:cubicBezTo>
                    <a:cubicBezTo>
                      <a:pt x="65416" y="-363"/>
                      <a:pt x="71639" y="5479"/>
                      <a:pt x="76465" y="11702"/>
                    </a:cubicBezTo>
                    <a:cubicBezTo>
                      <a:pt x="85990" y="23957"/>
                      <a:pt x="97801" y="45484"/>
                      <a:pt x="116660" y="36276"/>
                    </a:cubicBezTo>
                    <a:cubicBezTo>
                      <a:pt x="117676" y="35768"/>
                      <a:pt x="117803" y="34435"/>
                      <a:pt x="117359" y="33546"/>
                    </a:cubicBezTo>
                    <a:cubicBezTo>
                      <a:pt x="113485" y="25799"/>
                      <a:pt x="112469" y="18052"/>
                      <a:pt x="114120" y="9860"/>
                    </a:cubicBezTo>
                    <a:cubicBezTo>
                      <a:pt x="116724" y="11575"/>
                      <a:pt x="119899" y="11765"/>
                      <a:pt x="123391" y="10559"/>
                    </a:cubicBezTo>
                    <a:cubicBezTo>
                      <a:pt x="125741" y="9733"/>
                      <a:pt x="127582" y="8019"/>
                      <a:pt x="129678" y="6558"/>
                    </a:cubicBezTo>
                    <a:cubicBezTo>
                      <a:pt x="133805" y="3701"/>
                      <a:pt x="137044" y="2113"/>
                      <a:pt x="140917" y="2494"/>
                    </a:cubicBezTo>
                    <a:cubicBezTo>
                      <a:pt x="140727" y="3447"/>
                      <a:pt x="141044" y="4653"/>
                      <a:pt x="142314" y="5034"/>
                    </a:cubicBezTo>
                    <a:cubicBezTo>
                      <a:pt x="163396" y="11829"/>
                      <a:pt x="171715" y="33165"/>
                      <a:pt x="178065" y="52469"/>
                    </a:cubicBezTo>
                    <a:cubicBezTo>
                      <a:pt x="184224" y="71138"/>
                      <a:pt x="192098" y="88537"/>
                      <a:pt x="200925" y="106063"/>
                    </a:cubicBezTo>
                    <a:cubicBezTo>
                      <a:pt x="219721" y="143528"/>
                      <a:pt x="235913" y="182072"/>
                      <a:pt x="248423" y="222141"/>
                    </a:cubicBezTo>
                    <a:cubicBezTo>
                      <a:pt x="273696" y="303738"/>
                      <a:pt x="282332" y="388955"/>
                      <a:pt x="290333" y="473601"/>
                    </a:cubicBezTo>
                    <a:cubicBezTo>
                      <a:pt x="292555" y="497477"/>
                      <a:pt x="293444" y="520972"/>
                      <a:pt x="290015" y="54465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4" name="Google Shape;644;p27"/>
              <p:cNvSpPr/>
              <p:nvPr/>
            </p:nvSpPr>
            <p:spPr>
              <a:xfrm>
                <a:off x="-2037169" y="4093698"/>
                <a:ext cx="605062" cy="748170"/>
              </a:xfrm>
              <a:custGeom>
                <a:rect b="b" l="l" r="r" t="t"/>
                <a:pathLst>
                  <a:path extrusionOk="0" h="748170" w="605062">
                    <a:moveTo>
                      <a:pt x="566289" y="359106"/>
                    </a:moveTo>
                    <a:cubicBezTo>
                      <a:pt x="546668" y="385585"/>
                      <a:pt x="557526" y="418351"/>
                      <a:pt x="543874" y="446799"/>
                    </a:cubicBezTo>
                    <a:cubicBezTo>
                      <a:pt x="530602" y="474295"/>
                      <a:pt x="502853" y="491757"/>
                      <a:pt x="477516" y="506743"/>
                    </a:cubicBezTo>
                    <a:cubicBezTo>
                      <a:pt x="454085" y="520650"/>
                      <a:pt x="429383" y="534747"/>
                      <a:pt x="412556" y="556718"/>
                    </a:cubicBezTo>
                    <a:cubicBezTo>
                      <a:pt x="403666" y="568275"/>
                      <a:pt x="400046" y="581927"/>
                      <a:pt x="392744" y="594183"/>
                    </a:cubicBezTo>
                    <a:cubicBezTo>
                      <a:pt x="384933" y="607264"/>
                      <a:pt x="372170" y="610947"/>
                      <a:pt x="359025" y="616471"/>
                    </a:cubicBezTo>
                    <a:cubicBezTo>
                      <a:pt x="344992" y="622313"/>
                      <a:pt x="340039" y="629679"/>
                      <a:pt x="333689" y="642951"/>
                    </a:cubicBezTo>
                    <a:cubicBezTo>
                      <a:pt x="326196" y="658699"/>
                      <a:pt x="308606" y="660350"/>
                      <a:pt x="296732" y="671526"/>
                    </a:cubicBezTo>
                    <a:cubicBezTo>
                      <a:pt x="278507" y="688671"/>
                      <a:pt x="277491" y="716547"/>
                      <a:pt x="292350" y="735089"/>
                    </a:cubicBezTo>
                    <a:cubicBezTo>
                      <a:pt x="292795" y="736677"/>
                      <a:pt x="293303" y="738201"/>
                      <a:pt x="294128" y="739598"/>
                    </a:cubicBezTo>
                    <a:cubicBezTo>
                      <a:pt x="296033" y="742709"/>
                      <a:pt x="298700" y="742963"/>
                      <a:pt x="300796" y="745376"/>
                    </a:cubicBezTo>
                    <a:cubicBezTo>
                      <a:pt x="304288" y="745821"/>
                      <a:pt x="303780" y="746710"/>
                      <a:pt x="299335" y="748170"/>
                    </a:cubicBezTo>
                    <a:cubicBezTo>
                      <a:pt x="297621" y="747535"/>
                      <a:pt x="295970" y="746900"/>
                      <a:pt x="294319" y="746265"/>
                    </a:cubicBezTo>
                    <a:cubicBezTo>
                      <a:pt x="291588" y="745059"/>
                      <a:pt x="289112" y="743408"/>
                      <a:pt x="286572" y="741757"/>
                    </a:cubicBezTo>
                    <a:cubicBezTo>
                      <a:pt x="281111" y="738137"/>
                      <a:pt x="276158" y="733629"/>
                      <a:pt x="270760" y="729819"/>
                    </a:cubicBezTo>
                    <a:cubicBezTo>
                      <a:pt x="260219" y="722262"/>
                      <a:pt x="243963" y="719913"/>
                      <a:pt x="237042" y="708483"/>
                    </a:cubicBezTo>
                    <a:cubicBezTo>
                      <a:pt x="232470" y="700990"/>
                      <a:pt x="229168" y="692608"/>
                      <a:pt x="225866" y="684289"/>
                    </a:cubicBezTo>
                    <a:cubicBezTo>
                      <a:pt x="226564" y="683718"/>
                      <a:pt x="226945" y="682702"/>
                      <a:pt x="226310" y="681876"/>
                    </a:cubicBezTo>
                    <a:cubicBezTo>
                      <a:pt x="225231" y="680416"/>
                      <a:pt x="224151" y="678892"/>
                      <a:pt x="223072" y="677495"/>
                    </a:cubicBezTo>
                    <a:cubicBezTo>
                      <a:pt x="221357" y="673367"/>
                      <a:pt x="219579" y="669240"/>
                      <a:pt x="217611" y="665366"/>
                    </a:cubicBezTo>
                    <a:cubicBezTo>
                      <a:pt x="217166" y="664541"/>
                      <a:pt x="215896" y="665112"/>
                      <a:pt x="216150" y="665938"/>
                    </a:cubicBezTo>
                    <a:cubicBezTo>
                      <a:pt x="216531" y="667144"/>
                      <a:pt x="216976" y="668414"/>
                      <a:pt x="217420" y="669621"/>
                    </a:cubicBezTo>
                    <a:cubicBezTo>
                      <a:pt x="203196" y="649555"/>
                      <a:pt x="190369" y="628663"/>
                      <a:pt x="182686" y="605105"/>
                    </a:cubicBezTo>
                    <a:cubicBezTo>
                      <a:pt x="172399" y="573736"/>
                      <a:pt x="175066" y="541033"/>
                      <a:pt x="172526" y="508585"/>
                    </a:cubicBezTo>
                    <a:cubicBezTo>
                      <a:pt x="170811" y="486296"/>
                      <a:pt x="165985" y="463627"/>
                      <a:pt x="153476" y="444767"/>
                    </a:cubicBezTo>
                    <a:cubicBezTo>
                      <a:pt x="147951" y="436385"/>
                      <a:pt x="140903" y="428956"/>
                      <a:pt x="132457" y="423558"/>
                    </a:cubicBezTo>
                    <a:cubicBezTo>
                      <a:pt x="122043" y="416827"/>
                      <a:pt x="109915" y="414795"/>
                      <a:pt x="98548" y="410350"/>
                    </a:cubicBezTo>
                    <a:cubicBezTo>
                      <a:pt x="71815" y="399873"/>
                      <a:pt x="68957" y="372885"/>
                      <a:pt x="62417" y="348438"/>
                    </a:cubicBezTo>
                    <a:cubicBezTo>
                      <a:pt x="60067" y="339548"/>
                      <a:pt x="57146" y="330594"/>
                      <a:pt x="52130" y="322784"/>
                    </a:cubicBezTo>
                    <a:cubicBezTo>
                      <a:pt x="46097" y="313322"/>
                      <a:pt x="37271" y="306909"/>
                      <a:pt x="28444" y="300305"/>
                    </a:cubicBezTo>
                    <a:cubicBezTo>
                      <a:pt x="14982" y="290272"/>
                      <a:pt x="-1845" y="276111"/>
                      <a:pt x="4759" y="257061"/>
                    </a:cubicBezTo>
                    <a:cubicBezTo>
                      <a:pt x="7870" y="248044"/>
                      <a:pt x="16824" y="239154"/>
                      <a:pt x="14919" y="228931"/>
                    </a:cubicBezTo>
                    <a:cubicBezTo>
                      <a:pt x="14030" y="223914"/>
                      <a:pt x="10728" y="221882"/>
                      <a:pt x="7426" y="218390"/>
                    </a:cubicBezTo>
                    <a:cubicBezTo>
                      <a:pt x="1457" y="212103"/>
                      <a:pt x="-1274" y="206325"/>
                      <a:pt x="568" y="197308"/>
                    </a:cubicBezTo>
                    <a:cubicBezTo>
                      <a:pt x="3616" y="182131"/>
                      <a:pt x="17713" y="171971"/>
                      <a:pt x="25841" y="159462"/>
                    </a:cubicBezTo>
                    <a:cubicBezTo>
                      <a:pt x="33524" y="147778"/>
                      <a:pt x="38477" y="134379"/>
                      <a:pt x="40382" y="120600"/>
                    </a:cubicBezTo>
                    <a:cubicBezTo>
                      <a:pt x="42160" y="107519"/>
                      <a:pt x="38604" y="93231"/>
                      <a:pt x="42287" y="80595"/>
                    </a:cubicBezTo>
                    <a:cubicBezTo>
                      <a:pt x="44954" y="71578"/>
                      <a:pt x="53463" y="67895"/>
                      <a:pt x="60194" y="62116"/>
                    </a:cubicBezTo>
                    <a:cubicBezTo>
                      <a:pt x="60702" y="62561"/>
                      <a:pt x="61528" y="62624"/>
                      <a:pt x="61845" y="61926"/>
                    </a:cubicBezTo>
                    <a:cubicBezTo>
                      <a:pt x="62226" y="61037"/>
                      <a:pt x="62671" y="60211"/>
                      <a:pt x="63052" y="59322"/>
                    </a:cubicBezTo>
                    <a:cubicBezTo>
                      <a:pt x="64195" y="58052"/>
                      <a:pt x="65274" y="56719"/>
                      <a:pt x="66100" y="55195"/>
                    </a:cubicBezTo>
                    <a:cubicBezTo>
                      <a:pt x="67497" y="52718"/>
                      <a:pt x="68640" y="49924"/>
                      <a:pt x="69719" y="47003"/>
                    </a:cubicBezTo>
                    <a:cubicBezTo>
                      <a:pt x="76260" y="36399"/>
                      <a:pt x="84388" y="26810"/>
                      <a:pt x="94040" y="18873"/>
                    </a:cubicBezTo>
                    <a:cubicBezTo>
                      <a:pt x="101152" y="13031"/>
                      <a:pt x="108962" y="7951"/>
                      <a:pt x="117344" y="4014"/>
                    </a:cubicBezTo>
                    <a:cubicBezTo>
                      <a:pt x="123885" y="902"/>
                      <a:pt x="134489" y="-3289"/>
                      <a:pt x="139188" y="4204"/>
                    </a:cubicBezTo>
                    <a:cubicBezTo>
                      <a:pt x="142173" y="8840"/>
                      <a:pt x="141157" y="15634"/>
                      <a:pt x="140268" y="20778"/>
                    </a:cubicBezTo>
                    <a:cubicBezTo>
                      <a:pt x="140077" y="21984"/>
                      <a:pt x="140712" y="23127"/>
                      <a:pt x="142109" y="23127"/>
                    </a:cubicBezTo>
                    <a:cubicBezTo>
                      <a:pt x="163826" y="23445"/>
                      <a:pt x="185480" y="24207"/>
                      <a:pt x="207133" y="25731"/>
                    </a:cubicBezTo>
                    <a:cubicBezTo>
                      <a:pt x="218436" y="26493"/>
                      <a:pt x="231136" y="26302"/>
                      <a:pt x="242122" y="29287"/>
                    </a:cubicBezTo>
                    <a:cubicBezTo>
                      <a:pt x="253107" y="32271"/>
                      <a:pt x="258949" y="40209"/>
                      <a:pt x="263902" y="49861"/>
                    </a:cubicBezTo>
                    <a:cubicBezTo>
                      <a:pt x="271078" y="63894"/>
                      <a:pt x="277174" y="76721"/>
                      <a:pt x="289620" y="87008"/>
                    </a:cubicBezTo>
                    <a:cubicBezTo>
                      <a:pt x="301050" y="96406"/>
                      <a:pt x="315020" y="102566"/>
                      <a:pt x="329625" y="104471"/>
                    </a:cubicBezTo>
                    <a:cubicBezTo>
                      <a:pt x="337435" y="105487"/>
                      <a:pt x="344674" y="104407"/>
                      <a:pt x="352485" y="104090"/>
                    </a:cubicBezTo>
                    <a:cubicBezTo>
                      <a:pt x="366455" y="103518"/>
                      <a:pt x="373694" y="111773"/>
                      <a:pt x="382266" y="121425"/>
                    </a:cubicBezTo>
                    <a:cubicBezTo>
                      <a:pt x="395982" y="136856"/>
                      <a:pt x="410143" y="155779"/>
                      <a:pt x="405444" y="177750"/>
                    </a:cubicBezTo>
                    <a:cubicBezTo>
                      <a:pt x="402967" y="189116"/>
                      <a:pt x="396300" y="193752"/>
                      <a:pt x="387791" y="200610"/>
                    </a:cubicBezTo>
                    <a:cubicBezTo>
                      <a:pt x="384489" y="203277"/>
                      <a:pt x="381123" y="206388"/>
                      <a:pt x="382266" y="211087"/>
                    </a:cubicBezTo>
                    <a:cubicBezTo>
                      <a:pt x="384171" y="219215"/>
                      <a:pt x="397633" y="222200"/>
                      <a:pt x="407603" y="223470"/>
                    </a:cubicBezTo>
                    <a:cubicBezTo>
                      <a:pt x="413064" y="227343"/>
                      <a:pt x="420176" y="225756"/>
                      <a:pt x="425573" y="221438"/>
                    </a:cubicBezTo>
                    <a:cubicBezTo>
                      <a:pt x="431098" y="216929"/>
                      <a:pt x="434400" y="210008"/>
                      <a:pt x="440559" y="206198"/>
                    </a:cubicBezTo>
                    <a:cubicBezTo>
                      <a:pt x="446719" y="202324"/>
                      <a:pt x="454466" y="201562"/>
                      <a:pt x="461514" y="203023"/>
                    </a:cubicBezTo>
                    <a:cubicBezTo>
                      <a:pt x="467674" y="204356"/>
                      <a:pt x="473579" y="207468"/>
                      <a:pt x="477834" y="212103"/>
                    </a:cubicBezTo>
                    <a:cubicBezTo>
                      <a:pt x="482977" y="217755"/>
                      <a:pt x="482469" y="223914"/>
                      <a:pt x="485581" y="230391"/>
                    </a:cubicBezTo>
                    <a:cubicBezTo>
                      <a:pt x="490978" y="241631"/>
                      <a:pt x="504948" y="236043"/>
                      <a:pt x="514473" y="235090"/>
                    </a:cubicBezTo>
                    <a:cubicBezTo>
                      <a:pt x="533269" y="233122"/>
                      <a:pt x="553970" y="232868"/>
                      <a:pt x="572322" y="237694"/>
                    </a:cubicBezTo>
                    <a:cubicBezTo>
                      <a:pt x="589848" y="242266"/>
                      <a:pt x="600960" y="255855"/>
                      <a:pt x="604135" y="273381"/>
                    </a:cubicBezTo>
                    <a:cubicBezTo>
                      <a:pt x="610231" y="307544"/>
                      <a:pt x="584958" y="333960"/>
                      <a:pt x="566289" y="35910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45" name="Google Shape;645;p27"/>
            <p:cNvGrpSpPr/>
            <p:nvPr/>
          </p:nvGrpSpPr>
          <p:grpSpPr>
            <a:xfrm>
              <a:off x="680616" y="1067512"/>
              <a:ext cx="1161901" cy="328363"/>
              <a:chOff x="10448480" y="3783774"/>
              <a:chExt cx="730250" cy="206375"/>
            </a:xfrm>
          </p:grpSpPr>
          <p:sp>
            <p:nvSpPr>
              <p:cNvPr id="646" name="Google Shape;646;p27"/>
              <p:cNvSpPr/>
              <p:nvPr/>
            </p:nvSpPr>
            <p:spPr>
              <a:xfrm>
                <a:off x="10607230" y="3783774"/>
                <a:ext cx="412750" cy="206375"/>
              </a:xfrm>
              <a:custGeom>
                <a:rect b="b" l="l" r="r" t="t"/>
                <a:pathLst>
                  <a:path extrusionOk="0" h="206375" w="412750">
                    <a:moveTo>
                      <a:pt x="0" y="206375"/>
                    </a:moveTo>
                    <a:cubicBezTo>
                      <a:pt x="0" y="92392"/>
                      <a:pt x="92392" y="0"/>
                      <a:pt x="206375" y="0"/>
                    </a:cubicBezTo>
                    <a:cubicBezTo>
                      <a:pt x="320357" y="0"/>
                      <a:pt x="412750" y="92392"/>
                      <a:pt x="412750" y="206375"/>
                    </a:cubicBezTo>
                    <a:lnTo>
                      <a:pt x="0" y="206375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7" name="Google Shape;647;p27"/>
              <p:cNvSpPr/>
              <p:nvPr/>
            </p:nvSpPr>
            <p:spPr>
              <a:xfrm>
                <a:off x="10448480" y="3879024"/>
                <a:ext cx="222250" cy="111125"/>
              </a:xfrm>
              <a:custGeom>
                <a:rect b="b" l="l" r="r" t="t"/>
                <a:pathLst>
                  <a:path extrusionOk="0" h="111125" w="222250">
                    <a:moveTo>
                      <a:pt x="0" y="111125"/>
                    </a:moveTo>
                    <a:cubicBezTo>
                      <a:pt x="0" y="49784"/>
                      <a:pt x="49784" y="0"/>
                      <a:pt x="111125" y="0"/>
                    </a:cubicBezTo>
                    <a:cubicBezTo>
                      <a:pt x="172529" y="0"/>
                      <a:pt x="222250" y="49784"/>
                      <a:pt x="222250" y="111125"/>
                    </a:cubicBezTo>
                    <a:lnTo>
                      <a:pt x="0" y="111125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8" name="Google Shape;648;p27"/>
              <p:cNvSpPr/>
              <p:nvPr/>
            </p:nvSpPr>
            <p:spPr>
              <a:xfrm>
                <a:off x="10956480" y="3879024"/>
                <a:ext cx="222250" cy="111125"/>
              </a:xfrm>
              <a:custGeom>
                <a:rect b="b" l="l" r="r" t="t"/>
                <a:pathLst>
                  <a:path extrusionOk="0" h="111125" w="222250">
                    <a:moveTo>
                      <a:pt x="0" y="111125"/>
                    </a:moveTo>
                    <a:cubicBezTo>
                      <a:pt x="0" y="49784"/>
                      <a:pt x="49784" y="0"/>
                      <a:pt x="111125" y="0"/>
                    </a:cubicBezTo>
                    <a:cubicBezTo>
                      <a:pt x="172529" y="0"/>
                      <a:pt x="222250" y="49784"/>
                      <a:pt x="222250" y="111125"/>
                    </a:cubicBezTo>
                    <a:lnTo>
                      <a:pt x="0" y="111125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49" name="Google Shape;649;p27"/>
            <p:cNvGrpSpPr/>
            <p:nvPr/>
          </p:nvGrpSpPr>
          <p:grpSpPr>
            <a:xfrm>
              <a:off x="2148922" y="1516849"/>
              <a:ext cx="992181" cy="231522"/>
              <a:chOff x="8990012" y="6086729"/>
              <a:chExt cx="571500" cy="133350"/>
            </a:xfrm>
          </p:grpSpPr>
          <p:sp>
            <p:nvSpPr>
              <p:cNvPr id="650" name="Google Shape;650;p27"/>
              <p:cNvSpPr/>
              <p:nvPr/>
            </p:nvSpPr>
            <p:spPr>
              <a:xfrm>
                <a:off x="8990012" y="6201029"/>
                <a:ext cx="381000" cy="19050"/>
              </a:xfrm>
              <a:custGeom>
                <a:rect b="b" l="l" r="r" t="t"/>
                <a:pathLst>
                  <a:path extrusionOk="0" h="19050" w="381000">
                    <a:moveTo>
                      <a:pt x="0" y="0"/>
                    </a:moveTo>
                    <a:lnTo>
                      <a:pt x="381000" y="0"/>
                    </a:lnTo>
                    <a:lnTo>
                      <a:pt x="381000" y="19050"/>
                    </a:lnTo>
                    <a:lnTo>
                      <a:pt x="0" y="1905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1" name="Google Shape;651;p27"/>
              <p:cNvSpPr/>
              <p:nvPr/>
            </p:nvSpPr>
            <p:spPr>
              <a:xfrm>
                <a:off x="9180512" y="6086729"/>
                <a:ext cx="381000" cy="19050"/>
              </a:xfrm>
              <a:custGeom>
                <a:rect b="b" l="l" r="r" t="t"/>
                <a:pathLst>
                  <a:path extrusionOk="0" h="19050" w="381000">
                    <a:moveTo>
                      <a:pt x="0" y="0"/>
                    </a:moveTo>
                    <a:lnTo>
                      <a:pt x="381000" y="0"/>
                    </a:lnTo>
                    <a:lnTo>
                      <a:pt x="381000" y="19050"/>
                    </a:lnTo>
                    <a:lnTo>
                      <a:pt x="0" y="1905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52" name="Google Shape;652;p27"/>
            <p:cNvSpPr/>
            <p:nvPr/>
          </p:nvSpPr>
          <p:spPr>
            <a:xfrm>
              <a:off x="120201" y="3633362"/>
              <a:ext cx="2282751" cy="2398037"/>
            </a:xfrm>
            <a:custGeom>
              <a:rect b="b" l="l" r="r" t="t"/>
              <a:pathLst>
                <a:path extrusionOk="0" h="282704" w="269113">
                  <a:moveTo>
                    <a:pt x="0" y="247780"/>
                  </a:moveTo>
                  <a:cubicBezTo>
                    <a:pt x="4572" y="232413"/>
                    <a:pt x="18923" y="221745"/>
                    <a:pt x="34036" y="216474"/>
                  </a:cubicBezTo>
                  <a:cubicBezTo>
                    <a:pt x="49149" y="211204"/>
                    <a:pt x="65405" y="210251"/>
                    <a:pt x="81217" y="207584"/>
                  </a:cubicBezTo>
                  <a:cubicBezTo>
                    <a:pt x="110998" y="202631"/>
                    <a:pt x="140081" y="191392"/>
                    <a:pt x="163513" y="172405"/>
                  </a:cubicBezTo>
                  <a:cubicBezTo>
                    <a:pt x="186944" y="153419"/>
                    <a:pt x="204470" y="126368"/>
                    <a:pt x="209042" y="96523"/>
                  </a:cubicBezTo>
                  <a:cubicBezTo>
                    <a:pt x="213614" y="66677"/>
                    <a:pt x="204343" y="34420"/>
                    <a:pt x="182563" y="13592"/>
                  </a:cubicBezTo>
                  <a:cubicBezTo>
                    <a:pt x="172085" y="3622"/>
                    <a:pt x="156528" y="-3807"/>
                    <a:pt x="143383" y="2098"/>
                  </a:cubicBezTo>
                  <a:cubicBezTo>
                    <a:pt x="130239" y="8004"/>
                    <a:pt x="125413" y="24260"/>
                    <a:pt x="124651" y="38610"/>
                  </a:cubicBezTo>
                  <a:cubicBezTo>
                    <a:pt x="122365" y="80394"/>
                    <a:pt x="142177" y="122812"/>
                    <a:pt x="175768" y="147831"/>
                  </a:cubicBezTo>
                  <a:cubicBezTo>
                    <a:pt x="190246" y="158626"/>
                    <a:pt x="207010" y="166309"/>
                    <a:pt x="220599" y="178184"/>
                  </a:cubicBezTo>
                  <a:cubicBezTo>
                    <a:pt x="250063" y="203901"/>
                    <a:pt x="260350" y="244605"/>
                    <a:pt x="269113" y="282705"/>
                  </a:cubicBezTo>
                </a:path>
              </a:pathLst>
            </a:custGeom>
            <a:noFill/>
            <a:ln cap="rnd" cmpd="sng" w="12700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3" name="Google Shape;653;p27"/>
            <p:cNvSpPr/>
            <p:nvPr/>
          </p:nvSpPr>
          <p:spPr>
            <a:xfrm rot="-2137098">
              <a:off x="-1852127" y="1142764"/>
              <a:ext cx="5434235" cy="2316619"/>
            </a:xfrm>
            <a:custGeom>
              <a:rect b="b" l="l" r="r" t="t"/>
              <a:pathLst>
                <a:path extrusionOk="0" h="254919" w="597979">
                  <a:moveTo>
                    <a:pt x="0" y="254762"/>
                  </a:moveTo>
                  <a:cubicBezTo>
                    <a:pt x="29654" y="256731"/>
                    <a:pt x="57658" y="239967"/>
                    <a:pt x="78549" y="218821"/>
                  </a:cubicBezTo>
                  <a:cubicBezTo>
                    <a:pt x="99378" y="197676"/>
                    <a:pt x="115062" y="172021"/>
                    <a:pt x="134429" y="149416"/>
                  </a:cubicBezTo>
                  <a:cubicBezTo>
                    <a:pt x="153797" y="126873"/>
                    <a:pt x="178498" y="106680"/>
                    <a:pt x="207899" y="102489"/>
                  </a:cubicBezTo>
                  <a:cubicBezTo>
                    <a:pt x="229870" y="99378"/>
                    <a:pt x="253936" y="106490"/>
                    <a:pt x="267970" y="123635"/>
                  </a:cubicBezTo>
                  <a:cubicBezTo>
                    <a:pt x="282004" y="140779"/>
                    <a:pt x="283464" y="168212"/>
                    <a:pt x="268669" y="184785"/>
                  </a:cubicBezTo>
                  <a:cubicBezTo>
                    <a:pt x="258635" y="196024"/>
                    <a:pt x="237617" y="199390"/>
                    <a:pt x="229870" y="186436"/>
                  </a:cubicBezTo>
                  <a:cubicBezTo>
                    <a:pt x="223457" y="175641"/>
                    <a:pt x="231267" y="160909"/>
                    <a:pt x="242507" y="155257"/>
                  </a:cubicBezTo>
                  <a:cubicBezTo>
                    <a:pt x="253746" y="149606"/>
                    <a:pt x="266954" y="150304"/>
                    <a:pt x="279591" y="150559"/>
                  </a:cubicBezTo>
                  <a:cubicBezTo>
                    <a:pt x="401193" y="152845"/>
                    <a:pt x="522605" y="95504"/>
                    <a:pt x="597979" y="0"/>
                  </a:cubicBezTo>
                </a:path>
              </a:pathLst>
            </a:custGeom>
            <a:noFill/>
            <a:ln cap="rnd" cmpd="sng" w="12700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54" name="Google Shape;654;p27"/>
            <p:cNvGrpSpPr/>
            <p:nvPr/>
          </p:nvGrpSpPr>
          <p:grpSpPr>
            <a:xfrm rot="1175612">
              <a:off x="692795" y="2059673"/>
              <a:ext cx="2767276" cy="1295916"/>
              <a:chOff x="5040185" y="4026534"/>
              <a:chExt cx="529918" cy="259207"/>
            </a:xfrm>
          </p:grpSpPr>
          <p:sp>
            <p:nvSpPr>
              <p:cNvPr id="655" name="Google Shape;655;p27"/>
              <p:cNvSpPr/>
              <p:nvPr/>
            </p:nvSpPr>
            <p:spPr>
              <a:xfrm>
                <a:off x="5056060" y="4044124"/>
                <a:ext cx="487172" cy="85725"/>
              </a:xfrm>
              <a:custGeom>
                <a:rect b="b" l="l" r="r" t="t"/>
                <a:pathLst>
                  <a:path extrusionOk="0" h="85725" w="487172">
                    <a:moveTo>
                      <a:pt x="31560" y="1143"/>
                    </a:moveTo>
                    <a:lnTo>
                      <a:pt x="438658" y="0"/>
                    </a:lnTo>
                    <a:lnTo>
                      <a:pt x="487172" y="72199"/>
                    </a:lnTo>
                    <a:lnTo>
                      <a:pt x="478155" y="85725"/>
                    </a:lnTo>
                    <a:lnTo>
                      <a:pt x="7874" y="80073"/>
                    </a:lnTo>
                    <a:lnTo>
                      <a:pt x="0" y="6991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6" name="Google Shape;656;p27"/>
              <p:cNvSpPr/>
              <p:nvPr/>
            </p:nvSpPr>
            <p:spPr>
              <a:xfrm>
                <a:off x="5040185" y="4026534"/>
                <a:ext cx="529918" cy="221288"/>
              </a:xfrm>
              <a:custGeom>
                <a:rect b="b" l="l" r="r" t="t"/>
                <a:pathLst>
                  <a:path extrusionOk="0" h="221288" w="529918">
                    <a:moveTo>
                      <a:pt x="527114" y="90170"/>
                    </a:moveTo>
                    <a:cubicBezTo>
                      <a:pt x="520192" y="80391"/>
                      <a:pt x="513334" y="70612"/>
                      <a:pt x="506413" y="60833"/>
                    </a:cubicBezTo>
                    <a:cubicBezTo>
                      <a:pt x="492887" y="41656"/>
                      <a:pt x="479425" y="22543"/>
                      <a:pt x="465899" y="3366"/>
                    </a:cubicBezTo>
                    <a:cubicBezTo>
                      <a:pt x="465836" y="3302"/>
                      <a:pt x="465773" y="3239"/>
                      <a:pt x="465709" y="3112"/>
                    </a:cubicBezTo>
                    <a:cubicBezTo>
                      <a:pt x="464693" y="1270"/>
                      <a:pt x="462788" y="0"/>
                      <a:pt x="460058" y="0"/>
                    </a:cubicBezTo>
                    <a:cubicBezTo>
                      <a:pt x="347663" y="953"/>
                      <a:pt x="235204" y="1905"/>
                      <a:pt x="122809" y="2794"/>
                    </a:cubicBezTo>
                    <a:cubicBezTo>
                      <a:pt x="97155" y="2985"/>
                      <a:pt x="71501" y="3239"/>
                      <a:pt x="45911" y="3429"/>
                    </a:cubicBezTo>
                    <a:cubicBezTo>
                      <a:pt x="43688" y="3429"/>
                      <a:pt x="41021" y="4636"/>
                      <a:pt x="40068" y="6795"/>
                    </a:cubicBezTo>
                    <a:cubicBezTo>
                      <a:pt x="32639" y="22987"/>
                      <a:pt x="25273" y="39116"/>
                      <a:pt x="17843" y="55309"/>
                    </a:cubicBezTo>
                    <a:cubicBezTo>
                      <a:pt x="13526" y="64770"/>
                      <a:pt x="9144" y="74232"/>
                      <a:pt x="4826" y="83693"/>
                    </a:cubicBezTo>
                    <a:cubicBezTo>
                      <a:pt x="3239" y="87249"/>
                      <a:pt x="1207" y="90551"/>
                      <a:pt x="1143" y="94552"/>
                    </a:cubicBezTo>
                    <a:cubicBezTo>
                      <a:pt x="762" y="130493"/>
                      <a:pt x="381" y="166434"/>
                      <a:pt x="0" y="202374"/>
                    </a:cubicBezTo>
                    <a:cubicBezTo>
                      <a:pt x="0" y="204661"/>
                      <a:pt x="1842" y="206439"/>
                      <a:pt x="3366" y="208217"/>
                    </a:cubicBezTo>
                    <a:cubicBezTo>
                      <a:pt x="15875" y="222885"/>
                      <a:pt x="47498" y="222885"/>
                      <a:pt x="62929" y="219329"/>
                    </a:cubicBezTo>
                    <a:cubicBezTo>
                      <a:pt x="66675" y="218440"/>
                      <a:pt x="69469" y="216281"/>
                      <a:pt x="69723" y="212535"/>
                    </a:cubicBezTo>
                    <a:cubicBezTo>
                      <a:pt x="71374" y="186881"/>
                      <a:pt x="91567" y="167704"/>
                      <a:pt x="117158" y="167005"/>
                    </a:cubicBezTo>
                    <a:cubicBezTo>
                      <a:pt x="142494" y="166307"/>
                      <a:pt x="162814" y="187643"/>
                      <a:pt x="164592" y="212027"/>
                    </a:cubicBezTo>
                    <a:cubicBezTo>
                      <a:pt x="164846" y="215710"/>
                      <a:pt x="167449" y="218821"/>
                      <a:pt x="171386" y="218821"/>
                    </a:cubicBezTo>
                    <a:cubicBezTo>
                      <a:pt x="242253" y="218504"/>
                      <a:pt x="313055" y="218123"/>
                      <a:pt x="383921" y="217805"/>
                    </a:cubicBezTo>
                    <a:cubicBezTo>
                      <a:pt x="387858" y="217805"/>
                      <a:pt x="390335" y="214693"/>
                      <a:pt x="390716" y="211011"/>
                    </a:cubicBezTo>
                    <a:cubicBezTo>
                      <a:pt x="393002" y="185992"/>
                      <a:pt x="413195" y="167704"/>
                      <a:pt x="438086" y="167005"/>
                    </a:cubicBezTo>
                    <a:cubicBezTo>
                      <a:pt x="462724" y="166307"/>
                      <a:pt x="483045" y="186754"/>
                      <a:pt x="485458" y="210503"/>
                    </a:cubicBezTo>
                    <a:cubicBezTo>
                      <a:pt x="485839" y="214186"/>
                      <a:pt x="488252" y="217297"/>
                      <a:pt x="492252" y="217297"/>
                    </a:cubicBezTo>
                    <a:cubicBezTo>
                      <a:pt x="497142" y="217297"/>
                      <a:pt x="516128" y="210757"/>
                      <a:pt x="519367" y="207201"/>
                    </a:cubicBezTo>
                    <a:cubicBezTo>
                      <a:pt x="525272" y="200597"/>
                      <a:pt x="524701" y="195072"/>
                      <a:pt x="525145" y="186563"/>
                    </a:cubicBezTo>
                    <a:cubicBezTo>
                      <a:pt x="526669" y="158877"/>
                      <a:pt x="528257" y="131255"/>
                      <a:pt x="529780" y="103568"/>
                    </a:cubicBezTo>
                    <a:cubicBezTo>
                      <a:pt x="530035" y="98044"/>
                      <a:pt x="530289" y="94679"/>
                      <a:pt x="527114" y="90170"/>
                    </a:cubicBezTo>
                    <a:close/>
                    <a:moveTo>
                      <a:pt x="140526" y="90932"/>
                    </a:moveTo>
                    <a:cubicBezTo>
                      <a:pt x="103378" y="90932"/>
                      <a:pt x="66230" y="90932"/>
                      <a:pt x="29083" y="90932"/>
                    </a:cubicBezTo>
                    <a:cubicBezTo>
                      <a:pt x="37973" y="70231"/>
                      <a:pt x="46799" y="49593"/>
                      <a:pt x="55690" y="28893"/>
                    </a:cubicBezTo>
                    <a:cubicBezTo>
                      <a:pt x="84328" y="28893"/>
                      <a:pt x="112903" y="28893"/>
                      <a:pt x="141542" y="28893"/>
                    </a:cubicBezTo>
                    <a:cubicBezTo>
                      <a:pt x="141224" y="49593"/>
                      <a:pt x="140843" y="70295"/>
                      <a:pt x="140526" y="90932"/>
                    </a:cubicBezTo>
                    <a:close/>
                    <a:moveTo>
                      <a:pt x="176149" y="28639"/>
                    </a:moveTo>
                    <a:cubicBezTo>
                      <a:pt x="205359" y="28639"/>
                      <a:pt x="234505" y="28639"/>
                      <a:pt x="263716" y="28639"/>
                    </a:cubicBezTo>
                    <a:cubicBezTo>
                      <a:pt x="264732" y="48514"/>
                      <a:pt x="265684" y="68453"/>
                      <a:pt x="266700" y="88329"/>
                    </a:cubicBezTo>
                    <a:cubicBezTo>
                      <a:pt x="236157" y="88329"/>
                      <a:pt x="205677" y="88329"/>
                      <a:pt x="175133" y="88329"/>
                    </a:cubicBezTo>
                    <a:cubicBezTo>
                      <a:pt x="175514" y="68453"/>
                      <a:pt x="175832" y="48578"/>
                      <a:pt x="176149" y="28639"/>
                    </a:cubicBezTo>
                    <a:close/>
                    <a:moveTo>
                      <a:pt x="409258" y="26797"/>
                    </a:moveTo>
                    <a:cubicBezTo>
                      <a:pt x="422085" y="26797"/>
                      <a:pt x="434848" y="26797"/>
                      <a:pt x="447675" y="26797"/>
                    </a:cubicBezTo>
                    <a:cubicBezTo>
                      <a:pt x="461836" y="46609"/>
                      <a:pt x="476060" y="66358"/>
                      <a:pt x="490220" y="86170"/>
                    </a:cubicBezTo>
                    <a:cubicBezTo>
                      <a:pt x="462915" y="86170"/>
                      <a:pt x="435547" y="86170"/>
                      <a:pt x="408242" y="86170"/>
                    </a:cubicBezTo>
                    <a:cubicBezTo>
                      <a:pt x="408559" y="66421"/>
                      <a:pt x="408877" y="46609"/>
                      <a:pt x="409258" y="26797"/>
                    </a:cubicBezTo>
                    <a:close/>
                    <a:moveTo>
                      <a:pt x="381762" y="86741"/>
                    </a:moveTo>
                    <a:cubicBezTo>
                      <a:pt x="352552" y="86741"/>
                      <a:pt x="323342" y="86741"/>
                      <a:pt x="294132" y="86741"/>
                    </a:cubicBezTo>
                    <a:cubicBezTo>
                      <a:pt x="294449" y="67691"/>
                      <a:pt x="294767" y="48641"/>
                      <a:pt x="295085" y="29591"/>
                    </a:cubicBezTo>
                    <a:cubicBezTo>
                      <a:pt x="323024" y="29591"/>
                      <a:pt x="350965" y="29591"/>
                      <a:pt x="378905" y="29591"/>
                    </a:cubicBezTo>
                    <a:cubicBezTo>
                      <a:pt x="379857" y="48641"/>
                      <a:pt x="380810" y="67691"/>
                      <a:pt x="381762" y="8674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7" name="Google Shape;657;p27"/>
              <p:cNvSpPr/>
              <p:nvPr/>
            </p:nvSpPr>
            <p:spPr>
              <a:xfrm>
                <a:off x="5436108" y="4202303"/>
                <a:ext cx="83438" cy="83438"/>
              </a:xfrm>
              <a:custGeom>
                <a:rect b="b" l="l" r="r" t="t"/>
                <a:pathLst>
                  <a:path extrusionOk="0" h="83438" w="83438">
                    <a:moveTo>
                      <a:pt x="0" y="41719"/>
                    </a:moveTo>
                    <a:cubicBezTo>
                      <a:pt x="0" y="64770"/>
                      <a:pt x="18669" y="83439"/>
                      <a:pt x="41720" y="83439"/>
                    </a:cubicBezTo>
                    <a:cubicBezTo>
                      <a:pt x="64770" y="83439"/>
                      <a:pt x="83439" y="64770"/>
                      <a:pt x="83439" y="41719"/>
                    </a:cubicBezTo>
                    <a:cubicBezTo>
                      <a:pt x="83439" y="18669"/>
                      <a:pt x="64770" y="0"/>
                      <a:pt x="41720" y="0"/>
                    </a:cubicBezTo>
                    <a:cubicBezTo>
                      <a:pt x="18669" y="0"/>
                      <a:pt x="0" y="18669"/>
                      <a:pt x="0" y="4171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8" name="Google Shape;658;p27"/>
              <p:cNvSpPr/>
              <p:nvPr/>
            </p:nvSpPr>
            <p:spPr>
              <a:xfrm>
                <a:off x="5461444" y="4227639"/>
                <a:ext cx="32702" cy="32765"/>
              </a:xfrm>
              <a:custGeom>
                <a:rect b="b" l="l" r="r" t="t"/>
                <a:pathLst>
                  <a:path extrusionOk="0" h="32765" w="32702">
                    <a:moveTo>
                      <a:pt x="0" y="16383"/>
                    </a:moveTo>
                    <a:cubicBezTo>
                      <a:pt x="0" y="25400"/>
                      <a:pt x="7302" y="32766"/>
                      <a:pt x="16320" y="32766"/>
                    </a:cubicBezTo>
                    <a:cubicBezTo>
                      <a:pt x="25336" y="32766"/>
                      <a:pt x="32702" y="25464"/>
                      <a:pt x="32702" y="16383"/>
                    </a:cubicBezTo>
                    <a:cubicBezTo>
                      <a:pt x="32702" y="7366"/>
                      <a:pt x="25400" y="0"/>
                      <a:pt x="16320" y="0"/>
                    </a:cubicBezTo>
                    <a:cubicBezTo>
                      <a:pt x="7366" y="0"/>
                      <a:pt x="0" y="7366"/>
                      <a:pt x="0" y="16383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9" name="Google Shape;659;p27"/>
              <p:cNvSpPr/>
              <p:nvPr/>
            </p:nvSpPr>
            <p:spPr>
              <a:xfrm>
                <a:off x="5115814" y="4202303"/>
                <a:ext cx="83439" cy="83438"/>
              </a:xfrm>
              <a:custGeom>
                <a:rect b="b" l="l" r="r" t="t"/>
                <a:pathLst>
                  <a:path extrusionOk="0" h="83438" w="83439">
                    <a:moveTo>
                      <a:pt x="0" y="41719"/>
                    </a:moveTo>
                    <a:cubicBezTo>
                      <a:pt x="0" y="64770"/>
                      <a:pt x="18669" y="83439"/>
                      <a:pt x="41720" y="83439"/>
                    </a:cubicBezTo>
                    <a:cubicBezTo>
                      <a:pt x="64770" y="83439"/>
                      <a:pt x="83439" y="64770"/>
                      <a:pt x="83439" y="41719"/>
                    </a:cubicBezTo>
                    <a:cubicBezTo>
                      <a:pt x="83439" y="18669"/>
                      <a:pt x="64770" y="0"/>
                      <a:pt x="41720" y="0"/>
                    </a:cubicBezTo>
                    <a:cubicBezTo>
                      <a:pt x="18669" y="0"/>
                      <a:pt x="0" y="18669"/>
                      <a:pt x="0" y="4171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0" name="Google Shape;660;p27"/>
              <p:cNvSpPr/>
              <p:nvPr/>
            </p:nvSpPr>
            <p:spPr>
              <a:xfrm>
                <a:off x="5141214" y="4227639"/>
                <a:ext cx="32702" cy="32765"/>
              </a:xfrm>
              <a:custGeom>
                <a:rect b="b" l="l" r="r" t="t"/>
                <a:pathLst>
                  <a:path extrusionOk="0" h="32765" w="32702">
                    <a:moveTo>
                      <a:pt x="0" y="16383"/>
                    </a:moveTo>
                    <a:cubicBezTo>
                      <a:pt x="0" y="25400"/>
                      <a:pt x="7302" y="32766"/>
                      <a:pt x="16320" y="32766"/>
                    </a:cubicBezTo>
                    <a:cubicBezTo>
                      <a:pt x="25336" y="32766"/>
                      <a:pt x="32702" y="25464"/>
                      <a:pt x="32702" y="16383"/>
                    </a:cubicBezTo>
                    <a:cubicBezTo>
                      <a:pt x="32702" y="7366"/>
                      <a:pt x="25400" y="0"/>
                      <a:pt x="16320" y="0"/>
                    </a:cubicBezTo>
                    <a:cubicBezTo>
                      <a:pt x="7302" y="0"/>
                      <a:pt x="0" y="7366"/>
                      <a:pt x="0" y="16383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61" name="Google Shape;661;p27"/>
            <p:cNvGrpSpPr/>
            <p:nvPr/>
          </p:nvGrpSpPr>
          <p:grpSpPr>
            <a:xfrm>
              <a:off x="758394" y="4246347"/>
              <a:ext cx="232031" cy="357688"/>
              <a:chOff x="930783" y="678815"/>
              <a:chExt cx="275081" cy="424052"/>
            </a:xfrm>
          </p:grpSpPr>
          <p:sp>
            <p:nvSpPr>
              <p:cNvPr id="662" name="Google Shape;662;p27"/>
              <p:cNvSpPr/>
              <p:nvPr/>
            </p:nvSpPr>
            <p:spPr>
              <a:xfrm>
                <a:off x="930783" y="678815"/>
                <a:ext cx="275081" cy="424052"/>
              </a:xfrm>
              <a:custGeom>
                <a:rect b="b" l="l" r="r" t="t"/>
                <a:pathLst>
                  <a:path extrusionOk="0" h="424052" w="275081">
                    <a:moveTo>
                      <a:pt x="0" y="137541"/>
                    </a:moveTo>
                    <a:cubicBezTo>
                      <a:pt x="0" y="213487"/>
                      <a:pt x="82105" y="424053"/>
                      <a:pt x="137541" y="424053"/>
                    </a:cubicBezTo>
                    <a:cubicBezTo>
                      <a:pt x="189103" y="424053"/>
                      <a:pt x="275082" y="213487"/>
                      <a:pt x="275082" y="137541"/>
                    </a:cubicBezTo>
                    <a:cubicBezTo>
                      <a:pt x="275082" y="61595"/>
                      <a:pt x="213487" y="0"/>
                      <a:pt x="137541" y="0"/>
                    </a:cubicBezTo>
                    <a:cubicBezTo>
                      <a:pt x="61595" y="0"/>
                      <a:pt x="0" y="61595"/>
                      <a:pt x="0" y="13754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3" name="Google Shape;663;p27"/>
              <p:cNvSpPr/>
              <p:nvPr/>
            </p:nvSpPr>
            <p:spPr>
              <a:xfrm>
                <a:off x="1007236" y="755205"/>
                <a:ext cx="122237" cy="122301"/>
              </a:xfrm>
              <a:custGeom>
                <a:rect b="b" l="l" r="r" t="t"/>
                <a:pathLst>
                  <a:path extrusionOk="0" h="122301" w="122237">
                    <a:moveTo>
                      <a:pt x="0" y="61150"/>
                    </a:moveTo>
                    <a:cubicBezTo>
                      <a:pt x="0" y="94933"/>
                      <a:pt x="27368" y="122301"/>
                      <a:pt x="61151" y="122301"/>
                    </a:cubicBezTo>
                    <a:cubicBezTo>
                      <a:pt x="94933" y="122301"/>
                      <a:pt x="122238" y="94933"/>
                      <a:pt x="122238" y="61150"/>
                    </a:cubicBezTo>
                    <a:cubicBezTo>
                      <a:pt x="122238" y="27368"/>
                      <a:pt x="94869" y="0"/>
                      <a:pt x="61151" y="0"/>
                    </a:cubicBezTo>
                    <a:cubicBezTo>
                      <a:pt x="27305" y="0"/>
                      <a:pt x="0" y="27368"/>
                      <a:pt x="0" y="6115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64" name="Google Shape;664;p27"/>
            <p:cNvGrpSpPr/>
            <p:nvPr/>
          </p:nvGrpSpPr>
          <p:grpSpPr>
            <a:xfrm>
              <a:off x="2371119" y="3847097"/>
              <a:ext cx="232031" cy="357688"/>
              <a:chOff x="930783" y="678815"/>
              <a:chExt cx="275081" cy="424052"/>
            </a:xfrm>
          </p:grpSpPr>
          <p:sp>
            <p:nvSpPr>
              <p:cNvPr id="665" name="Google Shape;665;p27"/>
              <p:cNvSpPr/>
              <p:nvPr/>
            </p:nvSpPr>
            <p:spPr>
              <a:xfrm>
                <a:off x="930783" y="678815"/>
                <a:ext cx="275081" cy="424052"/>
              </a:xfrm>
              <a:custGeom>
                <a:rect b="b" l="l" r="r" t="t"/>
                <a:pathLst>
                  <a:path extrusionOk="0" h="424052" w="275081">
                    <a:moveTo>
                      <a:pt x="0" y="137541"/>
                    </a:moveTo>
                    <a:cubicBezTo>
                      <a:pt x="0" y="213487"/>
                      <a:pt x="82105" y="424053"/>
                      <a:pt x="137541" y="424053"/>
                    </a:cubicBezTo>
                    <a:cubicBezTo>
                      <a:pt x="189103" y="424053"/>
                      <a:pt x="275082" y="213487"/>
                      <a:pt x="275082" y="137541"/>
                    </a:cubicBezTo>
                    <a:cubicBezTo>
                      <a:pt x="275082" y="61595"/>
                      <a:pt x="213487" y="0"/>
                      <a:pt x="137541" y="0"/>
                    </a:cubicBezTo>
                    <a:cubicBezTo>
                      <a:pt x="61595" y="0"/>
                      <a:pt x="0" y="61595"/>
                      <a:pt x="0" y="13754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6" name="Google Shape;666;p27"/>
              <p:cNvSpPr/>
              <p:nvPr/>
            </p:nvSpPr>
            <p:spPr>
              <a:xfrm>
                <a:off x="1007236" y="755205"/>
                <a:ext cx="122237" cy="122301"/>
              </a:xfrm>
              <a:custGeom>
                <a:rect b="b" l="l" r="r" t="t"/>
                <a:pathLst>
                  <a:path extrusionOk="0" h="122301" w="122237">
                    <a:moveTo>
                      <a:pt x="0" y="61150"/>
                    </a:moveTo>
                    <a:cubicBezTo>
                      <a:pt x="0" y="94933"/>
                      <a:pt x="27368" y="122301"/>
                      <a:pt x="61151" y="122301"/>
                    </a:cubicBezTo>
                    <a:cubicBezTo>
                      <a:pt x="94933" y="122301"/>
                      <a:pt x="122238" y="94933"/>
                      <a:pt x="122238" y="61150"/>
                    </a:cubicBezTo>
                    <a:cubicBezTo>
                      <a:pt x="122238" y="27368"/>
                      <a:pt x="94869" y="0"/>
                      <a:pt x="61151" y="0"/>
                    </a:cubicBezTo>
                    <a:cubicBezTo>
                      <a:pt x="27305" y="0"/>
                      <a:pt x="0" y="27368"/>
                      <a:pt x="0" y="6115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67" name="Google Shape;667;p27"/>
            <p:cNvGrpSpPr/>
            <p:nvPr/>
          </p:nvGrpSpPr>
          <p:grpSpPr>
            <a:xfrm>
              <a:off x="3194631" y="4146481"/>
              <a:ext cx="1050319" cy="296829"/>
              <a:chOff x="10448480" y="3783774"/>
              <a:chExt cx="730250" cy="206375"/>
            </a:xfrm>
          </p:grpSpPr>
          <p:sp>
            <p:nvSpPr>
              <p:cNvPr id="668" name="Google Shape;668;p27"/>
              <p:cNvSpPr/>
              <p:nvPr/>
            </p:nvSpPr>
            <p:spPr>
              <a:xfrm>
                <a:off x="10607230" y="3783774"/>
                <a:ext cx="412750" cy="206375"/>
              </a:xfrm>
              <a:custGeom>
                <a:rect b="b" l="l" r="r" t="t"/>
                <a:pathLst>
                  <a:path extrusionOk="0" h="206375" w="412750">
                    <a:moveTo>
                      <a:pt x="0" y="206375"/>
                    </a:moveTo>
                    <a:cubicBezTo>
                      <a:pt x="0" y="92392"/>
                      <a:pt x="92392" y="0"/>
                      <a:pt x="206375" y="0"/>
                    </a:cubicBezTo>
                    <a:cubicBezTo>
                      <a:pt x="320357" y="0"/>
                      <a:pt x="412750" y="92392"/>
                      <a:pt x="412750" y="206375"/>
                    </a:cubicBezTo>
                    <a:lnTo>
                      <a:pt x="0" y="206375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9" name="Google Shape;669;p27"/>
              <p:cNvSpPr/>
              <p:nvPr/>
            </p:nvSpPr>
            <p:spPr>
              <a:xfrm>
                <a:off x="10448480" y="3879024"/>
                <a:ext cx="222250" cy="111125"/>
              </a:xfrm>
              <a:custGeom>
                <a:rect b="b" l="l" r="r" t="t"/>
                <a:pathLst>
                  <a:path extrusionOk="0" h="111125" w="222250">
                    <a:moveTo>
                      <a:pt x="0" y="111125"/>
                    </a:moveTo>
                    <a:cubicBezTo>
                      <a:pt x="0" y="49784"/>
                      <a:pt x="49784" y="0"/>
                      <a:pt x="111125" y="0"/>
                    </a:cubicBezTo>
                    <a:cubicBezTo>
                      <a:pt x="172529" y="0"/>
                      <a:pt x="222250" y="49784"/>
                      <a:pt x="222250" y="111125"/>
                    </a:cubicBezTo>
                    <a:lnTo>
                      <a:pt x="0" y="111125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0" name="Google Shape;670;p27"/>
              <p:cNvSpPr/>
              <p:nvPr/>
            </p:nvSpPr>
            <p:spPr>
              <a:xfrm>
                <a:off x="10956480" y="3879024"/>
                <a:ext cx="222250" cy="111125"/>
              </a:xfrm>
              <a:custGeom>
                <a:rect b="b" l="l" r="r" t="t"/>
                <a:pathLst>
                  <a:path extrusionOk="0" h="111125" w="222250">
                    <a:moveTo>
                      <a:pt x="0" y="111125"/>
                    </a:moveTo>
                    <a:cubicBezTo>
                      <a:pt x="0" y="49784"/>
                      <a:pt x="49784" y="0"/>
                      <a:pt x="111125" y="0"/>
                    </a:cubicBezTo>
                    <a:cubicBezTo>
                      <a:pt x="172529" y="0"/>
                      <a:pt x="222250" y="49784"/>
                      <a:pt x="222250" y="111125"/>
                    </a:cubicBezTo>
                    <a:lnTo>
                      <a:pt x="0" y="111125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671" name="Google Shape;671;p2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28"/>
          <p:cNvSpPr txBox="1"/>
          <p:nvPr>
            <p:ph type="title"/>
          </p:nvPr>
        </p:nvSpPr>
        <p:spPr>
          <a:xfrm>
            <a:off x="720000" y="169300"/>
            <a:ext cx="7704000" cy="64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Price Distribution (LA vs NY)</a:t>
            </a:r>
            <a:endParaRPr/>
          </a:p>
        </p:txBody>
      </p:sp>
      <p:sp>
        <p:nvSpPr>
          <p:cNvPr id="677" name="Google Shape;677;p28"/>
          <p:cNvSpPr txBox="1"/>
          <p:nvPr>
            <p:ph idx="1" type="body"/>
          </p:nvPr>
        </p:nvSpPr>
        <p:spPr>
          <a:xfrm>
            <a:off x="295800" y="3161728"/>
            <a:ext cx="7032300" cy="175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Raw prices show a strong right-skew, with a small number of extremely high-priced listings.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After log transformation, price distributions become much more symmetrical and close to normal.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NY prices tend to be higher overall, with a more pronounced high-end tail than LA.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These patterns justify applying a log transformation to stabilize variance and improve model performance.</a:t>
            </a:r>
            <a:endParaRPr sz="1100"/>
          </a:p>
        </p:txBody>
      </p:sp>
      <p:grpSp>
        <p:nvGrpSpPr>
          <p:cNvPr id="678" name="Google Shape;678;p28"/>
          <p:cNvGrpSpPr/>
          <p:nvPr/>
        </p:nvGrpSpPr>
        <p:grpSpPr>
          <a:xfrm>
            <a:off x="5673519" y="1148343"/>
            <a:ext cx="799586" cy="288760"/>
            <a:chOff x="10607230" y="6115367"/>
            <a:chExt cx="571500" cy="206375"/>
          </a:xfrm>
        </p:grpSpPr>
        <p:sp>
          <p:nvSpPr>
            <p:cNvPr id="679" name="Google Shape;679;p28"/>
            <p:cNvSpPr/>
            <p:nvPr/>
          </p:nvSpPr>
          <p:spPr>
            <a:xfrm>
              <a:off x="10607230" y="6115367"/>
              <a:ext cx="412750" cy="206375"/>
            </a:xfrm>
            <a:custGeom>
              <a:rect b="b" l="l" r="r" t="t"/>
              <a:pathLst>
                <a:path extrusionOk="0" h="206375" w="412750">
                  <a:moveTo>
                    <a:pt x="0" y="206375"/>
                  </a:moveTo>
                  <a:cubicBezTo>
                    <a:pt x="0" y="92392"/>
                    <a:pt x="92392" y="0"/>
                    <a:pt x="206375" y="0"/>
                  </a:cubicBezTo>
                  <a:cubicBezTo>
                    <a:pt x="320357" y="0"/>
                    <a:pt x="412750" y="92392"/>
                    <a:pt x="412750" y="206375"/>
                  </a:cubicBezTo>
                  <a:lnTo>
                    <a:pt x="0" y="20637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0" name="Google Shape;680;p28"/>
            <p:cNvSpPr/>
            <p:nvPr/>
          </p:nvSpPr>
          <p:spPr>
            <a:xfrm>
              <a:off x="10956480" y="6210617"/>
              <a:ext cx="222250" cy="111125"/>
            </a:xfrm>
            <a:custGeom>
              <a:rect b="b" l="l" r="r" t="t"/>
              <a:pathLst>
                <a:path extrusionOk="0" h="111125" w="222250">
                  <a:moveTo>
                    <a:pt x="0" y="111125"/>
                  </a:moveTo>
                  <a:cubicBezTo>
                    <a:pt x="0" y="49721"/>
                    <a:pt x="49784" y="0"/>
                    <a:pt x="111125" y="0"/>
                  </a:cubicBezTo>
                  <a:cubicBezTo>
                    <a:pt x="172529" y="0"/>
                    <a:pt x="222250" y="49721"/>
                    <a:pt x="222250" y="111125"/>
                  </a:cubicBezTo>
                  <a:lnTo>
                    <a:pt x="0" y="11112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81" name="Google Shape;681;p28"/>
          <p:cNvGrpSpPr/>
          <p:nvPr/>
        </p:nvGrpSpPr>
        <p:grpSpPr>
          <a:xfrm>
            <a:off x="6642801" y="1834626"/>
            <a:ext cx="3973059" cy="3457117"/>
            <a:chOff x="6473101" y="1866451"/>
            <a:chExt cx="3973059" cy="3457117"/>
          </a:xfrm>
        </p:grpSpPr>
        <p:grpSp>
          <p:nvGrpSpPr>
            <p:cNvPr id="682" name="Google Shape;682;p28"/>
            <p:cNvGrpSpPr/>
            <p:nvPr/>
          </p:nvGrpSpPr>
          <p:grpSpPr>
            <a:xfrm>
              <a:off x="6659025" y="3998386"/>
              <a:ext cx="1711414" cy="483681"/>
              <a:chOff x="10448480" y="3783774"/>
              <a:chExt cx="730250" cy="206375"/>
            </a:xfrm>
          </p:grpSpPr>
          <p:sp>
            <p:nvSpPr>
              <p:cNvPr id="683" name="Google Shape;683;p28"/>
              <p:cNvSpPr/>
              <p:nvPr/>
            </p:nvSpPr>
            <p:spPr>
              <a:xfrm>
                <a:off x="10607230" y="3783774"/>
                <a:ext cx="412750" cy="206375"/>
              </a:xfrm>
              <a:custGeom>
                <a:rect b="b" l="l" r="r" t="t"/>
                <a:pathLst>
                  <a:path extrusionOk="0" h="206375" w="412750">
                    <a:moveTo>
                      <a:pt x="0" y="206375"/>
                    </a:moveTo>
                    <a:cubicBezTo>
                      <a:pt x="0" y="92392"/>
                      <a:pt x="92392" y="0"/>
                      <a:pt x="206375" y="0"/>
                    </a:cubicBezTo>
                    <a:cubicBezTo>
                      <a:pt x="320357" y="0"/>
                      <a:pt x="412750" y="92392"/>
                      <a:pt x="412750" y="206375"/>
                    </a:cubicBezTo>
                    <a:lnTo>
                      <a:pt x="0" y="206375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4" name="Google Shape;684;p28"/>
              <p:cNvSpPr/>
              <p:nvPr/>
            </p:nvSpPr>
            <p:spPr>
              <a:xfrm>
                <a:off x="10448480" y="3879024"/>
                <a:ext cx="222250" cy="111125"/>
              </a:xfrm>
              <a:custGeom>
                <a:rect b="b" l="l" r="r" t="t"/>
                <a:pathLst>
                  <a:path extrusionOk="0" h="111125" w="222250">
                    <a:moveTo>
                      <a:pt x="0" y="111125"/>
                    </a:moveTo>
                    <a:cubicBezTo>
                      <a:pt x="0" y="49784"/>
                      <a:pt x="49784" y="0"/>
                      <a:pt x="111125" y="0"/>
                    </a:cubicBezTo>
                    <a:cubicBezTo>
                      <a:pt x="172529" y="0"/>
                      <a:pt x="222250" y="49784"/>
                      <a:pt x="222250" y="111125"/>
                    </a:cubicBezTo>
                    <a:lnTo>
                      <a:pt x="0" y="111125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5" name="Google Shape;685;p28"/>
              <p:cNvSpPr/>
              <p:nvPr/>
            </p:nvSpPr>
            <p:spPr>
              <a:xfrm>
                <a:off x="10956480" y="3879024"/>
                <a:ext cx="222250" cy="111125"/>
              </a:xfrm>
              <a:custGeom>
                <a:rect b="b" l="l" r="r" t="t"/>
                <a:pathLst>
                  <a:path extrusionOk="0" h="111125" w="222250">
                    <a:moveTo>
                      <a:pt x="0" y="111125"/>
                    </a:moveTo>
                    <a:cubicBezTo>
                      <a:pt x="0" y="49784"/>
                      <a:pt x="49784" y="0"/>
                      <a:pt x="111125" y="0"/>
                    </a:cubicBezTo>
                    <a:cubicBezTo>
                      <a:pt x="172529" y="0"/>
                      <a:pt x="222250" y="49784"/>
                      <a:pt x="222250" y="111125"/>
                    </a:cubicBezTo>
                    <a:lnTo>
                      <a:pt x="0" y="111125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86" name="Google Shape;686;p28"/>
            <p:cNvSpPr/>
            <p:nvPr/>
          </p:nvSpPr>
          <p:spPr>
            <a:xfrm rot="-2137472">
              <a:off x="6568075" y="2824013"/>
              <a:ext cx="3783111" cy="1541993"/>
            </a:xfrm>
            <a:custGeom>
              <a:rect b="b" l="l" r="r" t="t"/>
              <a:pathLst>
                <a:path extrusionOk="0" h="254919" w="597979">
                  <a:moveTo>
                    <a:pt x="0" y="254762"/>
                  </a:moveTo>
                  <a:cubicBezTo>
                    <a:pt x="29654" y="256731"/>
                    <a:pt x="57658" y="239967"/>
                    <a:pt x="78549" y="218821"/>
                  </a:cubicBezTo>
                  <a:cubicBezTo>
                    <a:pt x="99378" y="197676"/>
                    <a:pt x="115062" y="172021"/>
                    <a:pt x="134429" y="149416"/>
                  </a:cubicBezTo>
                  <a:cubicBezTo>
                    <a:pt x="153797" y="126873"/>
                    <a:pt x="178498" y="106680"/>
                    <a:pt x="207899" y="102489"/>
                  </a:cubicBezTo>
                  <a:cubicBezTo>
                    <a:pt x="229870" y="99378"/>
                    <a:pt x="253936" y="106490"/>
                    <a:pt x="267970" y="123635"/>
                  </a:cubicBezTo>
                  <a:cubicBezTo>
                    <a:pt x="282004" y="140779"/>
                    <a:pt x="283464" y="168212"/>
                    <a:pt x="268669" y="184785"/>
                  </a:cubicBezTo>
                  <a:cubicBezTo>
                    <a:pt x="258635" y="196024"/>
                    <a:pt x="237617" y="199390"/>
                    <a:pt x="229870" y="186436"/>
                  </a:cubicBezTo>
                  <a:cubicBezTo>
                    <a:pt x="223457" y="175641"/>
                    <a:pt x="231267" y="160909"/>
                    <a:pt x="242507" y="155257"/>
                  </a:cubicBezTo>
                  <a:cubicBezTo>
                    <a:pt x="253746" y="149606"/>
                    <a:pt x="266954" y="150304"/>
                    <a:pt x="279591" y="150559"/>
                  </a:cubicBezTo>
                  <a:cubicBezTo>
                    <a:pt x="401193" y="152845"/>
                    <a:pt x="522605" y="95504"/>
                    <a:pt x="597979" y="0"/>
                  </a:cubicBezTo>
                </a:path>
              </a:pathLst>
            </a:custGeom>
            <a:noFill/>
            <a:ln cap="rnd" cmpd="sng" w="12700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687" name="Google Shape;687;p28" title="Screenshot 2025-12-05 at 12.06.13 PM.png"/>
          <p:cNvPicPr preferRelativeResize="0"/>
          <p:nvPr/>
        </p:nvPicPr>
        <p:blipFill rotWithShape="1">
          <a:blip r:embed="rId3">
            <a:alphaModFix/>
          </a:blip>
          <a:srcRect b="8966" l="2684" r="3787" t="0"/>
          <a:stretch/>
        </p:blipFill>
        <p:spPr>
          <a:xfrm>
            <a:off x="4597654" y="924552"/>
            <a:ext cx="4624399" cy="1970649"/>
          </a:xfrm>
          <a:prstGeom prst="rect">
            <a:avLst/>
          </a:prstGeom>
          <a:noFill/>
          <a:ln>
            <a:noFill/>
          </a:ln>
        </p:spPr>
      </p:pic>
      <p:pic>
        <p:nvPicPr>
          <p:cNvPr id="688" name="Google Shape;688;p28" title="Screenshot 2025-12-05 at 12.18.03 PM.png"/>
          <p:cNvPicPr preferRelativeResize="0"/>
          <p:nvPr/>
        </p:nvPicPr>
        <p:blipFill rotWithShape="1">
          <a:blip r:embed="rId4">
            <a:alphaModFix/>
          </a:blip>
          <a:srcRect b="0" l="3025" r="0" t="0"/>
          <a:stretch/>
        </p:blipFill>
        <p:spPr>
          <a:xfrm>
            <a:off x="-26746" y="924552"/>
            <a:ext cx="4624400" cy="1970651"/>
          </a:xfrm>
          <a:prstGeom prst="rect">
            <a:avLst/>
          </a:prstGeom>
          <a:noFill/>
          <a:ln>
            <a:noFill/>
          </a:ln>
        </p:spPr>
      </p:pic>
      <p:sp>
        <p:nvSpPr>
          <p:cNvPr id="689" name="Google Shape;689;p2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29"/>
          <p:cNvSpPr txBox="1"/>
          <p:nvPr>
            <p:ph type="title"/>
          </p:nvPr>
        </p:nvSpPr>
        <p:spPr>
          <a:xfrm>
            <a:off x="720000" y="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en"/>
              <a:t>Geographic Price Mapping</a:t>
            </a:r>
            <a:endParaRPr/>
          </a:p>
        </p:txBody>
      </p:sp>
      <p:sp>
        <p:nvSpPr>
          <p:cNvPr id="695" name="Google Shape;695;p29"/>
          <p:cNvSpPr txBox="1"/>
          <p:nvPr>
            <p:ph idx="3" type="subTitle"/>
          </p:nvPr>
        </p:nvSpPr>
        <p:spPr>
          <a:xfrm>
            <a:off x="381775" y="3418575"/>
            <a:ext cx="3338700" cy="16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Higher-priced listings cluster around central LA and coastal areas (e.g., Santa Monica / Malibu direction).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Prices spread more broadly due to LA’s decentralized urban structure.</a:t>
            </a:r>
            <a:endParaRPr/>
          </a:p>
        </p:txBody>
      </p:sp>
      <p:sp>
        <p:nvSpPr>
          <p:cNvPr id="696" name="Google Shape;696;p29"/>
          <p:cNvSpPr txBox="1"/>
          <p:nvPr>
            <p:ph idx="4" type="subTitle"/>
          </p:nvPr>
        </p:nvSpPr>
        <p:spPr>
          <a:xfrm>
            <a:off x="4861525" y="3418575"/>
            <a:ext cx="3516600" cy="15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High-price listings are tightly concentrated around Manhattan, especially Midtown &amp; Lower Manhattan.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Much sharper spatial gradient than LA — prices drop quickly moving outward.</a:t>
            </a:r>
            <a:endParaRPr/>
          </a:p>
        </p:txBody>
      </p:sp>
      <p:sp>
        <p:nvSpPr>
          <p:cNvPr id="697" name="Google Shape;697;p29"/>
          <p:cNvSpPr txBox="1"/>
          <p:nvPr>
            <p:ph idx="1" type="subTitle"/>
          </p:nvPr>
        </p:nvSpPr>
        <p:spPr>
          <a:xfrm>
            <a:off x="746200" y="3085052"/>
            <a:ext cx="2974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</a:t>
            </a:r>
            <a:endParaRPr/>
          </a:p>
        </p:txBody>
      </p:sp>
      <p:sp>
        <p:nvSpPr>
          <p:cNvPr id="698" name="Google Shape;698;p29"/>
          <p:cNvSpPr txBox="1"/>
          <p:nvPr>
            <p:ph idx="2" type="subTitle"/>
          </p:nvPr>
        </p:nvSpPr>
        <p:spPr>
          <a:xfrm>
            <a:off x="4861525" y="3085052"/>
            <a:ext cx="2974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NY</a:t>
            </a:r>
            <a:endParaRPr/>
          </a:p>
        </p:txBody>
      </p:sp>
      <p:pic>
        <p:nvPicPr>
          <p:cNvPr id="699" name="Google Shape;699;p29" title="Screenshot 2025-12-05 at 12.24.22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7538" y="830933"/>
            <a:ext cx="2667168" cy="2207552"/>
          </a:xfrm>
          <a:prstGeom prst="rect">
            <a:avLst/>
          </a:prstGeom>
          <a:noFill/>
          <a:ln>
            <a:noFill/>
          </a:ln>
        </p:spPr>
      </p:pic>
      <p:pic>
        <p:nvPicPr>
          <p:cNvPr id="700" name="Google Shape;700;p29" title="Screenshot 2025-12-05 at 12.24.30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21630" y="830933"/>
            <a:ext cx="2814099" cy="2207551"/>
          </a:xfrm>
          <a:prstGeom prst="rect">
            <a:avLst/>
          </a:prstGeom>
          <a:noFill/>
          <a:ln>
            <a:noFill/>
          </a:ln>
        </p:spPr>
      </p:pic>
      <p:sp>
        <p:nvSpPr>
          <p:cNvPr id="701" name="Google Shape;701;p2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30"/>
          <p:cNvSpPr txBox="1"/>
          <p:nvPr>
            <p:ph type="title"/>
          </p:nvPr>
        </p:nvSpPr>
        <p:spPr>
          <a:xfrm>
            <a:off x="720000" y="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n">
                <a:latin typeface="Figtree"/>
                <a:ea typeface="Figtree"/>
                <a:cs typeface="Figtree"/>
                <a:sym typeface="Figtree"/>
              </a:rPr>
              <a:t>Correlation Insights (NY as example)</a:t>
            </a:r>
            <a:endParaRPr/>
          </a:p>
        </p:txBody>
      </p:sp>
      <p:sp>
        <p:nvSpPr>
          <p:cNvPr id="707" name="Google Shape;707;p30"/>
          <p:cNvSpPr txBox="1"/>
          <p:nvPr>
            <p:ph idx="4" type="subTitle"/>
          </p:nvPr>
        </p:nvSpPr>
        <p:spPr>
          <a:xfrm>
            <a:off x="4819100" y="1211025"/>
            <a:ext cx="4026600" cy="311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Strong positive correlation between review-based features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Pricing in NYC is influenced by non-linear and multi-factor interactions.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Raw features alone cannot fully capture location-driven and host-driven pricing patterns.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" sz="1100">
                <a:latin typeface="Arial"/>
                <a:ea typeface="Arial"/>
                <a:cs typeface="Arial"/>
                <a:sym typeface="Arial"/>
              </a:rPr>
              <a:t>Feature engineering is essential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— we need log-price, spatial features, and encoded categorical variables to model NYC pricing effectively.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08" name="Google Shape;708;p30" title="Screenshot 2025-12-05 at 12.31.05 PM.png"/>
          <p:cNvPicPr preferRelativeResize="0"/>
          <p:nvPr/>
        </p:nvPicPr>
        <p:blipFill rotWithShape="1">
          <a:blip r:embed="rId3">
            <a:alphaModFix/>
          </a:blip>
          <a:srcRect b="0" l="49558" r="0" t="0"/>
          <a:stretch/>
        </p:blipFill>
        <p:spPr>
          <a:xfrm>
            <a:off x="548605" y="1211025"/>
            <a:ext cx="4026600" cy="3277596"/>
          </a:xfrm>
          <a:prstGeom prst="rect">
            <a:avLst/>
          </a:prstGeom>
          <a:noFill/>
          <a:ln>
            <a:noFill/>
          </a:ln>
        </p:spPr>
      </p:pic>
      <p:sp>
        <p:nvSpPr>
          <p:cNvPr id="709" name="Google Shape;709;p3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31"/>
          <p:cNvSpPr txBox="1"/>
          <p:nvPr>
            <p:ph type="title"/>
          </p:nvPr>
        </p:nvSpPr>
        <p:spPr>
          <a:xfrm>
            <a:off x="1746750" y="1709850"/>
            <a:ext cx="5650500" cy="17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 Engineering</a:t>
            </a:r>
            <a:endParaRPr/>
          </a:p>
        </p:txBody>
      </p:sp>
      <p:grpSp>
        <p:nvGrpSpPr>
          <p:cNvPr id="715" name="Google Shape;715;p31"/>
          <p:cNvGrpSpPr/>
          <p:nvPr/>
        </p:nvGrpSpPr>
        <p:grpSpPr>
          <a:xfrm>
            <a:off x="6732505" y="4259899"/>
            <a:ext cx="730250" cy="206375"/>
            <a:chOff x="10448480" y="3783774"/>
            <a:chExt cx="730250" cy="206375"/>
          </a:xfrm>
        </p:grpSpPr>
        <p:sp>
          <p:nvSpPr>
            <p:cNvPr id="716" name="Google Shape;716;p31"/>
            <p:cNvSpPr/>
            <p:nvPr/>
          </p:nvSpPr>
          <p:spPr>
            <a:xfrm>
              <a:off x="10607230" y="3783774"/>
              <a:ext cx="412750" cy="206375"/>
            </a:xfrm>
            <a:custGeom>
              <a:rect b="b" l="l" r="r" t="t"/>
              <a:pathLst>
                <a:path extrusionOk="0" h="206375" w="412750">
                  <a:moveTo>
                    <a:pt x="0" y="206375"/>
                  </a:moveTo>
                  <a:cubicBezTo>
                    <a:pt x="0" y="92392"/>
                    <a:pt x="92392" y="0"/>
                    <a:pt x="206375" y="0"/>
                  </a:cubicBezTo>
                  <a:cubicBezTo>
                    <a:pt x="320357" y="0"/>
                    <a:pt x="412750" y="92392"/>
                    <a:pt x="412750" y="206375"/>
                  </a:cubicBezTo>
                  <a:lnTo>
                    <a:pt x="0" y="20637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7" name="Google Shape;717;p31"/>
            <p:cNvSpPr/>
            <p:nvPr/>
          </p:nvSpPr>
          <p:spPr>
            <a:xfrm>
              <a:off x="10448480" y="3879024"/>
              <a:ext cx="222250" cy="111125"/>
            </a:xfrm>
            <a:custGeom>
              <a:rect b="b" l="l" r="r" t="t"/>
              <a:pathLst>
                <a:path extrusionOk="0" h="111125" w="222250">
                  <a:moveTo>
                    <a:pt x="0" y="111125"/>
                  </a:moveTo>
                  <a:cubicBezTo>
                    <a:pt x="0" y="49784"/>
                    <a:pt x="49784" y="0"/>
                    <a:pt x="111125" y="0"/>
                  </a:cubicBezTo>
                  <a:cubicBezTo>
                    <a:pt x="172529" y="0"/>
                    <a:pt x="222250" y="49784"/>
                    <a:pt x="222250" y="111125"/>
                  </a:cubicBezTo>
                  <a:lnTo>
                    <a:pt x="0" y="11112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8" name="Google Shape;718;p31"/>
            <p:cNvSpPr/>
            <p:nvPr/>
          </p:nvSpPr>
          <p:spPr>
            <a:xfrm>
              <a:off x="10956480" y="3879024"/>
              <a:ext cx="222250" cy="111125"/>
            </a:xfrm>
            <a:custGeom>
              <a:rect b="b" l="l" r="r" t="t"/>
              <a:pathLst>
                <a:path extrusionOk="0" h="111125" w="222250">
                  <a:moveTo>
                    <a:pt x="0" y="111125"/>
                  </a:moveTo>
                  <a:cubicBezTo>
                    <a:pt x="0" y="49784"/>
                    <a:pt x="49784" y="0"/>
                    <a:pt x="111125" y="0"/>
                  </a:cubicBezTo>
                  <a:cubicBezTo>
                    <a:pt x="172529" y="0"/>
                    <a:pt x="222250" y="49784"/>
                    <a:pt x="222250" y="111125"/>
                  </a:cubicBezTo>
                  <a:lnTo>
                    <a:pt x="0" y="11112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19" name="Google Shape;719;p31"/>
          <p:cNvGrpSpPr/>
          <p:nvPr/>
        </p:nvGrpSpPr>
        <p:grpSpPr>
          <a:xfrm>
            <a:off x="-1566532" y="2532642"/>
            <a:ext cx="3912051" cy="5378335"/>
            <a:chOff x="-1566532" y="2532642"/>
            <a:chExt cx="3912051" cy="5378335"/>
          </a:xfrm>
        </p:grpSpPr>
        <p:grpSp>
          <p:nvGrpSpPr>
            <p:cNvPr id="720" name="Google Shape;720;p31"/>
            <p:cNvGrpSpPr/>
            <p:nvPr/>
          </p:nvGrpSpPr>
          <p:grpSpPr>
            <a:xfrm>
              <a:off x="-1566532" y="4004114"/>
              <a:ext cx="3912051" cy="3906863"/>
              <a:chOff x="-2482208" y="3351602"/>
              <a:chExt cx="1509803" cy="1507801"/>
            </a:xfrm>
          </p:grpSpPr>
          <p:sp>
            <p:nvSpPr>
              <p:cNvPr id="721" name="Google Shape;721;p31"/>
              <p:cNvSpPr/>
              <p:nvPr/>
            </p:nvSpPr>
            <p:spPr>
              <a:xfrm>
                <a:off x="-2482208" y="3351602"/>
                <a:ext cx="1509803" cy="1507801"/>
              </a:xfrm>
              <a:custGeom>
                <a:rect b="b" l="l" r="r" t="t"/>
                <a:pathLst>
                  <a:path extrusionOk="0" h="1507801" w="1509803">
                    <a:moveTo>
                      <a:pt x="1509803" y="755000"/>
                    </a:moveTo>
                    <a:cubicBezTo>
                      <a:pt x="1509866" y="791703"/>
                      <a:pt x="1505104" y="840535"/>
                      <a:pt x="1499770" y="876793"/>
                    </a:cubicBezTo>
                    <a:cubicBezTo>
                      <a:pt x="1496595" y="898383"/>
                      <a:pt x="1490753" y="927022"/>
                      <a:pt x="1484466" y="947977"/>
                    </a:cubicBezTo>
                    <a:cubicBezTo>
                      <a:pt x="1484466" y="948040"/>
                      <a:pt x="1484466" y="948040"/>
                      <a:pt x="1484466" y="948040"/>
                    </a:cubicBezTo>
                    <a:cubicBezTo>
                      <a:pt x="1479323" y="964994"/>
                      <a:pt x="1472909" y="987791"/>
                      <a:pt x="1467004" y="1004492"/>
                    </a:cubicBezTo>
                    <a:cubicBezTo>
                      <a:pt x="1466940" y="1004555"/>
                      <a:pt x="1466940" y="1004682"/>
                      <a:pt x="1466940" y="1004746"/>
                    </a:cubicBezTo>
                    <a:cubicBezTo>
                      <a:pt x="1460463" y="1022843"/>
                      <a:pt x="1451510" y="1046910"/>
                      <a:pt x="1443064" y="1064118"/>
                    </a:cubicBezTo>
                    <a:cubicBezTo>
                      <a:pt x="1435381" y="1079739"/>
                      <a:pt x="1425538" y="1100694"/>
                      <a:pt x="1417156" y="1115871"/>
                    </a:cubicBezTo>
                    <a:cubicBezTo>
                      <a:pt x="1407822" y="1132698"/>
                      <a:pt x="1394550" y="1154733"/>
                      <a:pt x="1383946" y="1170735"/>
                    </a:cubicBezTo>
                    <a:cubicBezTo>
                      <a:pt x="1352704" y="1217724"/>
                      <a:pt x="1321906" y="1252078"/>
                      <a:pt x="1308825" y="1265985"/>
                    </a:cubicBezTo>
                    <a:cubicBezTo>
                      <a:pt x="1289140" y="1286876"/>
                      <a:pt x="1261708" y="1315006"/>
                      <a:pt x="1219671" y="1347899"/>
                    </a:cubicBezTo>
                    <a:cubicBezTo>
                      <a:pt x="1207543" y="1357361"/>
                      <a:pt x="1191096" y="1369553"/>
                      <a:pt x="1178269" y="1378062"/>
                    </a:cubicBezTo>
                    <a:cubicBezTo>
                      <a:pt x="1160870" y="1389555"/>
                      <a:pt x="1136994" y="1403906"/>
                      <a:pt x="1118960" y="1414321"/>
                    </a:cubicBezTo>
                    <a:cubicBezTo>
                      <a:pt x="1089306" y="1431466"/>
                      <a:pt x="1043141" y="1450960"/>
                      <a:pt x="1033489" y="1454643"/>
                    </a:cubicBezTo>
                    <a:cubicBezTo>
                      <a:pt x="1017170" y="1460866"/>
                      <a:pt x="995199" y="1468740"/>
                      <a:pt x="978562" y="1473947"/>
                    </a:cubicBezTo>
                    <a:cubicBezTo>
                      <a:pt x="962433" y="1478964"/>
                      <a:pt x="940589" y="1484742"/>
                      <a:pt x="924142" y="1488552"/>
                    </a:cubicBezTo>
                    <a:cubicBezTo>
                      <a:pt x="895123" y="1495220"/>
                      <a:pt x="865849" y="1500236"/>
                      <a:pt x="836449" y="1503411"/>
                    </a:cubicBezTo>
                    <a:cubicBezTo>
                      <a:pt x="815811" y="1505634"/>
                      <a:pt x="795110" y="1507030"/>
                      <a:pt x="774409" y="1507539"/>
                    </a:cubicBezTo>
                    <a:cubicBezTo>
                      <a:pt x="754089" y="1508110"/>
                      <a:pt x="733706" y="1507729"/>
                      <a:pt x="713259" y="1506586"/>
                    </a:cubicBezTo>
                    <a:cubicBezTo>
                      <a:pt x="690526" y="1505379"/>
                      <a:pt x="667729" y="1503093"/>
                      <a:pt x="644933" y="1499728"/>
                    </a:cubicBezTo>
                    <a:cubicBezTo>
                      <a:pt x="630836" y="1497696"/>
                      <a:pt x="618009" y="1495347"/>
                      <a:pt x="607150" y="1493187"/>
                    </a:cubicBezTo>
                    <a:cubicBezTo>
                      <a:pt x="593244" y="1490393"/>
                      <a:pt x="582576" y="1487854"/>
                      <a:pt x="576480" y="1486393"/>
                    </a:cubicBezTo>
                    <a:cubicBezTo>
                      <a:pt x="546762" y="1479345"/>
                      <a:pt x="517806" y="1469566"/>
                      <a:pt x="517552" y="1469502"/>
                    </a:cubicBezTo>
                    <a:cubicBezTo>
                      <a:pt x="488532" y="1459533"/>
                      <a:pt x="476086" y="1455024"/>
                      <a:pt x="440844" y="1439340"/>
                    </a:cubicBezTo>
                    <a:cubicBezTo>
                      <a:pt x="422873" y="1431339"/>
                      <a:pt x="399442" y="1419337"/>
                      <a:pt x="382424" y="1409431"/>
                    </a:cubicBezTo>
                    <a:cubicBezTo>
                      <a:pt x="369343" y="1401811"/>
                      <a:pt x="351944" y="1391651"/>
                      <a:pt x="339498" y="1383079"/>
                    </a:cubicBezTo>
                    <a:cubicBezTo>
                      <a:pt x="319686" y="1369426"/>
                      <a:pt x="293778" y="1350503"/>
                      <a:pt x="274982" y="1335454"/>
                    </a:cubicBezTo>
                    <a:cubicBezTo>
                      <a:pt x="249264" y="1314879"/>
                      <a:pt x="218403" y="1283574"/>
                      <a:pt x="195607" y="1259889"/>
                    </a:cubicBezTo>
                    <a:cubicBezTo>
                      <a:pt x="180621" y="1244267"/>
                      <a:pt x="162079" y="1222042"/>
                      <a:pt x="149760" y="1204262"/>
                    </a:cubicBezTo>
                    <a:cubicBezTo>
                      <a:pt x="138330" y="1187753"/>
                      <a:pt x="122836" y="1166035"/>
                      <a:pt x="112168" y="1149017"/>
                    </a:cubicBezTo>
                    <a:cubicBezTo>
                      <a:pt x="103024" y="1134349"/>
                      <a:pt x="91848" y="1114156"/>
                      <a:pt x="83783" y="1098853"/>
                    </a:cubicBezTo>
                    <a:cubicBezTo>
                      <a:pt x="74639" y="1081517"/>
                      <a:pt x="63908" y="1057641"/>
                      <a:pt x="56351" y="1039543"/>
                    </a:cubicBezTo>
                    <a:cubicBezTo>
                      <a:pt x="49620" y="1023287"/>
                      <a:pt x="42254" y="1000935"/>
                      <a:pt x="36222" y="984362"/>
                    </a:cubicBezTo>
                    <a:cubicBezTo>
                      <a:pt x="29554" y="965947"/>
                      <a:pt x="22823" y="940547"/>
                      <a:pt x="19013" y="921370"/>
                    </a:cubicBezTo>
                    <a:cubicBezTo>
                      <a:pt x="11965" y="885810"/>
                      <a:pt x="4345" y="837867"/>
                      <a:pt x="1868" y="801736"/>
                    </a:cubicBezTo>
                    <a:cubicBezTo>
                      <a:pt x="-481" y="768589"/>
                      <a:pt x="-1116" y="724012"/>
                      <a:pt x="2948" y="691055"/>
                    </a:cubicBezTo>
                    <a:cubicBezTo>
                      <a:pt x="5361" y="671371"/>
                      <a:pt x="7139" y="644891"/>
                      <a:pt x="11266" y="625460"/>
                    </a:cubicBezTo>
                    <a:cubicBezTo>
                      <a:pt x="15013" y="607934"/>
                      <a:pt x="19267" y="584312"/>
                      <a:pt x="23776" y="566977"/>
                    </a:cubicBezTo>
                    <a:cubicBezTo>
                      <a:pt x="28665" y="548117"/>
                      <a:pt x="35460" y="522907"/>
                      <a:pt x="42572" y="504747"/>
                    </a:cubicBezTo>
                    <a:cubicBezTo>
                      <a:pt x="48985" y="488427"/>
                      <a:pt x="56923" y="466392"/>
                      <a:pt x="64035" y="450391"/>
                    </a:cubicBezTo>
                    <a:cubicBezTo>
                      <a:pt x="71972" y="432610"/>
                      <a:pt x="83402" y="409242"/>
                      <a:pt x="92737" y="392161"/>
                    </a:cubicBezTo>
                    <a:cubicBezTo>
                      <a:pt x="100992" y="377111"/>
                      <a:pt x="112676" y="357427"/>
                      <a:pt x="122137" y="343139"/>
                    </a:cubicBezTo>
                    <a:cubicBezTo>
                      <a:pt x="133059" y="326629"/>
                      <a:pt x="147918" y="304722"/>
                      <a:pt x="160555" y="289481"/>
                    </a:cubicBezTo>
                    <a:cubicBezTo>
                      <a:pt x="181700" y="263954"/>
                      <a:pt x="210720" y="230490"/>
                      <a:pt x="234850" y="207757"/>
                    </a:cubicBezTo>
                    <a:cubicBezTo>
                      <a:pt x="249328" y="194168"/>
                      <a:pt x="269394" y="176832"/>
                      <a:pt x="284761" y="164323"/>
                    </a:cubicBezTo>
                    <a:cubicBezTo>
                      <a:pt x="296762" y="154544"/>
                      <a:pt x="313272" y="142225"/>
                      <a:pt x="326163" y="133653"/>
                    </a:cubicBezTo>
                    <a:cubicBezTo>
                      <a:pt x="336894" y="126477"/>
                      <a:pt x="349975" y="118159"/>
                      <a:pt x="362675" y="110348"/>
                    </a:cubicBezTo>
                    <a:cubicBezTo>
                      <a:pt x="370422" y="105522"/>
                      <a:pt x="378106" y="100950"/>
                      <a:pt x="384964" y="96949"/>
                    </a:cubicBezTo>
                    <a:cubicBezTo>
                      <a:pt x="396330" y="90282"/>
                      <a:pt x="411888" y="82091"/>
                      <a:pt x="423826" y="76503"/>
                    </a:cubicBezTo>
                    <a:cubicBezTo>
                      <a:pt x="435510" y="71042"/>
                      <a:pt x="451004" y="63803"/>
                      <a:pt x="462878" y="58723"/>
                    </a:cubicBezTo>
                    <a:cubicBezTo>
                      <a:pt x="472784" y="54531"/>
                      <a:pt x="486310" y="49451"/>
                      <a:pt x="496343" y="45642"/>
                    </a:cubicBezTo>
                    <a:cubicBezTo>
                      <a:pt x="512726" y="39418"/>
                      <a:pt x="535141" y="32560"/>
                      <a:pt x="552032" y="27861"/>
                    </a:cubicBezTo>
                    <a:cubicBezTo>
                      <a:pt x="560224" y="25575"/>
                      <a:pt x="571146" y="22591"/>
                      <a:pt x="579464" y="20749"/>
                    </a:cubicBezTo>
                    <a:cubicBezTo>
                      <a:pt x="595149" y="17257"/>
                      <a:pt x="616167" y="12875"/>
                      <a:pt x="632042" y="10081"/>
                    </a:cubicBezTo>
                    <a:cubicBezTo>
                      <a:pt x="643853" y="7986"/>
                      <a:pt x="671539" y="4176"/>
                      <a:pt x="692939" y="2525"/>
                    </a:cubicBezTo>
                    <a:cubicBezTo>
                      <a:pt x="714719" y="874"/>
                      <a:pt x="772504" y="-3508"/>
                      <a:pt x="846228" y="5510"/>
                    </a:cubicBezTo>
                    <a:cubicBezTo>
                      <a:pt x="865151" y="7859"/>
                      <a:pt x="881216" y="10462"/>
                      <a:pt x="892265" y="12494"/>
                    </a:cubicBezTo>
                    <a:cubicBezTo>
                      <a:pt x="902489" y="14336"/>
                      <a:pt x="908394" y="15669"/>
                      <a:pt x="908521" y="15669"/>
                    </a:cubicBezTo>
                    <a:cubicBezTo>
                      <a:pt x="923825" y="19098"/>
                      <a:pt x="944145" y="23988"/>
                      <a:pt x="959258" y="28052"/>
                    </a:cubicBezTo>
                    <a:cubicBezTo>
                      <a:pt x="963258" y="29131"/>
                      <a:pt x="967894" y="30465"/>
                      <a:pt x="972466" y="31862"/>
                    </a:cubicBezTo>
                    <a:cubicBezTo>
                      <a:pt x="979387" y="33957"/>
                      <a:pt x="986563" y="36243"/>
                      <a:pt x="992468" y="38212"/>
                    </a:cubicBezTo>
                    <a:cubicBezTo>
                      <a:pt x="1004025" y="42022"/>
                      <a:pt x="1019329" y="47610"/>
                      <a:pt x="1030695" y="52055"/>
                    </a:cubicBezTo>
                    <a:cubicBezTo>
                      <a:pt x="1039458" y="55548"/>
                      <a:pt x="1050253" y="60119"/>
                      <a:pt x="1059969" y="64374"/>
                    </a:cubicBezTo>
                    <a:cubicBezTo>
                      <a:pt x="1060794" y="64692"/>
                      <a:pt x="1061556" y="65073"/>
                      <a:pt x="1062382" y="65454"/>
                    </a:cubicBezTo>
                    <a:cubicBezTo>
                      <a:pt x="1063525" y="65961"/>
                      <a:pt x="1064731" y="66533"/>
                      <a:pt x="1065874" y="67041"/>
                    </a:cubicBezTo>
                    <a:cubicBezTo>
                      <a:pt x="1067017" y="67549"/>
                      <a:pt x="1068097" y="67993"/>
                      <a:pt x="1069240" y="68501"/>
                    </a:cubicBezTo>
                    <a:cubicBezTo>
                      <a:pt x="1072097" y="69772"/>
                      <a:pt x="1075018" y="71105"/>
                      <a:pt x="1078130" y="72629"/>
                    </a:cubicBezTo>
                    <a:cubicBezTo>
                      <a:pt x="1084734" y="75741"/>
                      <a:pt x="1091782" y="79297"/>
                      <a:pt x="1098767" y="82916"/>
                    </a:cubicBezTo>
                    <a:cubicBezTo>
                      <a:pt x="1108927" y="88186"/>
                      <a:pt x="1119087" y="93711"/>
                      <a:pt x="1127723" y="98410"/>
                    </a:cubicBezTo>
                    <a:cubicBezTo>
                      <a:pt x="1134645" y="102665"/>
                      <a:pt x="1142265" y="107363"/>
                      <a:pt x="1150139" y="112253"/>
                    </a:cubicBezTo>
                    <a:cubicBezTo>
                      <a:pt x="1171856" y="125779"/>
                      <a:pt x="1195478" y="141018"/>
                      <a:pt x="1213258" y="155052"/>
                    </a:cubicBezTo>
                    <a:cubicBezTo>
                      <a:pt x="1229831" y="168133"/>
                      <a:pt x="1251485" y="186104"/>
                      <a:pt x="1267106" y="200264"/>
                    </a:cubicBezTo>
                    <a:cubicBezTo>
                      <a:pt x="1269328" y="202232"/>
                      <a:pt x="1271614" y="204392"/>
                      <a:pt x="1274027" y="206550"/>
                    </a:cubicBezTo>
                    <a:cubicBezTo>
                      <a:pt x="1279171" y="211376"/>
                      <a:pt x="1284568" y="216647"/>
                      <a:pt x="1289775" y="221917"/>
                    </a:cubicBezTo>
                    <a:cubicBezTo>
                      <a:pt x="1289839" y="221981"/>
                      <a:pt x="1289902" y="222044"/>
                      <a:pt x="1289966" y="222108"/>
                    </a:cubicBezTo>
                    <a:cubicBezTo>
                      <a:pt x="1295871" y="228013"/>
                      <a:pt x="1301586" y="233982"/>
                      <a:pt x="1306412" y="239253"/>
                    </a:cubicBezTo>
                    <a:cubicBezTo>
                      <a:pt x="1307682" y="240586"/>
                      <a:pt x="1308952" y="242047"/>
                      <a:pt x="1310286" y="243507"/>
                    </a:cubicBezTo>
                    <a:cubicBezTo>
                      <a:pt x="1319620" y="253922"/>
                      <a:pt x="1330352" y="266304"/>
                      <a:pt x="1339940" y="277861"/>
                    </a:cubicBezTo>
                    <a:cubicBezTo>
                      <a:pt x="1343941" y="282687"/>
                      <a:pt x="1347814" y="287386"/>
                      <a:pt x="1351243" y="291704"/>
                    </a:cubicBezTo>
                    <a:cubicBezTo>
                      <a:pt x="1361848" y="305103"/>
                      <a:pt x="1375056" y="323708"/>
                      <a:pt x="1384517" y="337932"/>
                    </a:cubicBezTo>
                    <a:cubicBezTo>
                      <a:pt x="1395503" y="354442"/>
                      <a:pt x="1409092" y="377175"/>
                      <a:pt x="1418617" y="394510"/>
                    </a:cubicBezTo>
                    <a:cubicBezTo>
                      <a:pt x="1427062" y="409750"/>
                      <a:pt x="1436841" y="430832"/>
                      <a:pt x="1444334" y="446580"/>
                    </a:cubicBezTo>
                    <a:cubicBezTo>
                      <a:pt x="1452780" y="464234"/>
                      <a:pt x="1461860" y="488744"/>
                      <a:pt x="1468401" y="507223"/>
                    </a:cubicBezTo>
                    <a:cubicBezTo>
                      <a:pt x="1474243" y="523987"/>
                      <a:pt x="1480402" y="546847"/>
                      <a:pt x="1485546" y="563865"/>
                    </a:cubicBezTo>
                    <a:cubicBezTo>
                      <a:pt x="1491197" y="582661"/>
                      <a:pt x="1496722" y="608442"/>
                      <a:pt x="1499262" y="627936"/>
                    </a:cubicBezTo>
                    <a:cubicBezTo>
                      <a:pt x="1501548" y="645971"/>
                      <a:pt x="1505421" y="669973"/>
                      <a:pt x="1506882" y="688071"/>
                    </a:cubicBezTo>
                    <a:cubicBezTo>
                      <a:pt x="1508660" y="708073"/>
                      <a:pt x="1509803" y="734934"/>
                      <a:pt x="1509803" y="75500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2" name="Google Shape;722;p31"/>
              <p:cNvSpPr/>
              <p:nvPr/>
            </p:nvSpPr>
            <p:spPr>
              <a:xfrm>
                <a:off x="-2229486" y="3409650"/>
                <a:ext cx="564133" cy="751379"/>
              </a:xfrm>
              <a:custGeom>
                <a:rect b="b" l="l" r="r" t="t"/>
                <a:pathLst>
                  <a:path extrusionOk="0" h="751379" w="564133">
                    <a:moveTo>
                      <a:pt x="561565" y="167235"/>
                    </a:moveTo>
                    <a:cubicBezTo>
                      <a:pt x="555914" y="175236"/>
                      <a:pt x="541944" y="178792"/>
                      <a:pt x="532673" y="179935"/>
                    </a:cubicBezTo>
                    <a:cubicBezTo>
                      <a:pt x="524291" y="180951"/>
                      <a:pt x="516417" y="177077"/>
                      <a:pt x="508225" y="177966"/>
                    </a:cubicBezTo>
                    <a:cubicBezTo>
                      <a:pt x="495335" y="179363"/>
                      <a:pt x="484159" y="191682"/>
                      <a:pt x="477555" y="201779"/>
                    </a:cubicBezTo>
                    <a:cubicBezTo>
                      <a:pt x="476094" y="204001"/>
                      <a:pt x="479650" y="206033"/>
                      <a:pt x="481047" y="203874"/>
                    </a:cubicBezTo>
                    <a:cubicBezTo>
                      <a:pt x="481238" y="203557"/>
                      <a:pt x="481492" y="203239"/>
                      <a:pt x="481746" y="202922"/>
                    </a:cubicBezTo>
                    <a:cubicBezTo>
                      <a:pt x="485873" y="200699"/>
                      <a:pt x="490064" y="198540"/>
                      <a:pt x="494573" y="197143"/>
                    </a:cubicBezTo>
                    <a:cubicBezTo>
                      <a:pt x="497049" y="196191"/>
                      <a:pt x="499589" y="195683"/>
                      <a:pt x="502193" y="195492"/>
                    </a:cubicBezTo>
                    <a:cubicBezTo>
                      <a:pt x="504415" y="198350"/>
                      <a:pt x="506638" y="201271"/>
                      <a:pt x="508860" y="204128"/>
                    </a:cubicBezTo>
                    <a:cubicBezTo>
                      <a:pt x="508797" y="207430"/>
                      <a:pt x="503336" y="210732"/>
                      <a:pt x="502828" y="214669"/>
                    </a:cubicBezTo>
                    <a:cubicBezTo>
                      <a:pt x="502320" y="218289"/>
                      <a:pt x="503907" y="221019"/>
                      <a:pt x="506574" y="223305"/>
                    </a:cubicBezTo>
                    <a:cubicBezTo>
                      <a:pt x="508543" y="225020"/>
                      <a:pt x="511083" y="225718"/>
                      <a:pt x="513178" y="227179"/>
                    </a:cubicBezTo>
                    <a:cubicBezTo>
                      <a:pt x="522894" y="233846"/>
                      <a:pt x="523021" y="244133"/>
                      <a:pt x="510067" y="248832"/>
                    </a:cubicBezTo>
                    <a:cubicBezTo>
                      <a:pt x="502891" y="251436"/>
                      <a:pt x="494700" y="251817"/>
                      <a:pt x="487270" y="253976"/>
                    </a:cubicBezTo>
                    <a:cubicBezTo>
                      <a:pt x="480349" y="256008"/>
                      <a:pt x="473618" y="258484"/>
                      <a:pt x="467077" y="261405"/>
                    </a:cubicBezTo>
                    <a:cubicBezTo>
                      <a:pt x="452726" y="267819"/>
                      <a:pt x="438947" y="276391"/>
                      <a:pt x="427453" y="287123"/>
                    </a:cubicBezTo>
                    <a:cubicBezTo>
                      <a:pt x="409546" y="299315"/>
                      <a:pt x="388972" y="301537"/>
                      <a:pt x="377860" y="322302"/>
                    </a:cubicBezTo>
                    <a:cubicBezTo>
                      <a:pt x="371002" y="335129"/>
                      <a:pt x="365668" y="348464"/>
                      <a:pt x="354809" y="358687"/>
                    </a:cubicBezTo>
                    <a:cubicBezTo>
                      <a:pt x="346046" y="366942"/>
                      <a:pt x="335442" y="372721"/>
                      <a:pt x="325218" y="378880"/>
                    </a:cubicBezTo>
                    <a:cubicBezTo>
                      <a:pt x="307756" y="389358"/>
                      <a:pt x="293214" y="400915"/>
                      <a:pt x="285848" y="420536"/>
                    </a:cubicBezTo>
                    <a:cubicBezTo>
                      <a:pt x="277339" y="443015"/>
                      <a:pt x="277720" y="469114"/>
                      <a:pt x="262290" y="488481"/>
                    </a:cubicBezTo>
                    <a:cubicBezTo>
                      <a:pt x="255559" y="464669"/>
                      <a:pt x="265909" y="431014"/>
                      <a:pt x="241843" y="415710"/>
                    </a:cubicBezTo>
                    <a:cubicBezTo>
                      <a:pt x="233334" y="410313"/>
                      <a:pt x="217332" y="405550"/>
                      <a:pt x="207299" y="408979"/>
                    </a:cubicBezTo>
                    <a:cubicBezTo>
                      <a:pt x="203171" y="410313"/>
                      <a:pt x="202155" y="412345"/>
                      <a:pt x="200314" y="415964"/>
                    </a:cubicBezTo>
                    <a:cubicBezTo>
                      <a:pt x="198663" y="419139"/>
                      <a:pt x="198218" y="424092"/>
                      <a:pt x="195043" y="426696"/>
                    </a:cubicBezTo>
                    <a:cubicBezTo>
                      <a:pt x="192313" y="428982"/>
                      <a:pt x="185518" y="428410"/>
                      <a:pt x="182661" y="427648"/>
                    </a:cubicBezTo>
                    <a:cubicBezTo>
                      <a:pt x="177644" y="426251"/>
                      <a:pt x="173263" y="423076"/>
                      <a:pt x="168818" y="420600"/>
                    </a:cubicBezTo>
                    <a:cubicBezTo>
                      <a:pt x="156689" y="414123"/>
                      <a:pt x="147482" y="414440"/>
                      <a:pt x="136369" y="422695"/>
                    </a:cubicBezTo>
                    <a:cubicBezTo>
                      <a:pt x="123161" y="432601"/>
                      <a:pt x="112747" y="445936"/>
                      <a:pt x="102460" y="458700"/>
                    </a:cubicBezTo>
                    <a:cubicBezTo>
                      <a:pt x="84553" y="480861"/>
                      <a:pt x="64741" y="508357"/>
                      <a:pt x="70520" y="538583"/>
                    </a:cubicBezTo>
                    <a:cubicBezTo>
                      <a:pt x="72869" y="551092"/>
                      <a:pt x="80362" y="562967"/>
                      <a:pt x="92808" y="567221"/>
                    </a:cubicBezTo>
                    <a:cubicBezTo>
                      <a:pt x="103603" y="570904"/>
                      <a:pt x="116367" y="568555"/>
                      <a:pt x="123098" y="558966"/>
                    </a:cubicBezTo>
                    <a:cubicBezTo>
                      <a:pt x="123415" y="558522"/>
                      <a:pt x="123415" y="558014"/>
                      <a:pt x="123288" y="557569"/>
                    </a:cubicBezTo>
                    <a:cubicBezTo>
                      <a:pt x="134210" y="546266"/>
                      <a:pt x="144180" y="534138"/>
                      <a:pt x="160055" y="529375"/>
                    </a:cubicBezTo>
                    <a:cubicBezTo>
                      <a:pt x="165770" y="527661"/>
                      <a:pt x="172437" y="526645"/>
                      <a:pt x="178343" y="528169"/>
                    </a:cubicBezTo>
                    <a:cubicBezTo>
                      <a:pt x="188884" y="531026"/>
                      <a:pt x="186344" y="543917"/>
                      <a:pt x="180629" y="550711"/>
                    </a:cubicBezTo>
                    <a:cubicBezTo>
                      <a:pt x="175993" y="556172"/>
                      <a:pt x="171104" y="561252"/>
                      <a:pt x="166976" y="567094"/>
                    </a:cubicBezTo>
                    <a:cubicBezTo>
                      <a:pt x="160436" y="576365"/>
                      <a:pt x="149958" y="591669"/>
                      <a:pt x="150466" y="603670"/>
                    </a:cubicBezTo>
                    <a:cubicBezTo>
                      <a:pt x="150784" y="610782"/>
                      <a:pt x="156181" y="614656"/>
                      <a:pt x="162404" y="616180"/>
                    </a:cubicBezTo>
                    <a:cubicBezTo>
                      <a:pt x="162595" y="616370"/>
                      <a:pt x="162722" y="616624"/>
                      <a:pt x="163039" y="616624"/>
                    </a:cubicBezTo>
                    <a:cubicBezTo>
                      <a:pt x="163928" y="616688"/>
                      <a:pt x="164944" y="616751"/>
                      <a:pt x="165960" y="616815"/>
                    </a:cubicBezTo>
                    <a:cubicBezTo>
                      <a:pt x="167548" y="617005"/>
                      <a:pt x="169199" y="617069"/>
                      <a:pt x="170723" y="617005"/>
                    </a:cubicBezTo>
                    <a:cubicBezTo>
                      <a:pt x="170977" y="617005"/>
                      <a:pt x="171167" y="616942"/>
                      <a:pt x="171358" y="616878"/>
                    </a:cubicBezTo>
                    <a:cubicBezTo>
                      <a:pt x="181772" y="616751"/>
                      <a:pt x="194408" y="616561"/>
                      <a:pt x="195424" y="627737"/>
                    </a:cubicBezTo>
                    <a:cubicBezTo>
                      <a:pt x="196250" y="636881"/>
                      <a:pt x="187423" y="648057"/>
                      <a:pt x="183867" y="656185"/>
                    </a:cubicBezTo>
                    <a:cubicBezTo>
                      <a:pt x="178724" y="668123"/>
                      <a:pt x="174596" y="681394"/>
                      <a:pt x="177454" y="694412"/>
                    </a:cubicBezTo>
                    <a:cubicBezTo>
                      <a:pt x="179676" y="704762"/>
                      <a:pt x="185963" y="715049"/>
                      <a:pt x="195742" y="719748"/>
                    </a:cubicBezTo>
                    <a:cubicBezTo>
                      <a:pt x="200568" y="722034"/>
                      <a:pt x="205775" y="720637"/>
                      <a:pt x="210347" y="722352"/>
                    </a:cubicBezTo>
                    <a:cubicBezTo>
                      <a:pt x="227428" y="728765"/>
                      <a:pt x="205838" y="756705"/>
                      <a:pt x="193964" y="750482"/>
                    </a:cubicBezTo>
                    <a:cubicBezTo>
                      <a:pt x="192313" y="748323"/>
                      <a:pt x="190662" y="744958"/>
                      <a:pt x="189201" y="743751"/>
                    </a:cubicBezTo>
                    <a:cubicBezTo>
                      <a:pt x="184883" y="740132"/>
                      <a:pt x="179295" y="738671"/>
                      <a:pt x="174977" y="734734"/>
                    </a:cubicBezTo>
                    <a:cubicBezTo>
                      <a:pt x="166405" y="726860"/>
                      <a:pt x="159610" y="716446"/>
                      <a:pt x="154530" y="706032"/>
                    </a:cubicBezTo>
                    <a:cubicBezTo>
                      <a:pt x="146783" y="690157"/>
                      <a:pt x="146910" y="666662"/>
                      <a:pt x="133448" y="654089"/>
                    </a:cubicBezTo>
                    <a:cubicBezTo>
                      <a:pt x="126209" y="647422"/>
                      <a:pt x="115732" y="646342"/>
                      <a:pt x="108302" y="639738"/>
                    </a:cubicBezTo>
                    <a:cubicBezTo>
                      <a:pt x="99666" y="632055"/>
                      <a:pt x="97825" y="622149"/>
                      <a:pt x="93570" y="612052"/>
                    </a:cubicBezTo>
                    <a:cubicBezTo>
                      <a:pt x="90713" y="605258"/>
                      <a:pt x="86077" y="601130"/>
                      <a:pt x="80807" y="599416"/>
                    </a:cubicBezTo>
                    <a:cubicBezTo>
                      <a:pt x="80616" y="599098"/>
                      <a:pt x="80362" y="598844"/>
                      <a:pt x="79854" y="598654"/>
                    </a:cubicBezTo>
                    <a:cubicBezTo>
                      <a:pt x="76743" y="597574"/>
                      <a:pt x="74393" y="597892"/>
                      <a:pt x="71599" y="598844"/>
                    </a:cubicBezTo>
                    <a:cubicBezTo>
                      <a:pt x="69059" y="599225"/>
                      <a:pt x="66519" y="600051"/>
                      <a:pt x="63979" y="601321"/>
                    </a:cubicBezTo>
                    <a:cubicBezTo>
                      <a:pt x="58899" y="602273"/>
                      <a:pt x="54137" y="601321"/>
                      <a:pt x="49374" y="596939"/>
                    </a:cubicBezTo>
                    <a:cubicBezTo>
                      <a:pt x="39595" y="587922"/>
                      <a:pt x="30007" y="578651"/>
                      <a:pt x="21752" y="568174"/>
                    </a:cubicBezTo>
                    <a:cubicBezTo>
                      <a:pt x="2575" y="543726"/>
                      <a:pt x="-2315" y="514897"/>
                      <a:pt x="924" y="484544"/>
                    </a:cubicBezTo>
                    <a:cubicBezTo>
                      <a:pt x="3972" y="455779"/>
                      <a:pt x="13243" y="428220"/>
                      <a:pt x="17116" y="399645"/>
                    </a:cubicBezTo>
                    <a:cubicBezTo>
                      <a:pt x="18958" y="386056"/>
                      <a:pt x="19085" y="372784"/>
                      <a:pt x="17942" y="359195"/>
                    </a:cubicBezTo>
                    <a:cubicBezTo>
                      <a:pt x="17688" y="344717"/>
                      <a:pt x="16164" y="330303"/>
                      <a:pt x="17180" y="315761"/>
                    </a:cubicBezTo>
                    <a:cubicBezTo>
                      <a:pt x="18704" y="293219"/>
                      <a:pt x="30134" y="275121"/>
                      <a:pt x="42389" y="256897"/>
                    </a:cubicBezTo>
                    <a:cubicBezTo>
                      <a:pt x="66075" y="221718"/>
                      <a:pt x="100873" y="192825"/>
                      <a:pt x="141068" y="177966"/>
                    </a:cubicBezTo>
                    <a:cubicBezTo>
                      <a:pt x="156880" y="172124"/>
                      <a:pt x="172755" y="169203"/>
                      <a:pt x="185582" y="157456"/>
                    </a:cubicBezTo>
                    <a:cubicBezTo>
                      <a:pt x="198853" y="145391"/>
                      <a:pt x="208124" y="129452"/>
                      <a:pt x="220634" y="116689"/>
                    </a:cubicBezTo>
                    <a:cubicBezTo>
                      <a:pt x="228127" y="109069"/>
                      <a:pt x="236255" y="102084"/>
                      <a:pt x="244891" y="95924"/>
                    </a:cubicBezTo>
                    <a:cubicBezTo>
                      <a:pt x="251114" y="91479"/>
                      <a:pt x="258035" y="87669"/>
                      <a:pt x="263433" y="82208"/>
                    </a:cubicBezTo>
                    <a:cubicBezTo>
                      <a:pt x="271434" y="74080"/>
                      <a:pt x="275307" y="62206"/>
                      <a:pt x="268132" y="52427"/>
                    </a:cubicBezTo>
                    <a:cubicBezTo>
                      <a:pt x="267560" y="51665"/>
                      <a:pt x="266290" y="52363"/>
                      <a:pt x="266862" y="53125"/>
                    </a:cubicBezTo>
                    <a:cubicBezTo>
                      <a:pt x="266925" y="53252"/>
                      <a:pt x="266989" y="53379"/>
                      <a:pt x="267052" y="53506"/>
                    </a:cubicBezTo>
                    <a:cubicBezTo>
                      <a:pt x="266227" y="52871"/>
                      <a:pt x="265338" y="52236"/>
                      <a:pt x="264258" y="51665"/>
                    </a:cubicBezTo>
                    <a:cubicBezTo>
                      <a:pt x="259496" y="49188"/>
                      <a:pt x="254035" y="49506"/>
                      <a:pt x="248891" y="50585"/>
                    </a:cubicBezTo>
                    <a:cubicBezTo>
                      <a:pt x="238287" y="52808"/>
                      <a:pt x="228952" y="57507"/>
                      <a:pt x="217967" y="58586"/>
                    </a:cubicBezTo>
                    <a:cubicBezTo>
                      <a:pt x="214538" y="58904"/>
                      <a:pt x="203679" y="60428"/>
                      <a:pt x="200949" y="58269"/>
                    </a:cubicBezTo>
                    <a:cubicBezTo>
                      <a:pt x="192186" y="51284"/>
                      <a:pt x="210220" y="45759"/>
                      <a:pt x="212569" y="45061"/>
                    </a:cubicBezTo>
                    <a:cubicBezTo>
                      <a:pt x="221586" y="42203"/>
                      <a:pt x="231238" y="40933"/>
                      <a:pt x="240509" y="39028"/>
                    </a:cubicBezTo>
                    <a:cubicBezTo>
                      <a:pt x="260956" y="34964"/>
                      <a:pt x="281403" y="30646"/>
                      <a:pt x="301152" y="23852"/>
                    </a:cubicBezTo>
                    <a:cubicBezTo>
                      <a:pt x="320202" y="17311"/>
                      <a:pt x="338109" y="7532"/>
                      <a:pt x="357667" y="2643"/>
                    </a:cubicBezTo>
                    <a:cubicBezTo>
                      <a:pt x="371891" y="-977"/>
                      <a:pt x="387893" y="-3136"/>
                      <a:pt x="396275" y="11787"/>
                    </a:cubicBezTo>
                    <a:cubicBezTo>
                      <a:pt x="398370" y="15597"/>
                      <a:pt x="397862" y="17565"/>
                      <a:pt x="402371" y="18835"/>
                    </a:cubicBezTo>
                    <a:cubicBezTo>
                      <a:pt x="407197" y="20296"/>
                      <a:pt x="412658" y="18454"/>
                      <a:pt x="417738" y="20042"/>
                    </a:cubicBezTo>
                    <a:cubicBezTo>
                      <a:pt x="425104" y="21820"/>
                      <a:pt x="428596" y="26709"/>
                      <a:pt x="428279" y="34774"/>
                    </a:cubicBezTo>
                    <a:cubicBezTo>
                      <a:pt x="428152" y="35726"/>
                      <a:pt x="428088" y="36679"/>
                      <a:pt x="428215" y="37631"/>
                    </a:cubicBezTo>
                    <a:cubicBezTo>
                      <a:pt x="429930" y="41187"/>
                      <a:pt x="430057" y="41505"/>
                      <a:pt x="434311" y="42203"/>
                    </a:cubicBezTo>
                    <a:cubicBezTo>
                      <a:pt x="442058" y="43410"/>
                      <a:pt x="452218" y="40743"/>
                      <a:pt x="459394" y="38393"/>
                    </a:cubicBezTo>
                    <a:cubicBezTo>
                      <a:pt x="463013" y="37250"/>
                      <a:pt x="466442" y="35790"/>
                      <a:pt x="469871" y="34202"/>
                    </a:cubicBezTo>
                    <a:cubicBezTo>
                      <a:pt x="472030" y="33123"/>
                      <a:pt x="474253" y="32043"/>
                      <a:pt x="476412" y="30964"/>
                    </a:cubicBezTo>
                    <a:cubicBezTo>
                      <a:pt x="482444" y="26392"/>
                      <a:pt x="487715" y="27979"/>
                      <a:pt x="492287" y="35726"/>
                    </a:cubicBezTo>
                    <a:cubicBezTo>
                      <a:pt x="491334" y="36679"/>
                      <a:pt x="491842" y="37949"/>
                      <a:pt x="492731" y="38520"/>
                    </a:cubicBezTo>
                    <a:cubicBezTo>
                      <a:pt x="486572" y="53189"/>
                      <a:pt x="468220" y="55665"/>
                      <a:pt x="453044" y="63476"/>
                    </a:cubicBezTo>
                    <a:cubicBezTo>
                      <a:pt x="439582" y="70334"/>
                      <a:pt x="422310" y="81319"/>
                      <a:pt x="412975" y="93448"/>
                    </a:cubicBezTo>
                    <a:cubicBezTo>
                      <a:pt x="409546" y="97893"/>
                      <a:pt x="407133" y="103735"/>
                      <a:pt x="408403" y="109450"/>
                    </a:cubicBezTo>
                    <a:cubicBezTo>
                      <a:pt x="410118" y="117197"/>
                      <a:pt x="418373" y="121007"/>
                      <a:pt x="420722" y="128563"/>
                    </a:cubicBezTo>
                    <a:cubicBezTo>
                      <a:pt x="425167" y="143232"/>
                      <a:pt x="417992" y="158980"/>
                      <a:pt x="427009" y="172632"/>
                    </a:cubicBezTo>
                    <a:cubicBezTo>
                      <a:pt x="427771" y="173775"/>
                      <a:pt x="429104" y="173648"/>
                      <a:pt x="429993" y="172950"/>
                    </a:cubicBezTo>
                    <a:cubicBezTo>
                      <a:pt x="430565" y="173140"/>
                      <a:pt x="431200" y="173013"/>
                      <a:pt x="431708" y="172378"/>
                    </a:cubicBezTo>
                    <a:cubicBezTo>
                      <a:pt x="447710" y="153836"/>
                      <a:pt x="464918" y="136374"/>
                      <a:pt x="472856" y="112688"/>
                    </a:cubicBezTo>
                    <a:cubicBezTo>
                      <a:pt x="476856" y="100814"/>
                      <a:pt x="479714" y="85891"/>
                      <a:pt x="489683" y="77319"/>
                    </a:cubicBezTo>
                    <a:cubicBezTo>
                      <a:pt x="495906" y="71985"/>
                      <a:pt x="508098" y="72302"/>
                      <a:pt x="510892" y="81002"/>
                    </a:cubicBezTo>
                    <a:cubicBezTo>
                      <a:pt x="511781" y="83796"/>
                      <a:pt x="511718" y="87034"/>
                      <a:pt x="511781" y="89955"/>
                    </a:cubicBezTo>
                    <a:cubicBezTo>
                      <a:pt x="511908" y="95035"/>
                      <a:pt x="511337" y="100179"/>
                      <a:pt x="511083" y="105259"/>
                    </a:cubicBezTo>
                    <a:cubicBezTo>
                      <a:pt x="510956" y="105386"/>
                      <a:pt x="510765" y="105513"/>
                      <a:pt x="510638" y="105576"/>
                    </a:cubicBezTo>
                    <a:cubicBezTo>
                      <a:pt x="510067" y="106148"/>
                      <a:pt x="510384" y="106973"/>
                      <a:pt x="510956" y="107354"/>
                    </a:cubicBezTo>
                    <a:cubicBezTo>
                      <a:pt x="510892" y="107735"/>
                      <a:pt x="510892" y="108180"/>
                      <a:pt x="510892" y="108561"/>
                    </a:cubicBezTo>
                    <a:cubicBezTo>
                      <a:pt x="510892" y="109323"/>
                      <a:pt x="512162" y="109513"/>
                      <a:pt x="512226" y="108751"/>
                    </a:cubicBezTo>
                    <a:cubicBezTo>
                      <a:pt x="512289" y="108180"/>
                      <a:pt x="512416" y="107608"/>
                      <a:pt x="512543" y="107037"/>
                    </a:cubicBezTo>
                    <a:cubicBezTo>
                      <a:pt x="515845" y="104497"/>
                      <a:pt x="519084" y="102020"/>
                      <a:pt x="522767" y="99988"/>
                    </a:cubicBezTo>
                    <a:cubicBezTo>
                      <a:pt x="525497" y="98401"/>
                      <a:pt x="528355" y="97131"/>
                      <a:pt x="531339" y="96051"/>
                    </a:cubicBezTo>
                    <a:cubicBezTo>
                      <a:pt x="534070" y="98337"/>
                      <a:pt x="536800" y="100623"/>
                      <a:pt x="539594" y="102846"/>
                    </a:cubicBezTo>
                    <a:cubicBezTo>
                      <a:pt x="540737" y="105449"/>
                      <a:pt x="539023" y="111101"/>
                      <a:pt x="539150" y="113958"/>
                    </a:cubicBezTo>
                    <a:cubicBezTo>
                      <a:pt x="539340" y="116244"/>
                      <a:pt x="539721" y="118594"/>
                      <a:pt x="540356" y="120753"/>
                    </a:cubicBezTo>
                    <a:cubicBezTo>
                      <a:pt x="541880" y="126404"/>
                      <a:pt x="544865" y="131548"/>
                      <a:pt x="548357" y="136183"/>
                    </a:cubicBezTo>
                    <a:cubicBezTo>
                      <a:pt x="554580" y="145073"/>
                      <a:pt x="570265" y="154916"/>
                      <a:pt x="561565" y="16723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3" name="Google Shape;723;p31"/>
              <p:cNvSpPr/>
              <p:nvPr/>
            </p:nvSpPr>
            <p:spPr>
              <a:xfrm>
                <a:off x="-1722403" y="3384353"/>
                <a:ext cx="98344" cy="110816"/>
              </a:xfrm>
              <a:custGeom>
                <a:rect b="b" l="l" r="r" t="t"/>
                <a:pathLst>
                  <a:path extrusionOk="0" h="110816" w="98344">
                    <a:moveTo>
                      <a:pt x="96964" y="103505"/>
                    </a:moveTo>
                    <a:cubicBezTo>
                      <a:pt x="97282" y="105410"/>
                      <a:pt x="97663" y="107315"/>
                      <a:pt x="98044" y="109220"/>
                    </a:cubicBezTo>
                    <a:cubicBezTo>
                      <a:pt x="93789" y="111570"/>
                      <a:pt x="90233" y="111316"/>
                      <a:pt x="87376" y="108522"/>
                    </a:cubicBezTo>
                    <a:cubicBezTo>
                      <a:pt x="75819" y="101854"/>
                      <a:pt x="66802" y="85916"/>
                      <a:pt x="59944" y="74803"/>
                    </a:cubicBezTo>
                    <a:cubicBezTo>
                      <a:pt x="56642" y="69405"/>
                      <a:pt x="53657" y="63500"/>
                      <a:pt x="55308" y="56833"/>
                    </a:cubicBezTo>
                    <a:cubicBezTo>
                      <a:pt x="55880" y="54420"/>
                      <a:pt x="57086" y="52324"/>
                      <a:pt x="57340" y="49784"/>
                    </a:cubicBezTo>
                    <a:cubicBezTo>
                      <a:pt x="57658" y="46291"/>
                      <a:pt x="56896" y="42863"/>
                      <a:pt x="55435" y="39624"/>
                    </a:cubicBezTo>
                    <a:cubicBezTo>
                      <a:pt x="51498" y="31242"/>
                      <a:pt x="43307" y="26289"/>
                      <a:pt x="35115" y="22923"/>
                    </a:cubicBezTo>
                    <a:cubicBezTo>
                      <a:pt x="20764" y="17145"/>
                      <a:pt x="8128" y="13081"/>
                      <a:pt x="0" y="0"/>
                    </a:cubicBezTo>
                    <a:cubicBezTo>
                      <a:pt x="64" y="64"/>
                      <a:pt x="64" y="64"/>
                      <a:pt x="127" y="64"/>
                    </a:cubicBezTo>
                    <a:cubicBezTo>
                      <a:pt x="698" y="508"/>
                      <a:pt x="1333" y="953"/>
                      <a:pt x="1714" y="1270"/>
                    </a:cubicBezTo>
                    <a:cubicBezTo>
                      <a:pt x="4445" y="3239"/>
                      <a:pt x="7557" y="5080"/>
                      <a:pt x="10858" y="5905"/>
                    </a:cubicBezTo>
                    <a:cubicBezTo>
                      <a:pt x="11938" y="6159"/>
                      <a:pt x="12636" y="5334"/>
                      <a:pt x="12636" y="4572"/>
                    </a:cubicBezTo>
                    <a:cubicBezTo>
                      <a:pt x="36068" y="12827"/>
                      <a:pt x="59880" y="20066"/>
                      <a:pt x="83121" y="28892"/>
                    </a:cubicBezTo>
                    <a:cubicBezTo>
                      <a:pt x="88392" y="30861"/>
                      <a:pt x="90995" y="32385"/>
                      <a:pt x="94551" y="37021"/>
                    </a:cubicBezTo>
                    <a:cubicBezTo>
                      <a:pt x="99568" y="43434"/>
                      <a:pt x="98552" y="48451"/>
                      <a:pt x="97409" y="56324"/>
                    </a:cubicBezTo>
                    <a:cubicBezTo>
                      <a:pt x="96583" y="62230"/>
                      <a:pt x="95631" y="68072"/>
                      <a:pt x="95314" y="74041"/>
                    </a:cubicBezTo>
                    <a:cubicBezTo>
                      <a:pt x="94932" y="81788"/>
                      <a:pt x="95250" y="89598"/>
                      <a:pt x="96139" y="97282"/>
                    </a:cubicBezTo>
                    <a:cubicBezTo>
                      <a:pt x="96266" y="99314"/>
                      <a:pt x="96647" y="101409"/>
                      <a:pt x="96964" y="10350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4" name="Google Shape;724;p31"/>
              <p:cNvSpPr/>
              <p:nvPr/>
            </p:nvSpPr>
            <p:spPr>
              <a:xfrm>
                <a:off x="-1592927" y="3382896"/>
                <a:ext cx="397129" cy="307338"/>
              </a:xfrm>
              <a:custGeom>
                <a:rect b="b" l="l" r="r" t="t"/>
                <a:pathLst>
                  <a:path extrusionOk="0" h="307338" w="397129">
                    <a:moveTo>
                      <a:pt x="397129" y="230564"/>
                    </a:moveTo>
                    <a:cubicBezTo>
                      <a:pt x="393383" y="232659"/>
                      <a:pt x="389636" y="234692"/>
                      <a:pt x="385826" y="236787"/>
                    </a:cubicBezTo>
                    <a:cubicBezTo>
                      <a:pt x="379667" y="236724"/>
                      <a:pt x="370459" y="226183"/>
                      <a:pt x="366141" y="221928"/>
                    </a:cubicBezTo>
                    <a:cubicBezTo>
                      <a:pt x="361125" y="217039"/>
                      <a:pt x="356489" y="211768"/>
                      <a:pt x="351790" y="206625"/>
                    </a:cubicBezTo>
                    <a:cubicBezTo>
                      <a:pt x="342138" y="196211"/>
                      <a:pt x="331851" y="186940"/>
                      <a:pt x="319596" y="179637"/>
                    </a:cubicBezTo>
                    <a:cubicBezTo>
                      <a:pt x="312547" y="175446"/>
                      <a:pt x="299021" y="166493"/>
                      <a:pt x="290195" y="170874"/>
                    </a:cubicBezTo>
                    <a:cubicBezTo>
                      <a:pt x="281432" y="175256"/>
                      <a:pt x="282512" y="189734"/>
                      <a:pt x="283528" y="197608"/>
                    </a:cubicBezTo>
                    <a:cubicBezTo>
                      <a:pt x="284163" y="202942"/>
                      <a:pt x="285496" y="208022"/>
                      <a:pt x="287147" y="212975"/>
                    </a:cubicBezTo>
                    <a:cubicBezTo>
                      <a:pt x="286957" y="213292"/>
                      <a:pt x="286957" y="213737"/>
                      <a:pt x="287211" y="214181"/>
                    </a:cubicBezTo>
                    <a:cubicBezTo>
                      <a:pt x="287528" y="214880"/>
                      <a:pt x="287973" y="215515"/>
                      <a:pt x="288290" y="216150"/>
                    </a:cubicBezTo>
                    <a:cubicBezTo>
                      <a:pt x="291275" y="224024"/>
                      <a:pt x="295212" y="231517"/>
                      <a:pt x="299466" y="238946"/>
                    </a:cubicBezTo>
                    <a:cubicBezTo>
                      <a:pt x="300038" y="240089"/>
                      <a:pt x="301435" y="239518"/>
                      <a:pt x="301625" y="238502"/>
                    </a:cubicBezTo>
                    <a:cubicBezTo>
                      <a:pt x="302832" y="240534"/>
                      <a:pt x="304102" y="242565"/>
                      <a:pt x="305308" y="244534"/>
                    </a:cubicBezTo>
                    <a:cubicBezTo>
                      <a:pt x="311214" y="254313"/>
                      <a:pt x="319596" y="264664"/>
                      <a:pt x="322580" y="275840"/>
                    </a:cubicBezTo>
                    <a:cubicBezTo>
                      <a:pt x="326962" y="291715"/>
                      <a:pt x="313627" y="312606"/>
                      <a:pt x="295402" y="306129"/>
                    </a:cubicBezTo>
                    <a:cubicBezTo>
                      <a:pt x="284988" y="302446"/>
                      <a:pt x="277876" y="291016"/>
                      <a:pt x="271463" y="282634"/>
                    </a:cubicBezTo>
                    <a:cubicBezTo>
                      <a:pt x="264922" y="274062"/>
                      <a:pt x="258636" y="265362"/>
                      <a:pt x="252540" y="256409"/>
                    </a:cubicBezTo>
                    <a:cubicBezTo>
                      <a:pt x="248412" y="250376"/>
                      <a:pt x="245364" y="247900"/>
                      <a:pt x="246761" y="240343"/>
                    </a:cubicBezTo>
                    <a:cubicBezTo>
                      <a:pt x="248476" y="231263"/>
                      <a:pt x="250127" y="235834"/>
                      <a:pt x="256413" y="232659"/>
                    </a:cubicBezTo>
                    <a:cubicBezTo>
                      <a:pt x="267335" y="227135"/>
                      <a:pt x="256032" y="213419"/>
                      <a:pt x="250254" y="208466"/>
                    </a:cubicBezTo>
                    <a:cubicBezTo>
                      <a:pt x="244285" y="203322"/>
                      <a:pt x="237109" y="199830"/>
                      <a:pt x="230061" y="196338"/>
                    </a:cubicBezTo>
                    <a:cubicBezTo>
                      <a:pt x="226505" y="194623"/>
                      <a:pt x="222695" y="192972"/>
                      <a:pt x="219329" y="190813"/>
                    </a:cubicBezTo>
                    <a:cubicBezTo>
                      <a:pt x="210693" y="185034"/>
                      <a:pt x="212662" y="180272"/>
                      <a:pt x="212916" y="171446"/>
                    </a:cubicBezTo>
                    <a:cubicBezTo>
                      <a:pt x="213170" y="163190"/>
                      <a:pt x="211455" y="156777"/>
                      <a:pt x="206502" y="150046"/>
                    </a:cubicBezTo>
                    <a:cubicBezTo>
                      <a:pt x="200596" y="141918"/>
                      <a:pt x="190754" y="137156"/>
                      <a:pt x="185420" y="128710"/>
                    </a:cubicBezTo>
                    <a:cubicBezTo>
                      <a:pt x="178435" y="117725"/>
                      <a:pt x="187008" y="111692"/>
                      <a:pt x="185293" y="101215"/>
                    </a:cubicBezTo>
                    <a:cubicBezTo>
                      <a:pt x="184277" y="94865"/>
                      <a:pt x="179261" y="89658"/>
                      <a:pt x="174308" y="85975"/>
                    </a:cubicBezTo>
                    <a:cubicBezTo>
                      <a:pt x="159703" y="75243"/>
                      <a:pt x="139700" y="71370"/>
                      <a:pt x="122682" y="66290"/>
                    </a:cubicBezTo>
                    <a:cubicBezTo>
                      <a:pt x="110744" y="62734"/>
                      <a:pt x="98806" y="58860"/>
                      <a:pt x="87693" y="53018"/>
                    </a:cubicBezTo>
                    <a:cubicBezTo>
                      <a:pt x="77851" y="47875"/>
                      <a:pt x="68898" y="41080"/>
                      <a:pt x="58738" y="36572"/>
                    </a:cubicBezTo>
                    <a:cubicBezTo>
                      <a:pt x="40196" y="28253"/>
                      <a:pt x="18352" y="30539"/>
                      <a:pt x="826" y="19998"/>
                    </a:cubicBezTo>
                    <a:cubicBezTo>
                      <a:pt x="699" y="19681"/>
                      <a:pt x="508" y="19427"/>
                      <a:pt x="0" y="19363"/>
                    </a:cubicBezTo>
                    <a:cubicBezTo>
                      <a:pt x="762" y="17903"/>
                      <a:pt x="1524" y="16506"/>
                      <a:pt x="2286" y="15109"/>
                    </a:cubicBezTo>
                    <a:cubicBezTo>
                      <a:pt x="3874" y="15172"/>
                      <a:pt x="5525" y="15363"/>
                      <a:pt x="7112" y="15553"/>
                    </a:cubicBezTo>
                    <a:cubicBezTo>
                      <a:pt x="10224" y="15934"/>
                      <a:pt x="13399" y="16378"/>
                      <a:pt x="16637" y="16759"/>
                    </a:cubicBezTo>
                    <a:cubicBezTo>
                      <a:pt x="22924" y="17522"/>
                      <a:pt x="29274" y="18347"/>
                      <a:pt x="35560" y="19109"/>
                    </a:cubicBezTo>
                    <a:cubicBezTo>
                      <a:pt x="37084" y="19300"/>
                      <a:pt x="37783" y="17395"/>
                      <a:pt x="37211" y="16252"/>
                    </a:cubicBezTo>
                    <a:cubicBezTo>
                      <a:pt x="34290" y="10790"/>
                      <a:pt x="30925" y="5711"/>
                      <a:pt x="27178" y="884"/>
                    </a:cubicBezTo>
                    <a:cubicBezTo>
                      <a:pt x="41339" y="-1338"/>
                      <a:pt x="57976" y="1139"/>
                      <a:pt x="71882" y="2726"/>
                    </a:cubicBezTo>
                    <a:cubicBezTo>
                      <a:pt x="88138" y="4568"/>
                      <a:pt x="103632" y="8505"/>
                      <a:pt x="118745" y="14728"/>
                    </a:cubicBezTo>
                    <a:cubicBezTo>
                      <a:pt x="150114" y="27555"/>
                      <a:pt x="180912" y="42033"/>
                      <a:pt x="211963" y="55749"/>
                    </a:cubicBezTo>
                    <a:cubicBezTo>
                      <a:pt x="226568" y="62162"/>
                      <a:pt x="241618" y="67687"/>
                      <a:pt x="253365" y="78863"/>
                    </a:cubicBezTo>
                    <a:cubicBezTo>
                      <a:pt x="263525" y="88578"/>
                      <a:pt x="272606" y="97405"/>
                      <a:pt x="284798" y="104644"/>
                    </a:cubicBezTo>
                    <a:cubicBezTo>
                      <a:pt x="310071" y="119820"/>
                      <a:pt x="333502" y="136711"/>
                      <a:pt x="354775" y="157031"/>
                    </a:cubicBezTo>
                    <a:cubicBezTo>
                      <a:pt x="342202" y="152713"/>
                      <a:pt x="329311" y="149538"/>
                      <a:pt x="316103" y="147379"/>
                    </a:cubicBezTo>
                    <a:cubicBezTo>
                      <a:pt x="314770" y="147189"/>
                      <a:pt x="313754" y="147887"/>
                      <a:pt x="313627" y="149221"/>
                    </a:cubicBezTo>
                    <a:cubicBezTo>
                      <a:pt x="312484" y="160778"/>
                      <a:pt x="326327" y="162302"/>
                      <a:pt x="334074" y="166493"/>
                    </a:cubicBezTo>
                    <a:cubicBezTo>
                      <a:pt x="348552" y="174494"/>
                      <a:pt x="355600" y="187384"/>
                      <a:pt x="366141" y="199259"/>
                    </a:cubicBezTo>
                    <a:cubicBezTo>
                      <a:pt x="371221" y="204910"/>
                      <a:pt x="377317" y="209292"/>
                      <a:pt x="383223" y="214054"/>
                    </a:cubicBezTo>
                    <a:cubicBezTo>
                      <a:pt x="385699" y="216022"/>
                      <a:pt x="388239" y="218055"/>
                      <a:pt x="390398" y="220340"/>
                    </a:cubicBezTo>
                    <a:cubicBezTo>
                      <a:pt x="393256" y="223452"/>
                      <a:pt x="395542" y="226754"/>
                      <a:pt x="397129" y="230564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5" name="Google Shape;725;p31"/>
              <p:cNvSpPr/>
              <p:nvPr/>
            </p:nvSpPr>
            <p:spPr>
              <a:xfrm>
                <a:off x="-1277852" y="3656432"/>
                <a:ext cx="292298" cy="606315"/>
              </a:xfrm>
              <a:custGeom>
                <a:rect b="b" l="l" r="r" t="t"/>
                <a:pathLst>
                  <a:path extrusionOk="0" h="606315" w="292298">
                    <a:moveTo>
                      <a:pt x="290015" y="544657"/>
                    </a:moveTo>
                    <a:cubicBezTo>
                      <a:pt x="287031" y="565549"/>
                      <a:pt x="281633" y="585996"/>
                      <a:pt x="276045" y="606316"/>
                    </a:cubicBezTo>
                    <a:cubicBezTo>
                      <a:pt x="269505" y="557548"/>
                      <a:pt x="263980" y="508526"/>
                      <a:pt x="256170" y="460012"/>
                    </a:cubicBezTo>
                    <a:cubicBezTo>
                      <a:pt x="253693" y="444708"/>
                      <a:pt x="247343" y="428452"/>
                      <a:pt x="229817" y="426611"/>
                    </a:cubicBezTo>
                    <a:cubicBezTo>
                      <a:pt x="212482" y="424833"/>
                      <a:pt x="198829" y="437215"/>
                      <a:pt x="188923" y="449852"/>
                    </a:cubicBezTo>
                    <a:cubicBezTo>
                      <a:pt x="177112" y="464838"/>
                      <a:pt x="153236" y="502874"/>
                      <a:pt x="131646" y="479380"/>
                    </a:cubicBezTo>
                    <a:cubicBezTo>
                      <a:pt x="116279" y="462615"/>
                      <a:pt x="103897" y="443311"/>
                      <a:pt x="89355" y="425849"/>
                    </a:cubicBezTo>
                    <a:cubicBezTo>
                      <a:pt x="82497" y="417657"/>
                      <a:pt x="75258" y="409783"/>
                      <a:pt x="67130" y="402735"/>
                    </a:cubicBezTo>
                    <a:cubicBezTo>
                      <a:pt x="59129" y="395686"/>
                      <a:pt x="49985" y="389844"/>
                      <a:pt x="42683" y="382034"/>
                    </a:cubicBezTo>
                    <a:cubicBezTo>
                      <a:pt x="26109" y="364000"/>
                      <a:pt x="27506" y="338854"/>
                      <a:pt x="24903" y="316184"/>
                    </a:cubicBezTo>
                    <a:cubicBezTo>
                      <a:pt x="23887" y="307294"/>
                      <a:pt x="22299" y="298468"/>
                      <a:pt x="18870" y="290149"/>
                    </a:cubicBezTo>
                    <a:cubicBezTo>
                      <a:pt x="16330" y="283990"/>
                      <a:pt x="12203" y="278275"/>
                      <a:pt x="10361" y="271861"/>
                    </a:cubicBezTo>
                    <a:cubicBezTo>
                      <a:pt x="8202" y="264368"/>
                      <a:pt x="9155" y="256113"/>
                      <a:pt x="9472" y="248430"/>
                    </a:cubicBezTo>
                    <a:cubicBezTo>
                      <a:pt x="10361" y="222585"/>
                      <a:pt x="12203" y="196296"/>
                      <a:pt x="11695" y="170452"/>
                    </a:cubicBezTo>
                    <a:cubicBezTo>
                      <a:pt x="16584" y="145242"/>
                      <a:pt x="15822" y="119271"/>
                      <a:pt x="8329" y="94633"/>
                    </a:cubicBezTo>
                    <a:cubicBezTo>
                      <a:pt x="5091" y="83901"/>
                      <a:pt x="-10975" y="50183"/>
                      <a:pt x="12711" y="51834"/>
                    </a:cubicBezTo>
                    <a:cubicBezTo>
                      <a:pt x="17918" y="52151"/>
                      <a:pt x="23950" y="54501"/>
                      <a:pt x="27570" y="49357"/>
                    </a:cubicBezTo>
                    <a:cubicBezTo>
                      <a:pt x="29411" y="46754"/>
                      <a:pt x="29284" y="43071"/>
                      <a:pt x="29602" y="39959"/>
                    </a:cubicBezTo>
                    <a:cubicBezTo>
                      <a:pt x="30554" y="31324"/>
                      <a:pt x="31824" y="22370"/>
                      <a:pt x="36079" y="14623"/>
                    </a:cubicBezTo>
                    <a:cubicBezTo>
                      <a:pt x="40270" y="7130"/>
                      <a:pt x="47890" y="399"/>
                      <a:pt x="56843" y="18"/>
                    </a:cubicBezTo>
                    <a:cubicBezTo>
                      <a:pt x="65416" y="-363"/>
                      <a:pt x="71639" y="5479"/>
                      <a:pt x="76465" y="11702"/>
                    </a:cubicBezTo>
                    <a:cubicBezTo>
                      <a:pt x="85990" y="23957"/>
                      <a:pt x="97801" y="45484"/>
                      <a:pt x="116660" y="36276"/>
                    </a:cubicBezTo>
                    <a:cubicBezTo>
                      <a:pt x="117676" y="35768"/>
                      <a:pt x="117803" y="34435"/>
                      <a:pt x="117359" y="33546"/>
                    </a:cubicBezTo>
                    <a:cubicBezTo>
                      <a:pt x="113485" y="25799"/>
                      <a:pt x="112469" y="18052"/>
                      <a:pt x="114120" y="9860"/>
                    </a:cubicBezTo>
                    <a:cubicBezTo>
                      <a:pt x="116724" y="11575"/>
                      <a:pt x="119899" y="11765"/>
                      <a:pt x="123391" y="10559"/>
                    </a:cubicBezTo>
                    <a:cubicBezTo>
                      <a:pt x="125741" y="9733"/>
                      <a:pt x="127582" y="8019"/>
                      <a:pt x="129678" y="6558"/>
                    </a:cubicBezTo>
                    <a:cubicBezTo>
                      <a:pt x="133805" y="3701"/>
                      <a:pt x="137044" y="2113"/>
                      <a:pt x="140917" y="2494"/>
                    </a:cubicBezTo>
                    <a:cubicBezTo>
                      <a:pt x="140727" y="3447"/>
                      <a:pt x="141044" y="4653"/>
                      <a:pt x="142314" y="5034"/>
                    </a:cubicBezTo>
                    <a:cubicBezTo>
                      <a:pt x="163396" y="11829"/>
                      <a:pt x="171715" y="33165"/>
                      <a:pt x="178065" y="52469"/>
                    </a:cubicBezTo>
                    <a:cubicBezTo>
                      <a:pt x="184224" y="71138"/>
                      <a:pt x="192098" y="88537"/>
                      <a:pt x="200925" y="106063"/>
                    </a:cubicBezTo>
                    <a:cubicBezTo>
                      <a:pt x="219721" y="143528"/>
                      <a:pt x="235913" y="182072"/>
                      <a:pt x="248423" y="222141"/>
                    </a:cubicBezTo>
                    <a:cubicBezTo>
                      <a:pt x="273696" y="303738"/>
                      <a:pt x="282332" y="388955"/>
                      <a:pt x="290333" y="473601"/>
                    </a:cubicBezTo>
                    <a:cubicBezTo>
                      <a:pt x="292555" y="497477"/>
                      <a:pt x="293444" y="520972"/>
                      <a:pt x="290015" y="54465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6" name="Google Shape;726;p31"/>
              <p:cNvSpPr/>
              <p:nvPr/>
            </p:nvSpPr>
            <p:spPr>
              <a:xfrm>
                <a:off x="-2037169" y="4093698"/>
                <a:ext cx="605062" cy="748170"/>
              </a:xfrm>
              <a:custGeom>
                <a:rect b="b" l="l" r="r" t="t"/>
                <a:pathLst>
                  <a:path extrusionOk="0" h="748170" w="605062">
                    <a:moveTo>
                      <a:pt x="566289" y="359106"/>
                    </a:moveTo>
                    <a:cubicBezTo>
                      <a:pt x="546668" y="385585"/>
                      <a:pt x="557526" y="418351"/>
                      <a:pt x="543874" y="446799"/>
                    </a:cubicBezTo>
                    <a:cubicBezTo>
                      <a:pt x="530602" y="474295"/>
                      <a:pt x="502853" y="491757"/>
                      <a:pt x="477516" y="506743"/>
                    </a:cubicBezTo>
                    <a:cubicBezTo>
                      <a:pt x="454085" y="520650"/>
                      <a:pt x="429383" y="534747"/>
                      <a:pt x="412556" y="556718"/>
                    </a:cubicBezTo>
                    <a:cubicBezTo>
                      <a:pt x="403666" y="568275"/>
                      <a:pt x="400046" y="581927"/>
                      <a:pt x="392744" y="594183"/>
                    </a:cubicBezTo>
                    <a:cubicBezTo>
                      <a:pt x="384933" y="607264"/>
                      <a:pt x="372170" y="610947"/>
                      <a:pt x="359025" y="616471"/>
                    </a:cubicBezTo>
                    <a:cubicBezTo>
                      <a:pt x="344992" y="622313"/>
                      <a:pt x="340039" y="629679"/>
                      <a:pt x="333689" y="642951"/>
                    </a:cubicBezTo>
                    <a:cubicBezTo>
                      <a:pt x="326196" y="658699"/>
                      <a:pt x="308606" y="660350"/>
                      <a:pt x="296732" y="671526"/>
                    </a:cubicBezTo>
                    <a:cubicBezTo>
                      <a:pt x="278507" y="688671"/>
                      <a:pt x="277491" y="716547"/>
                      <a:pt x="292350" y="735089"/>
                    </a:cubicBezTo>
                    <a:cubicBezTo>
                      <a:pt x="292795" y="736677"/>
                      <a:pt x="293303" y="738201"/>
                      <a:pt x="294128" y="739598"/>
                    </a:cubicBezTo>
                    <a:cubicBezTo>
                      <a:pt x="296033" y="742709"/>
                      <a:pt x="298700" y="742963"/>
                      <a:pt x="300796" y="745376"/>
                    </a:cubicBezTo>
                    <a:cubicBezTo>
                      <a:pt x="304288" y="745821"/>
                      <a:pt x="303780" y="746710"/>
                      <a:pt x="299335" y="748170"/>
                    </a:cubicBezTo>
                    <a:cubicBezTo>
                      <a:pt x="297621" y="747535"/>
                      <a:pt x="295970" y="746900"/>
                      <a:pt x="294319" y="746265"/>
                    </a:cubicBezTo>
                    <a:cubicBezTo>
                      <a:pt x="291588" y="745059"/>
                      <a:pt x="289112" y="743408"/>
                      <a:pt x="286572" y="741757"/>
                    </a:cubicBezTo>
                    <a:cubicBezTo>
                      <a:pt x="281111" y="738137"/>
                      <a:pt x="276158" y="733629"/>
                      <a:pt x="270760" y="729819"/>
                    </a:cubicBezTo>
                    <a:cubicBezTo>
                      <a:pt x="260219" y="722262"/>
                      <a:pt x="243963" y="719913"/>
                      <a:pt x="237042" y="708483"/>
                    </a:cubicBezTo>
                    <a:cubicBezTo>
                      <a:pt x="232470" y="700990"/>
                      <a:pt x="229168" y="692608"/>
                      <a:pt x="225866" y="684289"/>
                    </a:cubicBezTo>
                    <a:cubicBezTo>
                      <a:pt x="226564" y="683718"/>
                      <a:pt x="226945" y="682702"/>
                      <a:pt x="226310" y="681876"/>
                    </a:cubicBezTo>
                    <a:cubicBezTo>
                      <a:pt x="225231" y="680416"/>
                      <a:pt x="224151" y="678892"/>
                      <a:pt x="223072" y="677495"/>
                    </a:cubicBezTo>
                    <a:cubicBezTo>
                      <a:pt x="221357" y="673367"/>
                      <a:pt x="219579" y="669240"/>
                      <a:pt x="217611" y="665366"/>
                    </a:cubicBezTo>
                    <a:cubicBezTo>
                      <a:pt x="217166" y="664541"/>
                      <a:pt x="215896" y="665112"/>
                      <a:pt x="216150" y="665938"/>
                    </a:cubicBezTo>
                    <a:cubicBezTo>
                      <a:pt x="216531" y="667144"/>
                      <a:pt x="216976" y="668414"/>
                      <a:pt x="217420" y="669621"/>
                    </a:cubicBezTo>
                    <a:cubicBezTo>
                      <a:pt x="203196" y="649555"/>
                      <a:pt x="190369" y="628663"/>
                      <a:pt x="182686" y="605105"/>
                    </a:cubicBezTo>
                    <a:cubicBezTo>
                      <a:pt x="172399" y="573736"/>
                      <a:pt x="175066" y="541033"/>
                      <a:pt x="172526" y="508585"/>
                    </a:cubicBezTo>
                    <a:cubicBezTo>
                      <a:pt x="170811" y="486296"/>
                      <a:pt x="165985" y="463627"/>
                      <a:pt x="153476" y="444767"/>
                    </a:cubicBezTo>
                    <a:cubicBezTo>
                      <a:pt x="147951" y="436385"/>
                      <a:pt x="140903" y="428956"/>
                      <a:pt x="132457" y="423558"/>
                    </a:cubicBezTo>
                    <a:cubicBezTo>
                      <a:pt x="122043" y="416827"/>
                      <a:pt x="109915" y="414795"/>
                      <a:pt x="98548" y="410350"/>
                    </a:cubicBezTo>
                    <a:cubicBezTo>
                      <a:pt x="71815" y="399873"/>
                      <a:pt x="68957" y="372885"/>
                      <a:pt x="62417" y="348438"/>
                    </a:cubicBezTo>
                    <a:cubicBezTo>
                      <a:pt x="60067" y="339548"/>
                      <a:pt x="57146" y="330594"/>
                      <a:pt x="52130" y="322784"/>
                    </a:cubicBezTo>
                    <a:cubicBezTo>
                      <a:pt x="46097" y="313322"/>
                      <a:pt x="37271" y="306909"/>
                      <a:pt x="28444" y="300305"/>
                    </a:cubicBezTo>
                    <a:cubicBezTo>
                      <a:pt x="14982" y="290272"/>
                      <a:pt x="-1845" y="276111"/>
                      <a:pt x="4759" y="257061"/>
                    </a:cubicBezTo>
                    <a:cubicBezTo>
                      <a:pt x="7870" y="248044"/>
                      <a:pt x="16824" y="239154"/>
                      <a:pt x="14919" y="228931"/>
                    </a:cubicBezTo>
                    <a:cubicBezTo>
                      <a:pt x="14030" y="223914"/>
                      <a:pt x="10728" y="221882"/>
                      <a:pt x="7426" y="218390"/>
                    </a:cubicBezTo>
                    <a:cubicBezTo>
                      <a:pt x="1457" y="212103"/>
                      <a:pt x="-1274" y="206325"/>
                      <a:pt x="568" y="197308"/>
                    </a:cubicBezTo>
                    <a:cubicBezTo>
                      <a:pt x="3616" y="182131"/>
                      <a:pt x="17713" y="171971"/>
                      <a:pt x="25841" y="159462"/>
                    </a:cubicBezTo>
                    <a:cubicBezTo>
                      <a:pt x="33524" y="147778"/>
                      <a:pt x="38477" y="134379"/>
                      <a:pt x="40382" y="120600"/>
                    </a:cubicBezTo>
                    <a:cubicBezTo>
                      <a:pt x="42160" y="107519"/>
                      <a:pt x="38604" y="93231"/>
                      <a:pt x="42287" y="80595"/>
                    </a:cubicBezTo>
                    <a:cubicBezTo>
                      <a:pt x="44954" y="71578"/>
                      <a:pt x="53463" y="67895"/>
                      <a:pt x="60194" y="62116"/>
                    </a:cubicBezTo>
                    <a:cubicBezTo>
                      <a:pt x="60702" y="62561"/>
                      <a:pt x="61528" y="62624"/>
                      <a:pt x="61845" y="61926"/>
                    </a:cubicBezTo>
                    <a:cubicBezTo>
                      <a:pt x="62226" y="61037"/>
                      <a:pt x="62671" y="60211"/>
                      <a:pt x="63052" y="59322"/>
                    </a:cubicBezTo>
                    <a:cubicBezTo>
                      <a:pt x="64195" y="58052"/>
                      <a:pt x="65274" y="56719"/>
                      <a:pt x="66100" y="55195"/>
                    </a:cubicBezTo>
                    <a:cubicBezTo>
                      <a:pt x="67497" y="52718"/>
                      <a:pt x="68640" y="49924"/>
                      <a:pt x="69719" y="47003"/>
                    </a:cubicBezTo>
                    <a:cubicBezTo>
                      <a:pt x="76260" y="36399"/>
                      <a:pt x="84388" y="26810"/>
                      <a:pt x="94040" y="18873"/>
                    </a:cubicBezTo>
                    <a:cubicBezTo>
                      <a:pt x="101152" y="13031"/>
                      <a:pt x="108962" y="7951"/>
                      <a:pt x="117344" y="4014"/>
                    </a:cubicBezTo>
                    <a:cubicBezTo>
                      <a:pt x="123885" y="902"/>
                      <a:pt x="134489" y="-3289"/>
                      <a:pt x="139188" y="4204"/>
                    </a:cubicBezTo>
                    <a:cubicBezTo>
                      <a:pt x="142173" y="8840"/>
                      <a:pt x="141157" y="15634"/>
                      <a:pt x="140268" y="20778"/>
                    </a:cubicBezTo>
                    <a:cubicBezTo>
                      <a:pt x="140077" y="21984"/>
                      <a:pt x="140712" y="23127"/>
                      <a:pt x="142109" y="23127"/>
                    </a:cubicBezTo>
                    <a:cubicBezTo>
                      <a:pt x="163826" y="23445"/>
                      <a:pt x="185480" y="24207"/>
                      <a:pt x="207133" y="25731"/>
                    </a:cubicBezTo>
                    <a:cubicBezTo>
                      <a:pt x="218436" y="26493"/>
                      <a:pt x="231136" y="26302"/>
                      <a:pt x="242122" y="29287"/>
                    </a:cubicBezTo>
                    <a:cubicBezTo>
                      <a:pt x="253107" y="32271"/>
                      <a:pt x="258949" y="40209"/>
                      <a:pt x="263902" y="49861"/>
                    </a:cubicBezTo>
                    <a:cubicBezTo>
                      <a:pt x="271078" y="63894"/>
                      <a:pt x="277174" y="76721"/>
                      <a:pt x="289620" y="87008"/>
                    </a:cubicBezTo>
                    <a:cubicBezTo>
                      <a:pt x="301050" y="96406"/>
                      <a:pt x="315020" y="102566"/>
                      <a:pt x="329625" y="104471"/>
                    </a:cubicBezTo>
                    <a:cubicBezTo>
                      <a:pt x="337435" y="105487"/>
                      <a:pt x="344674" y="104407"/>
                      <a:pt x="352485" y="104090"/>
                    </a:cubicBezTo>
                    <a:cubicBezTo>
                      <a:pt x="366455" y="103518"/>
                      <a:pt x="373694" y="111773"/>
                      <a:pt x="382266" y="121425"/>
                    </a:cubicBezTo>
                    <a:cubicBezTo>
                      <a:pt x="395982" y="136856"/>
                      <a:pt x="410143" y="155779"/>
                      <a:pt x="405444" y="177750"/>
                    </a:cubicBezTo>
                    <a:cubicBezTo>
                      <a:pt x="402967" y="189116"/>
                      <a:pt x="396300" y="193752"/>
                      <a:pt x="387791" y="200610"/>
                    </a:cubicBezTo>
                    <a:cubicBezTo>
                      <a:pt x="384489" y="203277"/>
                      <a:pt x="381123" y="206388"/>
                      <a:pt x="382266" y="211087"/>
                    </a:cubicBezTo>
                    <a:cubicBezTo>
                      <a:pt x="384171" y="219215"/>
                      <a:pt x="397633" y="222200"/>
                      <a:pt x="407603" y="223470"/>
                    </a:cubicBezTo>
                    <a:cubicBezTo>
                      <a:pt x="413064" y="227343"/>
                      <a:pt x="420176" y="225756"/>
                      <a:pt x="425573" y="221438"/>
                    </a:cubicBezTo>
                    <a:cubicBezTo>
                      <a:pt x="431098" y="216929"/>
                      <a:pt x="434400" y="210008"/>
                      <a:pt x="440559" y="206198"/>
                    </a:cubicBezTo>
                    <a:cubicBezTo>
                      <a:pt x="446719" y="202324"/>
                      <a:pt x="454466" y="201562"/>
                      <a:pt x="461514" y="203023"/>
                    </a:cubicBezTo>
                    <a:cubicBezTo>
                      <a:pt x="467674" y="204356"/>
                      <a:pt x="473579" y="207468"/>
                      <a:pt x="477834" y="212103"/>
                    </a:cubicBezTo>
                    <a:cubicBezTo>
                      <a:pt x="482977" y="217755"/>
                      <a:pt x="482469" y="223914"/>
                      <a:pt x="485581" y="230391"/>
                    </a:cubicBezTo>
                    <a:cubicBezTo>
                      <a:pt x="490978" y="241631"/>
                      <a:pt x="504948" y="236043"/>
                      <a:pt x="514473" y="235090"/>
                    </a:cubicBezTo>
                    <a:cubicBezTo>
                      <a:pt x="533269" y="233122"/>
                      <a:pt x="553970" y="232868"/>
                      <a:pt x="572322" y="237694"/>
                    </a:cubicBezTo>
                    <a:cubicBezTo>
                      <a:pt x="589848" y="242266"/>
                      <a:pt x="600960" y="255855"/>
                      <a:pt x="604135" y="273381"/>
                    </a:cubicBezTo>
                    <a:cubicBezTo>
                      <a:pt x="610231" y="307544"/>
                      <a:pt x="584958" y="333960"/>
                      <a:pt x="566289" y="35910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27" name="Google Shape;727;p31"/>
            <p:cNvGrpSpPr/>
            <p:nvPr/>
          </p:nvGrpSpPr>
          <p:grpSpPr>
            <a:xfrm>
              <a:off x="843380" y="2532642"/>
              <a:ext cx="571500" cy="206375"/>
              <a:chOff x="10607230" y="6115367"/>
              <a:chExt cx="571500" cy="206375"/>
            </a:xfrm>
          </p:grpSpPr>
          <p:sp>
            <p:nvSpPr>
              <p:cNvPr id="728" name="Google Shape;728;p31"/>
              <p:cNvSpPr/>
              <p:nvPr/>
            </p:nvSpPr>
            <p:spPr>
              <a:xfrm>
                <a:off x="10607230" y="6115367"/>
                <a:ext cx="412750" cy="206375"/>
              </a:xfrm>
              <a:custGeom>
                <a:rect b="b" l="l" r="r" t="t"/>
                <a:pathLst>
                  <a:path extrusionOk="0" h="206375" w="412750">
                    <a:moveTo>
                      <a:pt x="0" y="206375"/>
                    </a:moveTo>
                    <a:cubicBezTo>
                      <a:pt x="0" y="92392"/>
                      <a:pt x="92392" y="0"/>
                      <a:pt x="206375" y="0"/>
                    </a:cubicBezTo>
                    <a:cubicBezTo>
                      <a:pt x="320357" y="0"/>
                      <a:pt x="412750" y="92392"/>
                      <a:pt x="412750" y="206375"/>
                    </a:cubicBezTo>
                    <a:lnTo>
                      <a:pt x="0" y="206375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9" name="Google Shape;729;p31"/>
              <p:cNvSpPr/>
              <p:nvPr/>
            </p:nvSpPr>
            <p:spPr>
              <a:xfrm>
                <a:off x="10956480" y="6210617"/>
                <a:ext cx="222250" cy="111125"/>
              </a:xfrm>
              <a:custGeom>
                <a:rect b="b" l="l" r="r" t="t"/>
                <a:pathLst>
                  <a:path extrusionOk="0" h="111125" w="222250">
                    <a:moveTo>
                      <a:pt x="0" y="111125"/>
                    </a:moveTo>
                    <a:cubicBezTo>
                      <a:pt x="0" y="49721"/>
                      <a:pt x="49784" y="0"/>
                      <a:pt x="111125" y="0"/>
                    </a:cubicBezTo>
                    <a:cubicBezTo>
                      <a:pt x="172529" y="0"/>
                      <a:pt x="222250" y="49721"/>
                      <a:pt x="222250" y="111125"/>
                    </a:cubicBezTo>
                    <a:lnTo>
                      <a:pt x="0" y="111125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30" name="Google Shape;730;p31"/>
            <p:cNvGrpSpPr/>
            <p:nvPr/>
          </p:nvGrpSpPr>
          <p:grpSpPr>
            <a:xfrm rot="1160817">
              <a:off x="408161" y="3353927"/>
              <a:ext cx="1535857" cy="1088751"/>
              <a:chOff x="3156090" y="-2503163"/>
              <a:chExt cx="2585419" cy="1832773"/>
            </a:xfrm>
          </p:grpSpPr>
          <p:grpSp>
            <p:nvGrpSpPr>
              <p:cNvPr id="731" name="Google Shape;731;p31"/>
              <p:cNvGrpSpPr/>
              <p:nvPr/>
            </p:nvGrpSpPr>
            <p:grpSpPr>
              <a:xfrm>
                <a:off x="3156090" y="-1307692"/>
                <a:ext cx="636791" cy="636791"/>
                <a:chOff x="3156090" y="-1307692"/>
                <a:chExt cx="636791" cy="636791"/>
              </a:xfrm>
            </p:grpSpPr>
            <p:sp>
              <p:nvSpPr>
                <p:cNvPr id="732" name="Google Shape;732;p31"/>
                <p:cNvSpPr/>
                <p:nvPr/>
              </p:nvSpPr>
              <p:spPr>
                <a:xfrm>
                  <a:off x="3156090" y="-1307692"/>
                  <a:ext cx="636791" cy="636791"/>
                </a:xfrm>
                <a:custGeom>
                  <a:rect b="b" l="l" r="r" t="t"/>
                  <a:pathLst>
                    <a:path extrusionOk="0" h="515620" w="515620">
                      <a:moveTo>
                        <a:pt x="257810" y="0"/>
                      </a:moveTo>
                      <a:cubicBezTo>
                        <a:pt x="115443" y="0"/>
                        <a:pt x="0" y="115443"/>
                        <a:pt x="0" y="257810"/>
                      </a:cubicBezTo>
                      <a:cubicBezTo>
                        <a:pt x="0" y="400177"/>
                        <a:pt x="115443" y="515620"/>
                        <a:pt x="257810" y="515620"/>
                      </a:cubicBezTo>
                      <a:cubicBezTo>
                        <a:pt x="400177" y="515620"/>
                        <a:pt x="515620" y="400177"/>
                        <a:pt x="515620" y="257810"/>
                      </a:cubicBezTo>
                      <a:cubicBezTo>
                        <a:pt x="515620" y="115443"/>
                        <a:pt x="400241" y="0"/>
                        <a:pt x="257810" y="0"/>
                      </a:cubicBezTo>
                      <a:close/>
                      <a:moveTo>
                        <a:pt x="257810" y="417576"/>
                      </a:moveTo>
                      <a:cubicBezTo>
                        <a:pt x="169608" y="417576"/>
                        <a:pt x="98044" y="346075"/>
                        <a:pt x="98044" y="257810"/>
                      </a:cubicBezTo>
                      <a:cubicBezTo>
                        <a:pt x="98044" y="169609"/>
                        <a:pt x="169545" y="98044"/>
                        <a:pt x="257810" y="98044"/>
                      </a:cubicBezTo>
                      <a:cubicBezTo>
                        <a:pt x="346011" y="98044"/>
                        <a:pt x="417576" y="169545"/>
                        <a:pt x="417576" y="257810"/>
                      </a:cubicBezTo>
                      <a:cubicBezTo>
                        <a:pt x="417576" y="346075"/>
                        <a:pt x="346075" y="417576"/>
                        <a:pt x="257810" y="417576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33" name="Google Shape;733;p31"/>
                <p:cNvSpPr/>
                <p:nvPr/>
              </p:nvSpPr>
              <p:spPr>
                <a:xfrm>
                  <a:off x="3277400" y="-1186343"/>
                  <a:ext cx="394621" cy="394622"/>
                </a:xfrm>
                <a:custGeom>
                  <a:rect b="b" l="l" r="r" t="t"/>
                  <a:pathLst>
                    <a:path extrusionOk="0" h="319532" w="319531">
                      <a:moveTo>
                        <a:pt x="159765" y="0"/>
                      </a:moveTo>
                      <a:cubicBezTo>
                        <a:pt x="71565" y="0"/>
                        <a:pt x="0" y="71501"/>
                        <a:pt x="0" y="159766"/>
                      </a:cubicBezTo>
                      <a:cubicBezTo>
                        <a:pt x="0" y="247967"/>
                        <a:pt x="71501" y="319532"/>
                        <a:pt x="159765" y="319532"/>
                      </a:cubicBezTo>
                      <a:cubicBezTo>
                        <a:pt x="247967" y="319532"/>
                        <a:pt x="319532" y="248031"/>
                        <a:pt x="319532" y="159766"/>
                      </a:cubicBezTo>
                      <a:cubicBezTo>
                        <a:pt x="319532" y="71501"/>
                        <a:pt x="248031" y="0"/>
                        <a:pt x="159765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34" name="Google Shape;734;p31"/>
              <p:cNvSpPr/>
              <p:nvPr/>
            </p:nvSpPr>
            <p:spPr>
              <a:xfrm>
                <a:off x="3708649" y="-1683455"/>
                <a:ext cx="266076" cy="468731"/>
              </a:xfrm>
              <a:custGeom>
                <a:rect b="b" l="l" r="r" t="t"/>
                <a:pathLst>
                  <a:path extrusionOk="0" h="379539" w="215446">
                    <a:moveTo>
                      <a:pt x="111634" y="2841"/>
                    </a:moveTo>
                    <a:lnTo>
                      <a:pt x="135129" y="13128"/>
                    </a:lnTo>
                    <a:cubicBezTo>
                      <a:pt x="144780" y="17382"/>
                      <a:pt x="151892" y="25891"/>
                      <a:pt x="154369" y="36115"/>
                    </a:cubicBezTo>
                    <a:lnTo>
                      <a:pt x="214504" y="285098"/>
                    </a:lnTo>
                    <a:cubicBezTo>
                      <a:pt x="217742" y="298560"/>
                      <a:pt x="212472" y="312657"/>
                      <a:pt x="201168" y="320595"/>
                    </a:cubicBezTo>
                    <a:lnTo>
                      <a:pt x="126303" y="373363"/>
                    </a:lnTo>
                    <a:cubicBezTo>
                      <a:pt x="108332" y="386000"/>
                      <a:pt x="83313" y="378443"/>
                      <a:pt x="75375" y="357996"/>
                    </a:cubicBezTo>
                    <a:lnTo>
                      <a:pt x="2287" y="169592"/>
                    </a:lnTo>
                    <a:cubicBezTo>
                      <a:pt x="-1206" y="160575"/>
                      <a:pt x="-697" y="150415"/>
                      <a:pt x="3811" y="141779"/>
                    </a:cubicBezTo>
                    <a:lnTo>
                      <a:pt x="68136" y="18081"/>
                    </a:lnTo>
                    <a:cubicBezTo>
                      <a:pt x="76328" y="2396"/>
                      <a:pt x="95378" y="-4271"/>
                      <a:pt x="111634" y="284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5" name="Google Shape;735;p31"/>
              <p:cNvSpPr/>
              <p:nvPr/>
            </p:nvSpPr>
            <p:spPr>
              <a:xfrm>
                <a:off x="3843789" y="-2021479"/>
                <a:ext cx="107203" cy="266949"/>
              </a:xfrm>
              <a:custGeom>
                <a:rect b="b" l="l" r="r" t="t"/>
                <a:pathLst>
                  <a:path extrusionOk="0" h="216153" w="86804">
                    <a:moveTo>
                      <a:pt x="40259" y="0"/>
                    </a:moveTo>
                    <a:lnTo>
                      <a:pt x="12827" y="33845"/>
                    </a:lnTo>
                    <a:lnTo>
                      <a:pt x="0" y="216154"/>
                    </a:lnTo>
                    <a:lnTo>
                      <a:pt x="86805" y="1441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6" name="Google Shape;736;p31"/>
              <p:cNvSpPr/>
              <p:nvPr/>
            </p:nvSpPr>
            <p:spPr>
              <a:xfrm>
                <a:off x="4486551" y="-1877305"/>
                <a:ext cx="511788" cy="224234"/>
              </a:xfrm>
              <a:custGeom>
                <a:rect b="b" l="l" r="r" t="t"/>
                <a:pathLst>
                  <a:path extrusionOk="0" h="181566" w="414403">
                    <a:moveTo>
                      <a:pt x="413043" y="128452"/>
                    </a:moveTo>
                    <a:cubicBezTo>
                      <a:pt x="409742" y="101846"/>
                      <a:pt x="409170" y="74795"/>
                      <a:pt x="402883" y="48633"/>
                    </a:cubicBezTo>
                    <a:cubicBezTo>
                      <a:pt x="397677" y="26789"/>
                      <a:pt x="387453" y="4119"/>
                      <a:pt x="362625" y="563"/>
                    </a:cubicBezTo>
                    <a:cubicBezTo>
                      <a:pt x="338876" y="-2802"/>
                      <a:pt x="319317" y="9644"/>
                      <a:pt x="298553" y="18407"/>
                    </a:cubicBezTo>
                    <a:cubicBezTo>
                      <a:pt x="286298" y="23614"/>
                      <a:pt x="273280" y="27424"/>
                      <a:pt x="260453" y="30980"/>
                    </a:cubicBezTo>
                    <a:cubicBezTo>
                      <a:pt x="210225" y="44887"/>
                      <a:pt x="157075" y="48442"/>
                      <a:pt x="105132" y="48887"/>
                    </a:cubicBezTo>
                    <a:cubicBezTo>
                      <a:pt x="73573" y="49141"/>
                      <a:pt x="28615" y="44950"/>
                      <a:pt x="8485" y="74922"/>
                    </a:cubicBezTo>
                    <a:cubicBezTo>
                      <a:pt x="8104" y="75493"/>
                      <a:pt x="7787" y="76065"/>
                      <a:pt x="7469" y="76637"/>
                    </a:cubicBezTo>
                    <a:cubicBezTo>
                      <a:pt x="-6945" y="100259"/>
                      <a:pt x="1754" y="132199"/>
                      <a:pt x="14581" y="154487"/>
                    </a:cubicBezTo>
                    <a:cubicBezTo>
                      <a:pt x="17439" y="159440"/>
                      <a:pt x="20994" y="164457"/>
                      <a:pt x="26519" y="166489"/>
                    </a:cubicBezTo>
                    <a:cubicBezTo>
                      <a:pt x="108752" y="197096"/>
                      <a:pt x="380341" y="171632"/>
                      <a:pt x="380341" y="171632"/>
                    </a:cubicBezTo>
                    <a:cubicBezTo>
                      <a:pt x="424601" y="170299"/>
                      <a:pt x="413043" y="128452"/>
                      <a:pt x="413043" y="128452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7" name="Google Shape;737;p31"/>
              <p:cNvSpPr/>
              <p:nvPr/>
            </p:nvSpPr>
            <p:spPr>
              <a:xfrm>
                <a:off x="4486629" y="-1876933"/>
                <a:ext cx="507128" cy="206339"/>
              </a:xfrm>
              <a:custGeom>
                <a:rect b="b" l="l" r="r" t="t"/>
                <a:pathLst>
                  <a:path extrusionOk="0" h="167076" w="410630">
                    <a:moveTo>
                      <a:pt x="402884" y="48331"/>
                    </a:moveTo>
                    <a:cubicBezTo>
                      <a:pt x="398185" y="28710"/>
                      <a:pt x="389486" y="8453"/>
                      <a:pt x="369737" y="1976"/>
                    </a:cubicBezTo>
                    <a:cubicBezTo>
                      <a:pt x="360085" y="-437"/>
                      <a:pt x="349925" y="-754"/>
                      <a:pt x="339575" y="1659"/>
                    </a:cubicBezTo>
                    <a:cubicBezTo>
                      <a:pt x="339003" y="1786"/>
                      <a:pt x="338368" y="1913"/>
                      <a:pt x="337733" y="2040"/>
                    </a:cubicBezTo>
                    <a:cubicBezTo>
                      <a:pt x="334685" y="2865"/>
                      <a:pt x="331637" y="3818"/>
                      <a:pt x="328653" y="4961"/>
                    </a:cubicBezTo>
                    <a:cubicBezTo>
                      <a:pt x="327255" y="5469"/>
                      <a:pt x="325922" y="6040"/>
                      <a:pt x="324589" y="6612"/>
                    </a:cubicBezTo>
                    <a:cubicBezTo>
                      <a:pt x="323001" y="7247"/>
                      <a:pt x="321414" y="7882"/>
                      <a:pt x="319826" y="8580"/>
                    </a:cubicBezTo>
                    <a:cubicBezTo>
                      <a:pt x="317921" y="9406"/>
                      <a:pt x="315953" y="10295"/>
                      <a:pt x="314048" y="11120"/>
                    </a:cubicBezTo>
                    <a:cubicBezTo>
                      <a:pt x="313603" y="11311"/>
                      <a:pt x="313095" y="11565"/>
                      <a:pt x="312651" y="11755"/>
                    </a:cubicBezTo>
                    <a:cubicBezTo>
                      <a:pt x="308205" y="13787"/>
                      <a:pt x="303697" y="15883"/>
                      <a:pt x="299189" y="17851"/>
                    </a:cubicBezTo>
                    <a:cubicBezTo>
                      <a:pt x="298935" y="17978"/>
                      <a:pt x="298744" y="18042"/>
                      <a:pt x="298490" y="18169"/>
                    </a:cubicBezTo>
                    <a:cubicBezTo>
                      <a:pt x="292775" y="20582"/>
                      <a:pt x="286806" y="22741"/>
                      <a:pt x="280837" y="24646"/>
                    </a:cubicBezTo>
                    <a:cubicBezTo>
                      <a:pt x="276837" y="25979"/>
                      <a:pt x="272836" y="27186"/>
                      <a:pt x="268772" y="28329"/>
                    </a:cubicBezTo>
                    <a:cubicBezTo>
                      <a:pt x="265978" y="29154"/>
                      <a:pt x="263184" y="29916"/>
                      <a:pt x="260390" y="30678"/>
                    </a:cubicBezTo>
                    <a:cubicBezTo>
                      <a:pt x="250420" y="33409"/>
                      <a:pt x="240324" y="35695"/>
                      <a:pt x="230164" y="37663"/>
                    </a:cubicBezTo>
                    <a:cubicBezTo>
                      <a:pt x="189079" y="45728"/>
                      <a:pt x="146725" y="48204"/>
                      <a:pt x="105069" y="48585"/>
                    </a:cubicBezTo>
                    <a:cubicBezTo>
                      <a:pt x="103101" y="48585"/>
                      <a:pt x="101068" y="48585"/>
                      <a:pt x="99037" y="48585"/>
                    </a:cubicBezTo>
                    <a:cubicBezTo>
                      <a:pt x="94909" y="48585"/>
                      <a:pt x="90591" y="48522"/>
                      <a:pt x="86210" y="48522"/>
                    </a:cubicBezTo>
                    <a:cubicBezTo>
                      <a:pt x="86146" y="48522"/>
                      <a:pt x="86146" y="48522"/>
                      <a:pt x="86082" y="48522"/>
                    </a:cubicBezTo>
                    <a:cubicBezTo>
                      <a:pt x="57507" y="48458"/>
                      <a:pt x="24805" y="50300"/>
                      <a:pt x="8486" y="74620"/>
                    </a:cubicBezTo>
                    <a:cubicBezTo>
                      <a:pt x="8104" y="75192"/>
                      <a:pt x="7787" y="75763"/>
                      <a:pt x="7469" y="76335"/>
                    </a:cubicBezTo>
                    <a:cubicBezTo>
                      <a:pt x="-6945" y="99957"/>
                      <a:pt x="1754" y="131897"/>
                      <a:pt x="14581" y="154186"/>
                    </a:cubicBezTo>
                    <a:cubicBezTo>
                      <a:pt x="17439" y="159139"/>
                      <a:pt x="20995" y="164155"/>
                      <a:pt x="26519" y="166187"/>
                    </a:cubicBezTo>
                    <a:cubicBezTo>
                      <a:pt x="27345" y="166505"/>
                      <a:pt x="28234" y="166759"/>
                      <a:pt x="29060" y="167076"/>
                    </a:cubicBezTo>
                    <a:cubicBezTo>
                      <a:pt x="28298" y="165933"/>
                      <a:pt x="27599" y="164727"/>
                      <a:pt x="26964" y="163520"/>
                    </a:cubicBezTo>
                    <a:cubicBezTo>
                      <a:pt x="14645" y="140724"/>
                      <a:pt x="6962" y="108402"/>
                      <a:pt x="22773" y="85415"/>
                    </a:cubicBezTo>
                    <a:cubicBezTo>
                      <a:pt x="23154" y="84844"/>
                      <a:pt x="23472" y="84272"/>
                      <a:pt x="23916" y="83764"/>
                    </a:cubicBezTo>
                    <a:cubicBezTo>
                      <a:pt x="45887" y="54618"/>
                      <a:pt x="92179" y="60714"/>
                      <a:pt x="124754" y="61793"/>
                    </a:cubicBezTo>
                    <a:cubicBezTo>
                      <a:pt x="156631" y="62809"/>
                      <a:pt x="188572" y="62746"/>
                      <a:pt x="220385" y="60142"/>
                    </a:cubicBezTo>
                    <a:cubicBezTo>
                      <a:pt x="253723" y="57348"/>
                      <a:pt x="286298" y="49601"/>
                      <a:pt x="318937" y="42680"/>
                    </a:cubicBezTo>
                    <a:cubicBezTo>
                      <a:pt x="343448" y="37473"/>
                      <a:pt x="368340" y="48649"/>
                      <a:pt x="383326" y="68270"/>
                    </a:cubicBezTo>
                    <a:cubicBezTo>
                      <a:pt x="386183" y="71953"/>
                      <a:pt x="388660" y="75890"/>
                      <a:pt x="390819" y="80018"/>
                    </a:cubicBezTo>
                    <a:cubicBezTo>
                      <a:pt x="398122" y="93924"/>
                      <a:pt x="404789" y="101671"/>
                      <a:pt x="410631" y="105164"/>
                    </a:cubicBezTo>
                    <a:cubicBezTo>
                      <a:pt x="408917" y="86114"/>
                      <a:pt x="407329" y="67000"/>
                      <a:pt x="402884" y="4833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8" name="Google Shape;738;p31"/>
              <p:cNvSpPr/>
              <p:nvPr/>
            </p:nvSpPr>
            <p:spPr>
              <a:xfrm>
                <a:off x="4982817" y="-1823793"/>
                <a:ext cx="1567" cy="6116"/>
              </a:xfrm>
              <a:custGeom>
                <a:rect b="b" l="l" r="r" t="t"/>
                <a:pathLst>
                  <a:path extrusionOk="0" h="4952" w="1269">
                    <a:moveTo>
                      <a:pt x="0" y="0"/>
                    </a:moveTo>
                    <a:cubicBezTo>
                      <a:pt x="444" y="1651"/>
                      <a:pt x="889" y="3302"/>
                      <a:pt x="1270" y="4953"/>
                    </a:cubicBezTo>
                    <a:cubicBezTo>
                      <a:pt x="889" y="3302"/>
                      <a:pt x="444" y="1651"/>
                      <a:pt x="0" y="0"/>
                    </a:cubicBezTo>
                    <a:close/>
                  </a:path>
                </a:pathLst>
              </a:custGeom>
              <a:solidFill>
                <a:srgbClr val="73371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9" name="Google Shape;739;p31"/>
              <p:cNvSpPr/>
              <p:nvPr/>
            </p:nvSpPr>
            <p:spPr>
              <a:xfrm>
                <a:off x="4974341" y="-1846159"/>
                <a:ext cx="2901" cy="6273"/>
              </a:xfrm>
              <a:custGeom>
                <a:rect b="b" l="l" r="r" t="t"/>
                <a:pathLst>
                  <a:path extrusionOk="0" h="5079" w="2349">
                    <a:moveTo>
                      <a:pt x="0" y="0"/>
                    </a:moveTo>
                    <a:cubicBezTo>
                      <a:pt x="825" y="1651"/>
                      <a:pt x="1650" y="3302"/>
                      <a:pt x="2349" y="5080"/>
                    </a:cubicBezTo>
                    <a:cubicBezTo>
                      <a:pt x="1588" y="3302"/>
                      <a:pt x="825" y="1651"/>
                      <a:pt x="0" y="0"/>
                    </a:cubicBezTo>
                    <a:close/>
                  </a:path>
                </a:pathLst>
              </a:custGeom>
              <a:solidFill>
                <a:srgbClr val="73371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0" name="Google Shape;740;p31"/>
              <p:cNvSpPr/>
              <p:nvPr/>
            </p:nvSpPr>
            <p:spPr>
              <a:xfrm>
                <a:off x="4977715" y="-1838783"/>
                <a:ext cx="4626" cy="13331"/>
              </a:xfrm>
              <a:custGeom>
                <a:rect b="b" l="l" r="r" t="t"/>
                <a:pathLst>
                  <a:path extrusionOk="0" h="10794" w="3746">
                    <a:moveTo>
                      <a:pt x="0" y="0"/>
                    </a:moveTo>
                    <a:cubicBezTo>
                      <a:pt x="1460" y="3492"/>
                      <a:pt x="2667" y="7112"/>
                      <a:pt x="3746" y="10795"/>
                    </a:cubicBezTo>
                    <a:cubicBezTo>
                      <a:pt x="2667" y="7112"/>
                      <a:pt x="1397" y="3492"/>
                      <a:pt x="0" y="0"/>
                    </a:cubicBezTo>
                    <a:close/>
                  </a:path>
                </a:pathLst>
              </a:custGeom>
              <a:solidFill>
                <a:srgbClr val="73371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41" name="Google Shape;741;p31"/>
              <p:cNvGrpSpPr/>
              <p:nvPr/>
            </p:nvGrpSpPr>
            <p:grpSpPr>
              <a:xfrm>
                <a:off x="4945465" y="-1307644"/>
                <a:ext cx="637255" cy="637255"/>
                <a:chOff x="8520747" y="2855467"/>
                <a:chExt cx="515620" cy="515620"/>
              </a:xfrm>
            </p:grpSpPr>
            <p:sp>
              <p:nvSpPr>
                <p:cNvPr id="742" name="Google Shape;742;p31"/>
                <p:cNvSpPr/>
                <p:nvPr/>
              </p:nvSpPr>
              <p:spPr>
                <a:xfrm>
                  <a:off x="8520747" y="2855467"/>
                  <a:ext cx="515620" cy="515620"/>
                </a:xfrm>
                <a:custGeom>
                  <a:rect b="b" l="l" r="r" t="t"/>
                  <a:pathLst>
                    <a:path extrusionOk="0" h="515620" w="515620">
                      <a:moveTo>
                        <a:pt x="257810" y="0"/>
                      </a:moveTo>
                      <a:cubicBezTo>
                        <a:pt x="115443" y="0"/>
                        <a:pt x="0" y="115443"/>
                        <a:pt x="0" y="257810"/>
                      </a:cubicBezTo>
                      <a:cubicBezTo>
                        <a:pt x="0" y="400177"/>
                        <a:pt x="115443" y="515620"/>
                        <a:pt x="257810" y="515620"/>
                      </a:cubicBezTo>
                      <a:cubicBezTo>
                        <a:pt x="400177" y="515620"/>
                        <a:pt x="515620" y="400177"/>
                        <a:pt x="515620" y="257810"/>
                      </a:cubicBezTo>
                      <a:cubicBezTo>
                        <a:pt x="515620" y="115443"/>
                        <a:pt x="400241" y="0"/>
                        <a:pt x="257810" y="0"/>
                      </a:cubicBezTo>
                      <a:close/>
                      <a:moveTo>
                        <a:pt x="257810" y="417576"/>
                      </a:moveTo>
                      <a:cubicBezTo>
                        <a:pt x="169609" y="417576"/>
                        <a:pt x="98044" y="346075"/>
                        <a:pt x="98044" y="257810"/>
                      </a:cubicBezTo>
                      <a:cubicBezTo>
                        <a:pt x="98044" y="169609"/>
                        <a:pt x="169545" y="98044"/>
                        <a:pt x="257810" y="98044"/>
                      </a:cubicBezTo>
                      <a:cubicBezTo>
                        <a:pt x="346011" y="98044"/>
                        <a:pt x="417576" y="169545"/>
                        <a:pt x="417576" y="257810"/>
                      </a:cubicBezTo>
                      <a:cubicBezTo>
                        <a:pt x="417576" y="346075"/>
                        <a:pt x="346075" y="417576"/>
                        <a:pt x="257810" y="417576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43" name="Google Shape;743;p31"/>
                <p:cNvSpPr/>
                <p:nvPr/>
              </p:nvSpPr>
              <p:spPr>
                <a:xfrm>
                  <a:off x="8618791" y="2953575"/>
                  <a:ext cx="319531" cy="319532"/>
                </a:xfrm>
                <a:custGeom>
                  <a:rect b="b" l="l" r="r" t="t"/>
                  <a:pathLst>
                    <a:path extrusionOk="0" h="319532" w="319531">
                      <a:moveTo>
                        <a:pt x="159765" y="0"/>
                      </a:moveTo>
                      <a:cubicBezTo>
                        <a:pt x="71565" y="0"/>
                        <a:pt x="0" y="71501"/>
                        <a:pt x="0" y="159766"/>
                      </a:cubicBezTo>
                      <a:cubicBezTo>
                        <a:pt x="0" y="247967"/>
                        <a:pt x="71501" y="319532"/>
                        <a:pt x="159765" y="319532"/>
                      </a:cubicBezTo>
                      <a:cubicBezTo>
                        <a:pt x="247967" y="319532"/>
                        <a:pt x="319532" y="248031"/>
                        <a:pt x="319532" y="159766"/>
                      </a:cubicBezTo>
                      <a:cubicBezTo>
                        <a:pt x="319532" y="71501"/>
                        <a:pt x="248031" y="0"/>
                        <a:pt x="159765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44" name="Google Shape;744;p31"/>
                <p:cNvSpPr/>
                <p:nvPr/>
              </p:nvSpPr>
              <p:spPr>
                <a:xfrm>
                  <a:off x="8735314" y="3070034"/>
                  <a:ext cx="86486" cy="86486"/>
                </a:xfrm>
                <a:custGeom>
                  <a:rect b="b" l="l" r="r" t="t"/>
                  <a:pathLst>
                    <a:path extrusionOk="0" h="86486" w="86486">
                      <a:moveTo>
                        <a:pt x="43243" y="0"/>
                      </a:moveTo>
                      <a:cubicBezTo>
                        <a:pt x="19367" y="0"/>
                        <a:pt x="0" y="19367"/>
                        <a:pt x="0" y="43243"/>
                      </a:cubicBezTo>
                      <a:cubicBezTo>
                        <a:pt x="0" y="67120"/>
                        <a:pt x="19367" y="86487"/>
                        <a:pt x="43243" y="86487"/>
                      </a:cubicBezTo>
                      <a:cubicBezTo>
                        <a:pt x="67119" y="86487"/>
                        <a:pt x="86487" y="67120"/>
                        <a:pt x="86487" y="43243"/>
                      </a:cubicBezTo>
                      <a:cubicBezTo>
                        <a:pt x="86487" y="19367"/>
                        <a:pt x="67119" y="0"/>
                        <a:pt x="43243" y="0"/>
                      </a:cubicBezTo>
                      <a:close/>
                    </a:path>
                  </a:pathLst>
                </a:custGeom>
                <a:solidFill>
                  <a:srgbClr val="68696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45" name="Google Shape;745;p31"/>
              <p:cNvSpPr/>
              <p:nvPr/>
            </p:nvSpPr>
            <p:spPr>
              <a:xfrm>
                <a:off x="5462788" y="-1494107"/>
                <a:ext cx="142051" cy="141484"/>
              </a:xfrm>
              <a:custGeom>
                <a:rect b="b" l="l" r="r" t="t"/>
                <a:pathLst>
                  <a:path extrusionOk="0" h="114562" w="115021">
                    <a:moveTo>
                      <a:pt x="112713" y="44196"/>
                    </a:moveTo>
                    <a:cubicBezTo>
                      <a:pt x="107886" y="28321"/>
                      <a:pt x="95567" y="15304"/>
                      <a:pt x="81216" y="7049"/>
                    </a:cubicBezTo>
                    <a:cubicBezTo>
                      <a:pt x="62357" y="-3810"/>
                      <a:pt x="42863" y="508"/>
                      <a:pt x="22478" y="2858"/>
                    </a:cubicBezTo>
                    <a:cubicBezTo>
                      <a:pt x="17208" y="3429"/>
                      <a:pt x="11938" y="4064"/>
                      <a:pt x="6731" y="4636"/>
                    </a:cubicBezTo>
                    <a:cubicBezTo>
                      <a:pt x="6032" y="4699"/>
                      <a:pt x="444" y="5906"/>
                      <a:pt x="0" y="5398"/>
                    </a:cubicBezTo>
                    <a:cubicBezTo>
                      <a:pt x="0" y="5398"/>
                      <a:pt x="93281" y="114554"/>
                      <a:pt x="93281" y="114554"/>
                    </a:cubicBezTo>
                    <a:cubicBezTo>
                      <a:pt x="93663" y="114999"/>
                      <a:pt x="105028" y="98171"/>
                      <a:pt x="105601" y="97092"/>
                    </a:cubicBezTo>
                    <a:cubicBezTo>
                      <a:pt x="112966" y="83312"/>
                      <a:pt x="116522" y="67564"/>
                      <a:pt x="114426" y="52007"/>
                    </a:cubicBezTo>
                    <a:cubicBezTo>
                      <a:pt x="114046" y="49340"/>
                      <a:pt x="113474" y="46736"/>
                      <a:pt x="112713" y="4419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6" name="Google Shape;746;p31"/>
              <p:cNvSpPr/>
              <p:nvPr/>
            </p:nvSpPr>
            <p:spPr>
              <a:xfrm>
                <a:off x="3450774" y="-1341779"/>
                <a:ext cx="236438" cy="378461"/>
              </a:xfrm>
              <a:custGeom>
                <a:rect b="b" l="l" r="r" t="t"/>
                <a:pathLst>
                  <a:path extrusionOk="0" h="306446" w="191448">
                    <a:moveTo>
                      <a:pt x="10412" y="303782"/>
                    </a:moveTo>
                    <a:lnTo>
                      <a:pt x="10412" y="303782"/>
                    </a:lnTo>
                    <a:cubicBezTo>
                      <a:pt x="20254" y="309370"/>
                      <a:pt x="32891" y="305877"/>
                      <a:pt x="38479" y="296035"/>
                    </a:cubicBezTo>
                    <a:lnTo>
                      <a:pt x="188784" y="30732"/>
                    </a:lnTo>
                    <a:cubicBezTo>
                      <a:pt x="194372" y="20889"/>
                      <a:pt x="190879" y="8253"/>
                      <a:pt x="181037" y="2665"/>
                    </a:cubicBezTo>
                    <a:lnTo>
                      <a:pt x="181037" y="2665"/>
                    </a:lnTo>
                    <a:cubicBezTo>
                      <a:pt x="171194" y="-2923"/>
                      <a:pt x="158557" y="569"/>
                      <a:pt x="152969" y="10412"/>
                    </a:cubicBezTo>
                    <a:lnTo>
                      <a:pt x="2665" y="275715"/>
                    </a:lnTo>
                    <a:cubicBezTo>
                      <a:pt x="-2923" y="285557"/>
                      <a:pt x="569" y="298194"/>
                      <a:pt x="10412" y="30378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47" name="Google Shape;747;p31"/>
              <p:cNvGrpSpPr/>
              <p:nvPr/>
            </p:nvGrpSpPr>
            <p:grpSpPr>
              <a:xfrm>
                <a:off x="3165372" y="-1441133"/>
                <a:ext cx="687765" cy="428257"/>
                <a:chOff x="7080427" y="2747459"/>
                <a:chExt cx="556489" cy="346514"/>
              </a:xfrm>
            </p:grpSpPr>
            <p:sp>
              <p:nvSpPr>
                <p:cNvPr id="748" name="Google Shape;748;p31"/>
                <p:cNvSpPr/>
                <p:nvPr/>
              </p:nvSpPr>
              <p:spPr>
                <a:xfrm>
                  <a:off x="7451699" y="2757677"/>
                  <a:ext cx="88481" cy="99441"/>
                </a:xfrm>
                <a:custGeom>
                  <a:rect b="b" l="l" r="r" t="t"/>
                  <a:pathLst>
                    <a:path extrusionOk="0" h="99441" w="88481">
                      <a:moveTo>
                        <a:pt x="11646" y="0"/>
                      </a:moveTo>
                      <a:cubicBezTo>
                        <a:pt x="11646" y="0"/>
                        <a:pt x="17996" y="14605"/>
                        <a:pt x="1740" y="22606"/>
                      </a:cubicBezTo>
                      <a:cubicBezTo>
                        <a:pt x="-14516" y="30607"/>
                        <a:pt x="88481" y="99441"/>
                        <a:pt x="88481" y="99441"/>
                      </a:cubicBezTo>
                      <a:cubicBezTo>
                        <a:pt x="88481" y="99441"/>
                        <a:pt x="86005" y="83757"/>
                        <a:pt x="72479" y="61722"/>
                      </a:cubicBezTo>
                      <a:cubicBezTo>
                        <a:pt x="58954" y="39688"/>
                        <a:pt x="88164" y="47117"/>
                        <a:pt x="88164" y="47117"/>
                      </a:cubicBezTo>
                      <a:cubicBezTo>
                        <a:pt x="88164" y="47117"/>
                        <a:pt x="67018" y="1968"/>
                        <a:pt x="11646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49" name="Google Shape;749;p31"/>
                <p:cNvSpPr/>
                <p:nvPr/>
              </p:nvSpPr>
              <p:spPr>
                <a:xfrm>
                  <a:off x="7080427" y="2747459"/>
                  <a:ext cx="556489" cy="346514"/>
                </a:xfrm>
                <a:custGeom>
                  <a:rect b="b" l="l" r="r" t="t"/>
                  <a:pathLst>
                    <a:path extrusionOk="0" h="346514" w="556489">
                      <a:moveTo>
                        <a:pt x="13" y="134996"/>
                      </a:moveTo>
                      <a:cubicBezTo>
                        <a:pt x="13" y="134996"/>
                        <a:pt x="4141" y="177986"/>
                        <a:pt x="98374" y="173033"/>
                      </a:cubicBezTo>
                      <a:cubicBezTo>
                        <a:pt x="192608" y="168080"/>
                        <a:pt x="279349" y="168905"/>
                        <a:pt x="310718" y="203576"/>
                      </a:cubicBezTo>
                      <a:cubicBezTo>
                        <a:pt x="342087" y="238311"/>
                        <a:pt x="391681" y="320924"/>
                        <a:pt x="427241" y="331655"/>
                      </a:cubicBezTo>
                      <a:cubicBezTo>
                        <a:pt x="462801" y="342387"/>
                        <a:pt x="550367" y="346514"/>
                        <a:pt x="550367" y="346514"/>
                      </a:cubicBezTo>
                      <a:cubicBezTo>
                        <a:pt x="550367" y="346514"/>
                        <a:pt x="563575" y="344864"/>
                        <a:pt x="551193" y="309303"/>
                      </a:cubicBezTo>
                      <a:cubicBezTo>
                        <a:pt x="536143" y="266250"/>
                        <a:pt x="524586" y="222943"/>
                        <a:pt x="504711" y="181541"/>
                      </a:cubicBezTo>
                      <a:cubicBezTo>
                        <a:pt x="473914" y="117280"/>
                        <a:pt x="429146" y="54859"/>
                        <a:pt x="363868" y="22411"/>
                      </a:cubicBezTo>
                      <a:cubicBezTo>
                        <a:pt x="265570" y="-26421"/>
                        <a:pt x="150508" y="11108"/>
                        <a:pt x="66879" y="72067"/>
                      </a:cubicBezTo>
                      <a:cubicBezTo>
                        <a:pt x="54941" y="80767"/>
                        <a:pt x="43447" y="90165"/>
                        <a:pt x="32588" y="100198"/>
                      </a:cubicBezTo>
                      <a:cubicBezTo>
                        <a:pt x="27064" y="105468"/>
                        <a:pt x="-685" y="127566"/>
                        <a:pt x="13" y="134996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50" name="Google Shape;750;p31"/>
              <p:cNvSpPr/>
              <p:nvPr/>
            </p:nvSpPr>
            <p:spPr>
              <a:xfrm>
                <a:off x="4610361" y="-1086650"/>
                <a:ext cx="506373" cy="227739"/>
              </a:xfrm>
              <a:custGeom>
                <a:rect b="b" l="l" r="r" t="t"/>
                <a:pathLst>
                  <a:path extrusionOk="0" h="184404" w="410019">
                    <a:moveTo>
                      <a:pt x="323723" y="19748"/>
                    </a:moveTo>
                    <a:cubicBezTo>
                      <a:pt x="296672" y="18986"/>
                      <a:pt x="271970" y="25654"/>
                      <a:pt x="253174" y="35306"/>
                    </a:cubicBezTo>
                    <a:cubicBezTo>
                      <a:pt x="236283" y="13843"/>
                      <a:pt x="210121" y="0"/>
                      <a:pt x="180657" y="0"/>
                    </a:cubicBezTo>
                    <a:cubicBezTo>
                      <a:pt x="129730" y="0"/>
                      <a:pt x="88455" y="41275"/>
                      <a:pt x="88455" y="92202"/>
                    </a:cubicBezTo>
                    <a:cubicBezTo>
                      <a:pt x="88455" y="108204"/>
                      <a:pt x="92519" y="123317"/>
                      <a:pt x="99695" y="136398"/>
                    </a:cubicBezTo>
                    <a:lnTo>
                      <a:pt x="22923" y="136398"/>
                    </a:lnTo>
                    <a:cubicBezTo>
                      <a:pt x="10287" y="136398"/>
                      <a:pt x="0" y="146685"/>
                      <a:pt x="0" y="159385"/>
                    </a:cubicBezTo>
                    <a:lnTo>
                      <a:pt x="0" y="159829"/>
                    </a:lnTo>
                    <a:cubicBezTo>
                      <a:pt x="0" y="172529"/>
                      <a:pt x="10287" y="182753"/>
                      <a:pt x="22923" y="182753"/>
                    </a:cubicBezTo>
                    <a:lnTo>
                      <a:pt x="163131" y="182753"/>
                    </a:lnTo>
                    <a:lnTo>
                      <a:pt x="163322" y="182753"/>
                    </a:lnTo>
                    <a:cubicBezTo>
                      <a:pt x="168910" y="183832"/>
                      <a:pt x="174688" y="184404"/>
                      <a:pt x="180594" y="184404"/>
                    </a:cubicBezTo>
                    <a:cubicBezTo>
                      <a:pt x="216598" y="184404"/>
                      <a:pt x="247650" y="163767"/>
                      <a:pt x="262889" y="133731"/>
                    </a:cubicBezTo>
                    <a:cubicBezTo>
                      <a:pt x="280162" y="140716"/>
                      <a:pt x="301117" y="144780"/>
                      <a:pt x="323659" y="144780"/>
                    </a:cubicBezTo>
                    <a:cubicBezTo>
                      <a:pt x="359156" y="144780"/>
                      <a:pt x="390525" y="134683"/>
                      <a:pt x="410019" y="119126"/>
                    </a:cubicBezTo>
                    <a:cubicBezTo>
                      <a:pt x="410083" y="119189"/>
                      <a:pt x="392430" y="21654"/>
                      <a:pt x="323723" y="1974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1" name="Google Shape;751;p31"/>
              <p:cNvSpPr/>
              <p:nvPr/>
            </p:nvSpPr>
            <p:spPr>
              <a:xfrm>
                <a:off x="5413400" y="-1495691"/>
                <a:ext cx="175234" cy="164286"/>
              </a:xfrm>
              <a:custGeom>
                <a:rect b="b" l="l" r="r" t="t"/>
                <a:pathLst>
                  <a:path extrusionOk="0" h="133025" w="141890">
                    <a:moveTo>
                      <a:pt x="9164" y="10361"/>
                    </a:moveTo>
                    <a:lnTo>
                      <a:pt x="32723" y="900"/>
                    </a:lnTo>
                    <a:cubicBezTo>
                      <a:pt x="37675" y="-1069"/>
                      <a:pt x="43263" y="265"/>
                      <a:pt x="46820" y="4202"/>
                    </a:cubicBezTo>
                    <a:lnTo>
                      <a:pt x="129750" y="96594"/>
                    </a:lnTo>
                    <a:cubicBezTo>
                      <a:pt x="129750" y="96594"/>
                      <a:pt x="137878" y="104913"/>
                      <a:pt x="141371" y="116914"/>
                    </a:cubicBezTo>
                    <a:cubicBezTo>
                      <a:pt x="144610" y="128090"/>
                      <a:pt x="132037" y="137298"/>
                      <a:pt x="122258" y="130948"/>
                    </a:cubicBezTo>
                    <a:lnTo>
                      <a:pt x="5735" y="55192"/>
                    </a:lnTo>
                    <a:cubicBezTo>
                      <a:pt x="1926" y="52716"/>
                      <a:pt x="-234" y="48461"/>
                      <a:pt x="20" y="43953"/>
                    </a:cubicBezTo>
                    <a:lnTo>
                      <a:pt x="1163" y="21474"/>
                    </a:lnTo>
                    <a:cubicBezTo>
                      <a:pt x="1544" y="16521"/>
                      <a:pt x="4592" y="12203"/>
                      <a:pt x="9164" y="1036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2" name="Google Shape;752;p31"/>
              <p:cNvSpPr/>
              <p:nvPr/>
            </p:nvSpPr>
            <p:spPr>
              <a:xfrm>
                <a:off x="4499079" y="-1656086"/>
                <a:ext cx="1242430" cy="737420"/>
              </a:xfrm>
              <a:custGeom>
                <a:rect b="b" l="l" r="r" t="t"/>
                <a:pathLst>
                  <a:path extrusionOk="0" h="597101" w="1006016">
                    <a:moveTo>
                      <a:pt x="280797" y="542925"/>
                    </a:moveTo>
                    <a:lnTo>
                      <a:pt x="963041" y="543560"/>
                    </a:lnTo>
                    <a:cubicBezTo>
                      <a:pt x="963041" y="543560"/>
                      <a:pt x="1005777" y="540576"/>
                      <a:pt x="1005777" y="504825"/>
                    </a:cubicBezTo>
                    <a:cubicBezTo>
                      <a:pt x="1005777" y="504825"/>
                      <a:pt x="1013714" y="425323"/>
                      <a:pt x="938213" y="335915"/>
                    </a:cubicBezTo>
                    <a:cubicBezTo>
                      <a:pt x="862711" y="246507"/>
                      <a:pt x="741490" y="143129"/>
                      <a:pt x="741490" y="143129"/>
                    </a:cubicBezTo>
                    <a:cubicBezTo>
                      <a:pt x="741490" y="143129"/>
                      <a:pt x="716661" y="136144"/>
                      <a:pt x="716661" y="108331"/>
                    </a:cubicBezTo>
                    <a:cubicBezTo>
                      <a:pt x="716661" y="80518"/>
                      <a:pt x="699770" y="75565"/>
                      <a:pt x="699770" y="0"/>
                    </a:cubicBezTo>
                    <a:lnTo>
                      <a:pt x="28448" y="317"/>
                    </a:lnTo>
                    <a:cubicBezTo>
                      <a:pt x="28448" y="317"/>
                      <a:pt x="0" y="-2667"/>
                      <a:pt x="0" y="35751"/>
                    </a:cubicBezTo>
                    <a:cubicBezTo>
                      <a:pt x="0" y="74168"/>
                      <a:pt x="51244" y="107632"/>
                      <a:pt x="88265" y="133604"/>
                    </a:cubicBezTo>
                    <a:cubicBezTo>
                      <a:pt x="158369" y="182816"/>
                      <a:pt x="157163" y="220535"/>
                      <a:pt x="148907" y="297053"/>
                    </a:cubicBezTo>
                    <a:cubicBezTo>
                      <a:pt x="142367" y="357695"/>
                      <a:pt x="93790" y="457010"/>
                      <a:pt x="52006" y="480885"/>
                    </a:cubicBezTo>
                    <a:cubicBezTo>
                      <a:pt x="52006" y="480885"/>
                      <a:pt x="-61278" y="592138"/>
                      <a:pt x="83820" y="597091"/>
                    </a:cubicBezTo>
                    <a:lnTo>
                      <a:pt x="250761" y="597091"/>
                    </a:lnTo>
                    <a:cubicBezTo>
                      <a:pt x="250634" y="597217"/>
                      <a:pt x="280797" y="597217"/>
                      <a:pt x="280797" y="542925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3" name="Google Shape;753;p31"/>
              <p:cNvSpPr/>
              <p:nvPr/>
            </p:nvSpPr>
            <p:spPr>
              <a:xfrm>
                <a:off x="4528194" y="-1668015"/>
                <a:ext cx="835121" cy="24702"/>
              </a:xfrm>
              <a:custGeom>
                <a:rect b="b" l="l" r="r" t="t"/>
                <a:pathLst>
                  <a:path extrusionOk="0" h="20002" w="676211">
                    <a:moveTo>
                      <a:pt x="676211" y="10033"/>
                    </a:moveTo>
                    <a:cubicBezTo>
                      <a:pt x="676211" y="15558"/>
                      <a:pt x="524828" y="20003"/>
                      <a:pt x="338138" y="20003"/>
                    </a:cubicBezTo>
                    <a:cubicBezTo>
                      <a:pt x="151448" y="20003"/>
                      <a:pt x="0" y="15558"/>
                      <a:pt x="0" y="10033"/>
                    </a:cubicBezTo>
                    <a:cubicBezTo>
                      <a:pt x="0" y="4509"/>
                      <a:pt x="151385" y="0"/>
                      <a:pt x="338138" y="0"/>
                    </a:cubicBezTo>
                    <a:cubicBezTo>
                      <a:pt x="524828" y="0"/>
                      <a:pt x="676211" y="4509"/>
                      <a:pt x="676211" y="10033"/>
                    </a:cubicBezTo>
                    <a:close/>
                  </a:path>
                </a:pathLst>
              </a:custGeom>
              <a:gradFill>
                <a:gsLst>
                  <a:gs pos="0">
                    <a:srgbClr val="8A181B"/>
                  </a:gs>
                  <a:gs pos="50000">
                    <a:srgbClr val="B41E20"/>
                  </a:gs>
                  <a:gs pos="100000">
                    <a:srgbClr val="DF2426"/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4" name="Google Shape;754;p31"/>
              <p:cNvSpPr/>
              <p:nvPr/>
            </p:nvSpPr>
            <p:spPr>
              <a:xfrm>
                <a:off x="4504807" y="-1673901"/>
                <a:ext cx="903034" cy="35054"/>
              </a:xfrm>
              <a:custGeom>
                <a:rect b="b" l="l" r="r" t="t"/>
                <a:pathLst>
                  <a:path extrusionOk="0" h="28384" w="731202">
                    <a:moveTo>
                      <a:pt x="9461" y="0"/>
                    </a:moveTo>
                    <a:cubicBezTo>
                      <a:pt x="4255" y="0"/>
                      <a:pt x="0" y="4255"/>
                      <a:pt x="0" y="9462"/>
                    </a:cubicBezTo>
                    <a:lnTo>
                      <a:pt x="0" y="26480"/>
                    </a:lnTo>
                    <a:cubicBezTo>
                      <a:pt x="0" y="27559"/>
                      <a:pt x="889" y="28385"/>
                      <a:pt x="1905" y="28385"/>
                    </a:cubicBezTo>
                    <a:lnTo>
                      <a:pt x="717169" y="28385"/>
                    </a:lnTo>
                    <a:cubicBezTo>
                      <a:pt x="724916" y="28385"/>
                      <a:pt x="731203" y="22098"/>
                      <a:pt x="731203" y="14415"/>
                    </a:cubicBezTo>
                    <a:cubicBezTo>
                      <a:pt x="731203" y="6287"/>
                      <a:pt x="724916" y="0"/>
                      <a:pt x="717169" y="0"/>
                    </a:cubicBezTo>
                    <a:lnTo>
                      <a:pt x="9461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5" name="Google Shape;755;p31"/>
              <p:cNvSpPr/>
              <p:nvPr/>
            </p:nvSpPr>
            <p:spPr>
              <a:xfrm>
                <a:off x="3585338" y="-1692186"/>
                <a:ext cx="161337" cy="330471"/>
              </a:xfrm>
              <a:custGeom>
                <a:rect b="b" l="l" r="r" t="t"/>
                <a:pathLst>
                  <a:path extrusionOk="0" h="267588" w="130637">
                    <a:moveTo>
                      <a:pt x="128352" y="1016"/>
                    </a:moveTo>
                    <a:cubicBezTo>
                      <a:pt x="128097" y="445"/>
                      <a:pt x="127843" y="64"/>
                      <a:pt x="127780" y="0"/>
                    </a:cubicBezTo>
                    <a:lnTo>
                      <a:pt x="7955" y="130810"/>
                    </a:lnTo>
                    <a:cubicBezTo>
                      <a:pt x="7955" y="130810"/>
                      <a:pt x="-9380" y="164401"/>
                      <a:pt x="7130" y="186245"/>
                    </a:cubicBezTo>
                    <a:cubicBezTo>
                      <a:pt x="21481" y="205232"/>
                      <a:pt x="108158" y="254889"/>
                      <a:pt x="130638" y="267589"/>
                    </a:cubicBezTo>
                    <a:cubicBezTo>
                      <a:pt x="109111" y="199263"/>
                      <a:pt x="108730" y="104267"/>
                      <a:pt x="128352" y="1016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6" name="Google Shape;756;p31"/>
              <p:cNvSpPr/>
              <p:nvPr/>
            </p:nvSpPr>
            <p:spPr>
              <a:xfrm>
                <a:off x="3697700" y="-2010100"/>
                <a:ext cx="913315" cy="1091405"/>
              </a:xfrm>
              <a:custGeom>
                <a:rect b="b" l="l" r="r" t="t"/>
                <a:pathLst>
                  <a:path extrusionOk="0" h="883729" w="732116">
                    <a:moveTo>
                      <a:pt x="699604" y="764730"/>
                    </a:moveTo>
                    <a:lnTo>
                      <a:pt x="326415" y="759079"/>
                    </a:lnTo>
                    <a:cubicBezTo>
                      <a:pt x="290664" y="758508"/>
                      <a:pt x="256565" y="742823"/>
                      <a:pt x="233958" y="715074"/>
                    </a:cubicBezTo>
                    <a:cubicBezTo>
                      <a:pt x="233641" y="714693"/>
                      <a:pt x="233324" y="714312"/>
                      <a:pt x="233006" y="713930"/>
                    </a:cubicBezTo>
                    <a:cubicBezTo>
                      <a:pt x="189953" y="660083"/>
                      <a:pt x="119151" y="565531"/>
                      <a:pt x="113753" y="419164"/>
                    </a:cubicBezTo>
                    <a:cubicBezTo>
                      <a:pt x="108292" y="272796"/>
                      <a:pt x="129311" y="215837"/>
                      <a:pt x="153694" y="158941"/>
                    </a:cubicBezTo>
                    <a:cubicBezTo>
                      <a:pt x="178142" y="102045"/>
                      <a:pt x="151663" y="24067"/>
                      <a:pt x="141503" y="0"/>
                    </a:cubicBezTo>
                    <a:cubicBezTo>
                      <a:pt x="141503" y="0"/>
                      <a:pt x="39839" y="114173"/>
                      <a:pt x="15455" y="239205"/>
                    </a:cubicBezTo>
                    <a:cubicBezTo>
                      <a:pt x="15138" y="240792"/>
                      <a:pt x="14883" y="242316"/>
                      <a:pt x="14629" y="243904"/>
                    </a:cubicBezTo>
                    <a:cubicBezTo>
                      <a:pt x="-5436" y="349504"/>
                      <a:pt x="-5056" y="446723"/>
                      <a:pt x="16979" y="516636"/>
                    </a:cubicBezTo>
                    <a:cubicBezTo>
                      <a:pt x="20662" y="528257"/>
                      <a:pt x="24853" y="539242"/>
                      <a:pt x="29742" y="549275"/>
                    </a:cubicBezTo>
                    <a:cubicBezTo>
                      <a:pt x="64287" y="620459"/>
                      <a:pt x="87654" y="636715"/>
                      <a:pt x="122199" y="702755"/>
                    </a:cubicBezTo>
                    <a:cubicBezTo>
                      <a:pt x="156742" y="768858"/>
                      <a:pt x="251294" y="883730"/>
                      <a:pt x="321462" y="883730"/>
                    </a:cubicBezTo>
                    <a:lnTo>
                      <a:pt x="732116" y="883730"/>
                    </a:lnTo>
                    <a:cubicBezTo>
                      <a:pt x="583717" y="878586"/>
                      <a:pt x="699604" y="764730"/>
                      <a:pt x="699604" y="76473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7" name="Google Shape;757;p31"/>
              <p:cNvSpPr/>
              <p:nvPr/>
            </p:nvSpPr>
            <p:spPr>
              <a:xfrm>
                <a:off x="3697372" y="-2010178"/>
                <a:ext cx="544072" cy="1091405"/>
              </a:xfrm>
              <a:custGeom>
                <a:rect b="b" l="l" r="r" t="t"/>
                <a:pathLst>
                  <a:path extrusionOk="0" h="883729" w="440544">
                    <a:moveTo>
                      <a:pt x="114028" y="419163"/>
                    </a:moveTo>
                    <a:cubicBezTo>
                      <a:pt x="108630" y="272796"/>
                      <a:pt x="129585" y="215836"/>
                      <a:pt x="153969" y="158941"/>
                    </a:cubicBezTo>
                    <a:cubicBezTo>
                      <a:pt x="178416" y="102044"/>
                      <a:pt x="151937" y="24066"/>
                      <a:pt x="141778" y="0"/>
                    </a:cubicBezTo>
                    <a:cubicBezTo>
                      <a:pt x="141778" y="0"/>
                      <a:pt x="40114" y="114173"/>
                      <a:pt x="15729" y="239204"/>
                    </a:cubicBezTo>
                    <a:cubicBezTo>
                      <a:pt x="15412" y="240792"/>
                      <a:pt x="15158" y="242316"/>
                      <a:pt x="14904" y="243903"/>
                    </a:cubicBezTo>
                    <a:cubicBezTo>
                      <a:pt x="-399" y="324675"/>
                      <a:pt x="-7130" y="410083"/>
                      <a:pt x="10459" y="491045"/>
                    </a:cubicBezTo>
                    <a:cubicBezTo>
                      <a:pt x="29827" y="580263"/>
                      <a:pt x="80691" y="659892"/>
                      <a:pt x="135173" y="731710"/>
                    </a:cubicBezTo>
                    <a:cubicBezTo>
                      <a:pt x="180004" y="790766"/>
                      <a:pt x="237790" y="883729"/>
                      <a:pt x="321736" y="883729"/>
                    </a:cubicBezTo>
                    <a:cubicBezTo>
                      <a:pt x="321736" y="883729"/>
                      <a:pt x="440545" y="883729"/>
                      <a:pt x="440545" y="883729"/>
                    </a:cubicBezTo>
                    <a:cubicBezTo>
                      <a:pt x="259633" y="809816"/>
                      <a:pt x="117520" y="512699"/>
                      <a:pt x="114028" y="41916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8" name="Google Shape;758;p31"/>
              <p:cNvSpPr/>
              <p:nvPr/>
            </p:nvSpPr>
            <p:spPr>
              <a:xfrm rot="-2700000">
                <a:off x="5102253" y="-1107980"/>
                <a:ext cx="227064" cy="227064"/>
              </a:xfrm>
              <a:custGeom>
                <a:rect b="b" l="l" r="r" t="t"/>
                <a:pathLst>
                  <a:path extrusionOk="0" h="184021" w="184021">
                    <a:moveTo>
                      <a:pt x="184021" y="92011"/>
                    </a:moveTo>
                    <a:cubicBezTo>
                      <a:pt x="184021" y="142827"/>
                      <a:pt x="142826" y="184021"/>
                      <a:pt x="92011" y="184021"/>
                    </a:cubicBezTo>
                    <a:cubicBezTo>
                      <a:pt x="41195" y="184021"/>
                      <a:pt x="0" y="142827"/>
                      <a:pt x="0" y="92011"/>
                    </a:cubicBezTo>
                    <a:cubicBezTo>
                      <a:pt x="0" y="41195"/>
                      <a:pt x="41195" y="0"/>
                      <a:pt x="92011" y="0"/>
                    </a:cubicBezTo>
                    <a:cubicBezTo>
                      <a:pt x="142826" y="0"/>
                      <a:pt x="184021" y="41195"/>
                      <a:pt x="184021" y="9201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9" name="Google Shape;759;p31"/>
              <p:cNvSpPr/>
              <p:nvPr/>
            </p:nvSpPr>
            <p:spPr>
              <a:xfrm>
                <a:off x="4751621" y="-1538055"/>
                <a:ext cx="888289" cy="514686"/>
              </a:xfrm>
              <a:custGeom>
                <a:rect b="b" l="l" r="r" t="t"/>
                <a:pathLst>
                  <a:path extrusionOk="0" h="416750" w="719262">
                    <a:moveTo>
                      <a:pt x="115697" y="416243"/>
                    </a:moveTo>
                    <a:cubicBezTo>
                      <a:pt x="115697" y="416243"/>
                      <a:pt x="0" y="413893"/>
                      <a:pt x="0" y="286385"/>
                    </a:cubicBezTo>
                    <a:cubicBezTo>
                      <a:pt x="0" y="158814"/>
                      <a:pt x="52768" y="0"/>
                      <a:pt x="272351" y="0"/>
                    </a:cubicBezTo>
                    <a:cubicBezTo>
                      <a:pt x="491934" y="0"/>
                      <a:pt x="718947" y="270002"/>
                      <a:pt x="718947" y="350393"/>
                    </a:cubicBezTo>
                    <a:cubicBezTo>
                      <a:pt x="718947" y="350393"/>
                      <a:pt x="731076" y="416878"/>
                      <a:pt x="604964" y="416751"/>
                    </a:cubicBezTo>
                    <a:lnTo>
                      <a:pt x="115697" y="416243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0" name="Google Shape;760;p31"/>
              <p:cNvSpPr/>
              <p:nvPr/>
            </p:nvSpPr>
            <p:spPr>
              <a:xfrm>
                <a:off x="4908105" y="-1265502"/>
                <a:ext cx="594892" cy="138510"/>
              </a:xfrm>
              <a:custGeom>
                <a:rect b="b" l="l" r="r" t="t"/>
                <a:pathLst>
                  <a:path extrusionOk="0" h="382096" w="1641081">
                    <a:moveTo>
                      <a:pt x="214132" y="297138"/>
                    </a:moveTo>
                    <a:lnTo>
                      <a:pt x="1598602" y="297138"/>
                    </a:lnTo>
                    <a:cubicBezTo>
                      <a:pt x="1622009" y="297138"/>
                      <a:pt x="1641081" y="316210"/>
                      <a:pt x="1641081" y="339617"/>
                    </a:cubicBezTo>
                    <a:cubicBezTo>
                      <a:pt x="1640863" y="363024"/>
                      <a:pt x="1621791" y="382096"/>
                      <a:pt x="1598384" y="382096"/>
                    </a:cubicBezTo>
                    <a:lnTo>
                      <a:pt x="214132" y="382096"/>
                    </a:lnTo>
                    <a:cubicBezTo>
                      <a:pt x="190725" y="382096"/>
                      <a:pt x="171653" y="363024"/>
                      <a:pt x="171653" y="339617"/>
                    </a:cubicBezTo>
                    <a:cubicBezTo>
                      <a:pt x="171653" y="316210"/>
                      <a:pt x="190725" y="297138"/>
                      <a:pt x="214132" y="297138"/>
                    </a:cubicBezTo>
                    <a:close/>
                    <a:moveTo>
                      <a:pt x="127441" y="148680"/>
                    </a:moveTo>
                    <a:lnTo>
                      <a:pt x="1511911" y="148680"/>
                    </a:lnTo>
                    <a:cubicBezTo>
                      <a:pt x="1535318" y="148680"/>
                      <a:pt x="1554390" y="167752"/>
                      <a:pt x="1554390" y="191159"/>
                    </a:cubicBezTo>
                    <a:cubicBezTo>
                      <a:pt x="1554172" y="214566"/>
                      <a:pt x="1535100" y="233638"/>
                      <a:pt x="1511911" y="233638"/>
                    </a:cubicBezTo>
                    <a:lnTo>
                      <a:pt x="127441" y="233638"/>
                    </a:lnTo>
                    <a:cubicBezTo>
                      <a:pt x="104034" y="233638"/>
                      <a:pt x="84962" y="214566"/>
                      <a:pt x="84962" y="191159"/>
                    </a:cubicBezTo>
                    <a:cubicBezTo>
                      <a:pt x="84962" y="167752"/>
                      <a:pt x="104034" y="148680"/>
                      <a:pt x="127441" y="148680"/>
                    </a:cubicBezTo>
                    <a:close/>
                    <a:moveTo>
                      <a:pt x="42479" y="0"/>
                    </a:moveTo>
                    <a:lnTo>
                      <a:pt x="1426949" y="0"/>
                    </a:lnTo>
                    <a:cubicBezTo>
                      <a:pt x="1450356" y="0"/>
                      <a:pt x="1469428" y="19072"/>
                      <a:pt x="1469428" y="42479"/>
                    </a:cubicBezTo>
                    <a:cubicBezTo>
                      <a:pt x="1469428" y="65886"/>
                      <a:pt x="1450356" y="84958"/>
                      <a:pt x="1426949" y="84958"/>
                    </a:cubicBezTo>
                    <a:lnTo>
                      <a:pt x="42479" y="84958"/>
                    </a:lnTo>
                    <a:cubicBezTo>
                      <a:pt x="19072" y="84958"/>
                      <a:pt x="0" y="65886"/>
                      <a:pt x="0" y="42479"/>
                    </a:cubicBezTo>
                    <a:cubicBezTo>
                      <a:pt x="0" y="19072"/>
                      <a:pt x="19072" y="0"/>
                      <a:pt x="4247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1" name="Google Shape;761;p31"/>
              <p:cNvSpPr/>
              <p:nvPr/>
            </p:nvSpPr>
            <p:spPr>
              <a:xfrm>
                <a:off x="5535222" y="-1234393"/>
                <a:ext cx="128727" cy="89056"/>
              </a:xfrm>
              <a:custGeom>
                <a:rect b="b" l="l" r="r" t="t"/>
                <a:pathLst>
                  <a:path extrusionOk="0" h="72110" w="104232">
                    <a:moveTo>
                      <a:pt x="104013" y="62459"/>
                    </a:moveTo>
                    <a:cubicBezTo>
                      <a:pt x="105728" y="49822"/>
                      <a:pt x="97028" y="37503"/>
                      <a:pt x="91377" y="26899"/>
                    </a:cubicBezTo>
                    <a:cubicBezTo>
                      <a:pt x="86423" y="17564"/>
                      <a:pt x="80328" y="7468"/>
                      <a:pt x="70421" y="2769"/>
                    </a:cubicBezTo>
                    <a:cubicBezTo>
                      <a:pt x="66992" y="1118"/>
                      <a:pt x="63309" y="292"/>
                      <a:pt x="59563" y="165"/>
                    </a:cubicBezTo>
                    <a:cubicBezTo>
                      <a:pt x="42863" y="-343"/>
                      <a:pt x="26098" y="483"/>
                      <a:pt x="9334" y="483"/>
                    </a:cubicBezTo>
                    <a:cubicBezTo>
                      <a:pt x="4190" y="483"/>
                      <a:pt x="0" y="4674"/>
                      <a:pt x="0" y="9881"/>
                    </a:cubicBezTo>
                    <a:lnTo>
                      <a:pt x="0" y="62395"/>
                    </a:lnTo>
                    <a:cubicBezTo>
                      <a:pt x="0" y="67602"/>
                      <a:pt x="4190" y="71793"/>
                      <a:pt x="9398" y="71793"/>
                    </a:cubicBezTo>
                    <a:cubicBezTo>
                      <a:pt x="18605" y="71793"/>
                      <a:pt x="95631" y="73063"/>
                      <a:pt x="99378" y="70523"/>
                    </a:cubicBezTo>
                    <a:cubicBezTo>
                      <a:pt x="102108" y="68618"/>
                      <a:pt x="103568" y="65697"/>
                      <a:pt x="104013" y="6245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2" name="Google Shape;762;p31"/>
              <p:cNvSpPr/>
              <p:nvPr/>
            </p:nvSpPr>
            <p:spPr>
              <a:xfrm>
                <a:off x="4996157" y="-2284537"/>
                <a:ext cx="617812" cy="609577"/>
              </a:xfrm>
              <a:custGeom>
                <a:rect b="b" l="l" r="r" t="t"/>
                <a:pathLst>
                  <a:path extrusionOk="0" h="493585" w="500253">
                    <a:moveTo>
                      <a:pt x="397764" y="0"/>
                    </a:moveTo>
                    <a:lnTo>
                      <a:pt x="0" y="0"/>
                    </a:lnTo>
                    <a:lnTo>
                      <a:pt x="0" y="493586"/>
                    </a:lnTo>
                    <a:lnTo>
                      <a:pt x="397764" y="493586"/>
                    </a:lnTo>
                    <a:cubicBezTo>
                      <a:pt x="454089" y="493586"/>
                      <a:pt x="500253" y="447485"/>
                      <a:pt x="500253" y="391096"/>
                    </a:cubicBezTo>
                    <a:lnTo>
                      <a:pt x="500253" y="102426"/>
                    </a:lnTo>
                    <a:cubicBezTo>
                      <a:pt x="500253" y="46101"/>
                      <a:pt x="454089" y="0"/>
                      <a:pt x="39776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63" name="Google Shape;763;p31"/>
              <p:cNvGrpSpPr/>
              <p:nvPr/>
            </p:nvGrpSpPr>
            <p:grpSpPr>
              <a:xfrm>
                <a:off x="5069275" y="-1757565"/>
                <a:ext cx="54151" cy="90957"/>
                <a:chOff x="8620950" y="2491422"/>
                <a:chExt cx="43815" cy="73596"/>
              </a:xfrm>
            </p:grpSpPr>
            <p:sp>
              <p:nvSpPr>
                <p:cNvPr id="764" name="Google Shape;764;p31"/>
                <p:cNvSpPr/>
                <p:nvPr/>
              </p:nvSpPr>
              <p:spPr>
                <a:xfrm>
                  <a:off x="8620950" y="2491422"/>
                  <a:ext cx="43815" cy="73596"/>
                </a:xfrm>
                <a:custGeom>
                  <a:rect b="b" l="l" r="r" t="t"/>
                  <a:pathLst>
                    <a:path extrusionOk="0" h="73596" w="43815">
                      <a:moveTo>
                        <a:pt x="43815" y="73596"/>
                      </a:moveTo>
                      <a:lnTo>
                        <a:pt x="43815" y="21907"/>
                      </a:lnTo>
                      <a:cubicBezTo>
                        <a:pt x="43815" y="9842"/>
                        <a:pt x="33972" y="0"/>
                        <a:pt x="21907" y="0"/>
                      </a:cubicBezTo>
                      <a:cubicBezTo>
                        <a:pt x="9843" y="0"/>
                        <a:pt x="0" y="9842"/>
                        <a:pt x="0" y="21907"/>
                      </a:cubicBezTo>
                      <a:lnTo>
                        <a:pt x="0" y="73596"/>
                      </a:lnTo>
                      <a:lnTo>
                        <a:pt x="43815" y="73596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65" name="Google Shape;765;p31"/>
                <p:cNvSpPr/>
                <p:nvPr/>
              </p:nvSpPr>
              <p:spPr>
                <a:xfrm>
                  <a:off x="8631047" y="2502535"/>
                  <a:ext cx="23621" cy="23622"/>
                </a:xfrm>
                <a:custGeom>
                  <a:rect b="b" l="l" r="r" t="t"/>
                  <a:pathLst>
                    <a:path extrusionOk="0" h="23622" w="23621">
                      <a:moveTo>
                        <a:pt x="23622" y="11811"/>
                      </a:moveTo>
                      <a:cubicBezTo>
                        <a:pt x="23622" y="18334"/>
                        <a:pt x="18334" y="23622"/>
                        <a:pt x="11811" y="23622"/>
                      </a:cubicBezTo>
                      <a:cubicBezTo>
                        <a:pt x="5288" y="23622"/>
                        <a:pt x="0" y="18334"/>
                        <a:pt x="0" y="11811"/>
                      </a:cubicBezTo>
                      <a:cubicBezTo>
                        <a:pt x="0" y="5288"/>
                        <a:pt x="5288" y="0"/>
                        <a:pt x="11811" y="0"/>
                      </a:cubicBezTo>
                      <a:cubicBezTo>
                        <a:pt x="18334" y="0"/>
                        <a:pt x="23622" y="5288"/>
                        <a:pt x="23622" y="1181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766" name="Google Shape;766;p31"/>
              <p:cNvGrpSpPr/>
              <p:nvPr/>
            </p:nvGrpSpPr>
            <p:grpSpPr>
              <a:xfrm>
                <a:off x="5282974" y="-1757565"/>
                <a:ext cx="54151" cy="90957"/>
                <a:chOff x="8793860" y="2491422"/>
                <a:chExt cx="43815" cy="73596"/>
              </a:xfrm>
            </p:grpSpPr>
            <p:sp>
              <p:nvSpPr>
                <p:cNvPr id="767" name="Google Shape;767;p31"/>
                <p:cNvSpPr/>
                <p:nvPr/>
              </p:nvSpPr>
              <p:spPr>
                <a:xfrm>
                  <a:off x="8793860" y="2491422"/>
                  <a:ext cx="43815" cy="73596"/>
                </a:xfrm>
                <a:custGeom>
                  <a:rect b="b" l="l" r="r" t="t"/>
                  <a:pathLst>
                    <a:path extrusionOk="0" h="73596" w="43815">
                      <a:moveTo>
                        <a:pt x="43815" y="73596"/>
                      </a:moveTo>
                      <a:lnTo>
                        <a:pt x="43815" y="21907"/>
                      </a:lnTo>
                      <a:cubicBezTo>
                        <a:pt x="43815" y="9842"/>
                        <a:pt x="33972" y="0"/>
                        <a:pt x="21908" y="0"/>
                      </a:cubicBezTo>
                      <a:cubicBezTo>
                        <a:pt x="9843" y="0"/>
                        <a:pt x="0" y="9842"/>
                        <a:pt x="0" y="21907"/>
                      </a:cubicBezTo>
                      <a:lnTo>
                        <a:pt x="0" y="73596"/>
                      </a:lnTo>
                      <a:lnTo>
                        <a:pt x="43815" y="73596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68" name="Google Shape;768;p31"/>
                <p:cNvSpPr/>
                <p:nvPr/>
              </p:nvSpPr>
              <p:spPr>
                <a:xfrm>
                  <a:off x="8803957" y="2502535"/>
                  <a:ext cx="23621" cy="23622"/>
                </a:xfrm>
                <a:custGeom>
                  <a:rect b="b" l="l" r="r" t="t"/>
                  <a:pathLst>
                    <a:path extrusionOk="0" h="23622" w="23621">
                      <a:moveTo>
                        <a:pt x="23622" y="11811"/>
                      </a:moveTo>
                      <a:cubicBezTo>
                        <a:pt x="23622" y="18334"/>
                        <a:pt x="18334" y="23622"/>
                        <a:pt x="11811" y="23622"/>
                      </a:cubicBezTo>
                      <a:cubicBezTo>
                        <a:pt x="5289" y="23622"/>
                        <a:pt x="0" y="18334"/>
                        <a:pt x="0" y="11811"/>
                      </a:cubicBezTo>
                      <a:cubicBezTo>
                        <a:pt x="0" y="5288"/>
                        <a:pt x="5289" y="0"/>
                        <a:pt x="11811" y="0"/>
                      </a:cubicBezTo>
                      <a:cubicBezTo>
                        <a:pt x="18334" y="0"/>
                        <a:pt x="23622" y="5288"/>
                        <a:pt x="23622" y="1181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69" name="Google Shape;769;p31"/>
              <p:cNvSpPr/>
              <p:nvPr/>
            </p:nvSpPr>
            <p:spPr>
              <a:xfrm>
                <a:off x="4996001" y="-2100035"/>
                <a:ext cx="617890" cy="26506"/>
              </a:xfrm>
              <a:custGeom>
                <a:rect b="b" l="l" r="r" t="t"/>
                <a:pathLst>
                  <a:path extrusionOk="0" h="21462" w="500316">
                    <a:moveTo>
                      <a:pt x="0" y="0"/>
                    </a:moveTo>
                    <a:lnTo>
                      <a:pt x="500316" y="0"/>
                    </a:lnTo>
                    <a:lnTo>
                      <a:pt x="500316" y="21463"/>
                    </a:lnTo>
                    <a:lnTo>
                      <a:pt x="0" y="21463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70" name="Google Shape;770;p31"/>
              <p:cNvGrpSpPr/>
              <p:nvPr/>
            </p:nvGrpSpPr>
            <p:grpSpPr>
              <a:xfrm>
                <a:off x="3758427" y="-2503163"/>
                <a:ext cx="424811" cy="513043"/>
                <a:chOff x="7560280" y="1888142"/>
                <a:chExt cx="343726" cy="415117"/>
              </a:xfrm>
            </p:grpSpPr>
            <p:sp>
              <p:nvSpPr>
                <p:cNvPr id="771" name="Google Shape;771;p31"/>
                <p:cNvSpPr/>
                <p:nvPr/>
              </p:nvSpPr>
              <p:spPr>
                <a:xfrm>
                  <a:off x="7677776" y="1957133"/>
                  <a:ext cx="59075" cy="145414"/>
                </a:xfrm>
                <a:custGeom>
                  <a:rect b="b" l="l" r="r" t="t"/>
                  <a:pathLst>
                    <a:path extrusionOk="0" h="145414" w="59075">
                      <a:moveTo>
                        <a:pt x="59063" y="4572"/>
                      </a:moveTo>
                      <a:cubicBezTo>
                        <a:pt x="58809" y="1968"/>
                        <a:pt x="56205" y="190"/>
                        <a:pt x="53157" y="190"/>
                      </a:cubicBezTo>
                      <a:lnTo>
                        <a:pt x="53157" y="0"/>
                      </a:lnTo>
                      <a:cubicBezTo>
                        <a:pt x="52205" y="127"/>
                        <a:pt x="29663" y="2667"/>
                        <a:pt x="16201" y="6985"/>
                      </a:cubicBezTo>
                      <a:cubicBezTo>
                        <a:pt x="2992" y="11240"/>
                        <a:pt x="-183" y="24003"/>
                        <a:pt x="8" y="29909"/>
                      </a:cubicBezTo>
                      <a:lnTo>
                        <a:pt x="5088" y="145288"/>
                      </a:lnTo>
                      <a:lnTo>
                        <a:pt x="15248" y="145415"/>
                      </a:lnTo>
                      <a:lnTo>
                        <a:pt x="10168" y="29782"/>
                      </a:lnTo>
                      <a:cubicBezTo>
                        <a:pt x="10168" y="29655"/>
                        <a:pt x="9978" y="19621"/>
                        <a:pt x="19312" y="16574"/>
                      </a:cubicBezTo>
                      <a:cubicBezTo>
                        <a:pt x="31758" y="12573"/>
                        <a:pt x="54047" y="10033"/>
                        <a:pt x="54237" y="10033"/>
                      </a:cubicBezTo>
                      <a:lnTo>
                        <a:pt x="54237" y="9906"/>
                      </a:lnTo>
                      <a:cubicBezTo>
                        <a:pt x="57158" y="9335"/>
                        <a:pt x="59254" y="7112"/>
                        <a:pt x="59063" y="4572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72" name="Google Shape;772;p31"/>
                <p:cNvSpPr/>
                <p:nvPr/>
              </p:nvSpPr>
              <p:spPr>
                <a:xfrm>
                  <a:off x="7576227" y="2090899"/>
                  <a:ext cx="184909" cy="212360"/>
                </a:xfrm>
                <a:custGeom>
                  <a:rect b="b" l="l" r="r" t="t"/>
                  <a:pathLst>
                    <a:path extrusionOk="0" h="212360" w="184909">
                      <a:moveTo>
                        <a:pt x="183726" y="78197"/>
                      </a:moveTo>
                      <a:cubicBezTo>
                        <a:pt x="177630" y="53813"/>
                        <a:pt x="132926" y="4346"/>
                        <a:pt x="78697" y="2315"/>
                      </a:cubicBezTo>
                      <a:cubicBezTo>
                        <a:pt x="24468" y="282"/>
                        <a:pt x="782" y="-16672"/>
                        <a:pt x="84" y="83658"/>
                      </a:cubicBezTo>
                      <a:cubicBezTo>
                        <a:pt x="84" y="83658"/>
                        <a:pt x="-3282" y="162969"/>
                        <a:pt x="32596" y="162969"/>
                      </a:cubicBezTo>
                      <a:cubicBezTo>
                        <a:pt x="39899" y="162969"/>
                        <a:pt x="46312" y="160048"/>
                        <a:pt x="53170" y="157953"/>
                      </a:cubicBezTo>
                      <a:cubicBezTo>
                        <a:pt x="64155" y="154587"/>
                        <a:pt x="75395" y="152809"/>
                        <a:pt x="86762" y="155159"/>
                      </a:cubicBezTo>
                      <a:cubicBezTo>
                        <a:pt x="92413" y="156365"/>
                        <a:pt x="98509" y="159477"/>
                        <a:pt x="97620" y="166144"/>
                      </a:cubicBezTo>
                      <a:cubicBezTo>
                        <a:pt x="96858" y="172177"/>
                        <a:pt x="92032" y="177003"/>
                        <a:pt x="89175" y="182083"/>
                      </a:cubicBezTo>
                      <a:cubicBezTo>
                        <a:pt x="87968" y="184178"/>
                        <a:pt x="85174" y="187417"/>
                        <a:pt x="84729" y="189766"/>
                      </a:cubicBezTo>
                      <a:cubicBezTo>
                        <a:pt x="84729" y="189766"/>
                        <a:pt x="113241" y="220754"/>
                        <a:pt x="141181" y="210150"/>
                      </a:cubicBezTo>
                      <a:cubicBezTo>
                        <a:pt x="143340" y="206276"/>
                        <a:pt x="145499" y="202720"/>
                        <a:pt x="147785" y="199609"/>
                      </a:cubicBezTo>
                      <a:cubicBezTo>
                        <a:pt x="171534" y="166335"/>
                        <a:pt x="189822" y="102644"/>
                        <a:pt x="183726" y="78197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73" name="Google Shape;773;p31"/>
                <p:cNvSpPr/>
                <p:nvPr/>
              </p:nvSpPr>
              <p:spPr>
                <a:xfrm>
                  <a:off x="7576306" y="2090160"/>
                  <a:ext cx="45725" cy="163627"/>
                </a:xfrm>
                <a:custGeom>
                  <a:rect b="b" l="l" r="r" t="t"/>
                  <a:pathLst>
                    <a:path extrusionOk="0" h="163627" w="45725">
                      <a:moveTo>
                        <a:pt x="18357" y="259"/>
                      </a:moveTo>
                      <a:lnTo>
                        <a:pt x="18357" y="259"/>
                      </a:lnTo>
                      <a:cubicBezTo>
                        <a:pt x="6864" y="7816"/>
                        <a:pt x="1086" y="27501"/>
                        <a:pt x="133" y="74872"/>
                      </a:cubicBezTo>
                      <a:cubicBezTo>
                        <a:pt x="133" y="77983"/>
                        <a:pt x="69" y="81158"/>
                        <a:pt x="69" y="84460"/>
                      </a:cubicBezTo>
                      <a:cubicBezTo>
                        <a:pt x="69" y="84460"/>
                        <a:pt x="69" y="84651"/>
                        <a:pt x="69" y="84714"/>
                      </a:cubicBezTo>
                      <a:cubicBezTo>
                        <a:pt x="-58" y="88842"/>
                        <a:pt x="-1391" y="144531"/>
                        <a:pt x="16643" y="162692"/>
                      </a:cubicBezTo>
                      <a:cubicBezTo>
                        <a:pt x="16897" y="162883"/>
                        <a:pt x="17024" y="163137"/>
                        <a:pt x="17278" y="163264"/>
                      </a:cubicBezTo>
                      <a:lnTo>
                        <a:pt x="17278" y="163264"/>
                      </a:lnTo>
                      <a:cubicBezTo>
                        <a:pt x="31565" y="168280"/>
                        <a:pt x="45726" y="120338"/>
                        <a:pt x="45726" y="81158"/>
                      </a:cubicBezTo>
                      <a:cubicBezTo>
                        <a:pt x="45599" y="43503"/>
                        <a:pt x="32836" y="-3932"/>
                        <a:pt x="18357" y="259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74" name="Google Shape;774;p31"/>
                <p:cNvSpPr/>
                <p:nvPr/>
              </p:nvSpPr>
              <p:spPr>
                <a:xfrm>
                  <a:off x="7576233" y="2089174"/>
                  <a:ext cx="36973" cy="165266"/>
                </a:xfrm>
                <a:custGeom>
                  <a:rect b="b" l="l" r="r" t="t"/>
                  <a:pathLst>
                    <a:path extrusionOk="0" h="165266" w="36973">
                      <a:moveTo>
                        <a:pt x="21287" y="1944"/>
                      </a:moveTo>
                      <a:cubicBezTo>
                        <a:pt x="19764" y="-342"/>
                        <a:pt x="16716" y="-660"/>
                        <a:pt x="14874" y="1245"/>
                      </a:cubicBezTo>
                      <a:cubicBezTo>
                        <a:pt x="5032" y="11532"/>
                        <a:pt x="333" y="34964"/>
                        <a:pt x="79" y="85637"/>
                      </a:cubicBezTo>
                      <a:cubicBezTo>
                        <a:pt x="79" y="85637"/>
                        <a:pt x="-1889" y="140945"/>
                        <a:pt x="13858" y="163424"/>
                      </a:cubicBezTo>
                      <a:cubicBezTo>
                        <a:pt x="15510" y="165837"/>
                        <a:pt x="18874" y="165901"/>
                        <a:pt x="20589" y="163488"/>
                      </a:cubicBezTo>
                      <a:cubicBezTo>
                        <a:pt x="30241" y="149962"/>
                        <a:pt x="36973" y="118720"/>
                        <a:pt x="36973" y="82271"/>
                      </a:cubicBezTo>
                      <a:cubicBezTo>
                        <a:pt x="37035" y="46584"/>
                        <a:pt x="30559" y="15977"/>
                        <a:pt x="21287" y="1944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75" name="Google Shape;775;p31"/>
                <p:cNvSpPr/>
                <p:nvPr/>
              </p:nvSpPr>
              <p:spPr>
                <a:xfrm>
                  <a:off x="7560280" y="2098521"/>
                  <a:ext cx="47527" cy="144869"/>
                </a:xfrm>
                <a:custGeom>
                  <a:rect b="b" l="l" r="r" t="t"/>
                  <a:pathLst>
                    <a:path extrusionOk="0" h="144869" w="47527">
                      <a:moveTo>
                        <a:pt x="37622" y="3519"/>
                      </a:moveTo>
                      <a:cubicBezTo>
                        <a:pt x="36289" y="407"/>
                        <a:pt x="33431" y="-609"/>
                        <a:pt x="31018" y="344"/>
                      </a:cubicBezTo>
                      <a:cubicBezTo>
                        <a:pt x="31018" y="344"/>
                        <a:pt x="-1113" y="14758"/>
                        <a:pt x="30" y="72797"/>
                      </a:cubicBezTo>
                      <a:cubicBezTo>
                        <a:pt x="1173" y="130836"/>
                        <a:pt x="32860" y="144870"/>
                        <a:pt x="32860" y="144870"/>
                      </a:cubicBezTo>
                      <a:cubicBezTo>
                        <a:pt x="34764" y="144806"/>
                        <a:pt x="36606" y="143600"/>
                        <a:pt x="37558" y="141250"/>
                      </a:cubicBezTo>
                      <a:cubicBezTo>
                        <a:pt x="43527" y="127217"/>
                        <a:pt x="47528" y="101626"/>
                        <a:pt x="47528" y="72289"/>
                      </a:cubicBezTo>
                      <a:cubicBezTo>
                        <a:pt x="47528" y="43079"/>
                        <a:pt x="43591" y="17552"/>
                        <a:pt x="37622" y="351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776" name="Google Shape;776;p31"/>
                <p:cNvGrpSpPr/>
                <p:nvPr/>
              </p:nvGrpSpPr>
              <p:grpSpPr>
                <a:xfrm>
                  <a:off x="7697089" y="2160968"/>
                  <a:ext cx="93524" cy="97649"/>
                  <a:chOff x="7697089" y="2160968"/>
                  <a:chExt cx="93524" cy="97649"/>
                </a:xfrm>
              </p:grpSpPr>
              <p:sp>
                <p:nvSpPr>
                  <p:cNvPr id="777" name="Google Shape;777;p31"/>
                  <p:cNvSpPr/>
                  <p:nvPr/>
                </p:nvSpPr>
                <p:spPr>
                  <a:xfrm>
                    <a:off x="7697089" y="2160968"/>
                    <a:ext cx="46037" cy="54483"/>
                  </a:xfrm>
                  <a:custGeom>
                    <a:rect b="b" l="l" r="r" t="t"/>
                    <a:pathLst>
                      <a:path extrusionOk="0" h="54483" w="46037">
                        <a:moveTo>
                          <a:pt x="46038" y="27242"/>
                        </a:moveTo>
                        <a:cubicBezTo>
                          <a:pt x="46038" y="42291"/>
                          <a:pt x="35687" y="54483"/>
                          <a:pt x="22987" y="54483"/>
                        </a:cubicBezTo>
                        <a:cubicBezTo>
                          <a:pt x="10287" y="54483"/>
                          <a:pt x="0" y="42291"/>
                          <a:pt x="0" y="27242"/>
                        </a:cubicBezTo>
                        <a:cubicBezTo>
                          <a:pt x="0" y="12192"/>
                          <a:pt x="10287" y="0"/>
                          <a:pt x="22987" y="0"/>
                        </a:cubicBezTo>
                        <a:cubicBezTo>
                          <a:pt x="35751" y="0"/>
                          <a:pt x="46038" y="12192"/>
                          <a:pt x="46038" y="27242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78" name="Google Shape;778;p31"/>
                  <p:cNvSpPr/>
                  <p:nvPr/>
                </p:nvSpPr>
                <p:spPr>
                  <a:xfrm>
                    <a:off x="7704455" y="2173477"/>
                    <a:ext cx="82867" cy="83185"/>
                  </a:xfrm>
                  <a:custGeom>
                    <a:rect b="b" l="l" r="r" t="t"/>
                    <a:pathLst>
                      <a:path extrusionOk="0" h="83185" w="82867">
                        <a:moveTo>
                          <a:pt x="65088" y="64770"/>
                        </a:moveTo>
                        <a:cubicBezTo>
                          <a:pt x="70167" y="58801"/>
                          <a:pt x="78168" y="57150"/>
                          <a:pt x="82867" y="60515"/>
                        </a:cubicBezTo>
                        <a:lnTo>
                          <a:pt x="38926" y="9461"/>
                        </a:lnTo>
                        <a:lnTo>
                          <a:pt x="38862" y="9525"/>
                        </a:lnTo>
                        <a:cubicBezTo>
                          <a:pt x="34989" y="3746"/>
                          <a:pt x="28639" y="0"/>
                          <a:pt x="21336" y="0"/>
                        </a:cubicBezTo>
                        <a:cubicBezTo>
                          <a:pt x="9525" y="0"/>
                          <a:pt x="0" y="9906"/>
                          <a:pt x="0" y="22161"/>
                        </a:cubicBezTo>
                        <a:cubicBezTo>
                          <a:pt x="0" y="30607"/>
                          <a:pt x="4572" y="37846"/>
                          <a:pt x="11239" y="41592"/>
                        </a:cubicBezTo>
                        <a:lnTo>
                          <a:pt x="11239" y="41592"/>
                        </a:lnTo>
                        <a:lnTo>
                          <a:pt x="64071" y="83185"/>
                        </a:lnTo>
                        <a:cubicBezTo>
                          <a:pt x="59944" y="79121"/>
                          <a:pt x="60071" y="70802"/>
                          <a:pt x="65088" y="64770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79" name="Google Shape;779;p31"/>
                  <p:cNvSpPr/>
                  <p:nvPr/>
                </p:nvSpPr>
                <p:spPr>
                  <a:xfrm>
                    <a:off x="7765303" y="2232067"/>
                    <a:ext cx="25310" cy="26550"/>
                  </a:xfrm>
                  <a:custGeom>
                    <a:rect b="b" l="l" r="r" t="t"/>
                    <a:pathLst>
                      <a:path extrusionOk="0" h="26550" w="25310">
                        <a:moveTo>
                          <a:pt x="24749" y="5863"/>
                        </a:moveTo>
                        <a:cubicBezTo>
                          <a:pt x="24622" y="5419"/>
                          <a:pt x="24368" y="5038"/>
                          <a:pt x="24177" y="4657"/>
                        </a:cubicBezTo>
                        <a:cubicBezTo>
                          <a:pt x="23669" y="3641"/>
                          <a:pt x="23035" y="2688"/>
                          <a:pt x="22145" y="1990"/>
                        </a:cubicBezTo>
                        <a:cubicBezTo>
                          <a:pt x="21955" y="1863"/>
                          <a:pt x="21765" y="1736"/>
                          <a:pt x="21574" y="1609"/>
                        </a:cubicBezTo>
                        <a:cubicBezTo>
                          <a:pt x="16875" y="-1693"/>
                          <a:pt x="9318" y="212"/>
                          <a:pt x="4239" y="6181"/>
                        </a:cubicBezTo>
                        <a:cubicBezTo>
                          <a:pt x="-778" y="12213"/>
                          <a:pt x="-1413" y="19960"/>
                          <a:pt x="2715" y="24024"/>
                        </a:cubicBezTo>
                        <a:cubicBezTo>
                          <a:pt x="2841" y="24151"/>
                          <a:pt x="2968" y="24405"/>
                          <a:pt x="3159" y="24532"/>
                        </a:cubicBezTo>
                        <a:cubicBezTo>
                          <a:pt x="3477" y="24786"/>
                          <a:pt x="3794" y="24913"/>
                          <a:pt x="4112" y="25167"/>
                        </a:cubicBezTo>
                        <a:cubicBezTo>
                          <a:pt x="4556" y="25485"/>
                          <a:pt x="5064" y="25739"/>
                          <a:pt x="5572" y="25929"/>
                        </a:cubicBezTo>
                        <a:cubicBezTo>
                          <a:pt x="10271" y="27707"/>
                          <a:pt x="16621" y="25612"/>
                          <a:pt x="21066" y="20341"/>
                        </a:cubicBezTo>
                        <a:cubicBezTo>
                          <a:pt x="24940" y="15769"/>
                          <a:pt x="26146" y="10118"/>
                          <a:pt x="24749" y="5863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780" name="Google Shape;780;p31"/>
                <p:cNvSpPr/>
                <p:nvPr/>
              </p:nvSpPr>
              <p:spPr>
                <a:xfrm>
                  <a:off x="7726771" y="1941150"/>
                  <a:ext cx="149896" cy="249166"/>
                </a:xfrm>
                <a:custGeom>
                  <a:rect b="b" l="l" r="r" t="t"/>
                  <a:pathLst>
                    <a:path extrusionOk="0" h="249166" w="149896">
                      <a:moveTo>
                        <a:pt x="146721" y="2775"/>
                      </a:moveTo>
                      <a:cubicBezTo>
                        <a:pt x="145260" y="2076"/>
                        <a:pt x="143610" y="2076"/>
                        <a:pt x="142022" y="2013"/>
                      </a:cubicBezTo>
                      <a:cubicBezTo>
                        <a:pt x="135100" y="1632"/>
                        <a:pt x="128243" y="997"/>
                        <a:pt x="121385" y="489"/>
                      </a:cubicBezTo>
                      <a:cubicBezTo>
                        <a:pt x="120051" y="362"/>
                        <a:pt x="118718" y="298"/>
                        <a:pt x="117384" y="172"/>
                      </a:cubicBezTo>
                      <a:cubicBezTo>
                        <a:pt x="98651" y="-1225"/>
                        <a:pt x="87475" y="5823"/>
                        <a:pt x="78585" y="24492"/>
                      </a:cubicBezTo>
                      <a:cubicBezTo>
                        <a:pt x="73315" y="35478"/>
                        <a:pt x="7021" y="223184"/>
                        <a:pt x="99" y="243186"/>
                      </a:cubicBezTo>
                      <a:cubicBezTo>
                        <a:pt x="99" y="243186"/>
                        <a:pt x="-726" y="245917"/>
                        <a:pt x="2385" y="248012"/>
                      </a:cubicBezTo>
                      <a:cubicBezTo>
                        <a:pt x="5497" y="250107"/>
                        <a:pt x="8862" y="248710"/>
                        <a:pt x="8862" y="248710"/>
                      </a:cubicBezTo>
                      <a:cubicBezTo>
                        <a:pt x="15848" y="228645"/>
                        <a:pt x="82776" y="39415"/>
                        <a:pt x="87793" y="28873"/>
                      </a:cubicBezTo>
                      <a:cubicBezTo>
                        <a:pt x="94905" y="13951"/>
                        <a:pt x="102208" y="9316"/>
                        <a:pt x="116685" y="10332"/>
                      </a:cubicBezTo>
                      <a:cubicBezTo>
                        <a:pt x="123226" y="10840"/>
                        <a:pt x="129767" y="11284"/>
                        <a:pt x="136244" y="11792"/>
                      </a:cubicBezTo>
                      <a:cubicBezTo>
                        <a:pt x="137768" y="11919"/>
                        <a:pt x="139355" y="12046"/>
                        <a:pt x="140879" y="12237"/>
                      </a:cubicBezTo>
                      <a:cubicBezTo>
                        <a:pt x="142339" y="12364"/>
                        <a:pt x="144118" y="12681"/>
                        <a:pt x="145578" y="12364"/>
                      </a:cubicBezTo>
                      <a:cubicBezTo>
                        <a:pt x="147864" y="11792"/>
                        <a:pt x="149896" y="9887"/>
                        <a:pt x="149896" y="7410"/>
                      </a:cubicBezTo>
                      <a:cubicBezTo>
                        <a:pt x="149833" y="5315"/>
                        <a:pt x="148562" y="3601"/>
                        <a:pt x="146721" y="2775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81" name="Google Shape;781;p31"/>
                <p:cNvSpPr/>
                <p:nvPr/>
              </p:nvSpPr>
              <p:spPr>
                <a:xfrm>
                  <a:off x="7854046" y="1888142"/>
                  <a:ext cx="49960" cy="129599"/>
                </a:xfrm>
                <a:custGeom>
                  <a:rect b="b" l="l" r="r" t="t"/>
                  <a:pathLst>
                    <a:path extrusionOk="0" h="129599" w="49960">
                      <a:moveTo>
                        <a:pt x="49418" y="66705"/>
                      </a:moveTo>
                      <a:cubicBezTo>
                        <a:pt x="46623" y="102456"/>
                        <a:pt x="33415" y="130650"/>
                        <a:pt x="19890" y="129570"/>
                      </a:cubicBezTo>
                      <a:cubicBezTo>
                        <a:pt x="6428" y="128490"/>
                        <a:pt x="-2272" y="98645"/>
                        <a:pt x="522" y="62895"/>
                      </a:cubicBezTo>
                      <a:cubicBezTo>
                        <a:pt x="3316" y="27144"/>
                        <a:pt x="16524" y="-1050"/>
                        <a:pt x="30050" y="30"/>
                      </a:cubicBezTo>
                      <a:cubicBezTo>
                        <a:pt x="43575" y="1046"/>
                        <a:pt x="52275" y="30891"/>
                        <a:pt x="49418" y="66705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82" name="Google Shape;782;p31"/>
                <p:cNvSpPr/>
                <p:nvPr/>
              </p:nvSpPr>
              <p:spPr>
                <a:xfrm>
                  <a:off x="7720625" y="1913549"/>
                  <a:ext cx="38652" cy="100502"/>
                </a:xfrm>
                <a:custGeom>
                  <a:rect b="b" l="l" r="r" t="t"/>
                  <a:pathLst>
                    <a:path extrusionOk="0" h="100502" w="38652">
                      <a:moveTo>
                        <a:pt x="38249" y="51712"/>
                      </a:moveTo>
                      <a:cubicBezTo>
                        <a:pt x="36090" y="79461"/>
                        <a:pt x="25803" y="101305"/>
                        <a:pt x="15389" y="100480"/>
                      </a:cubicBezTo>
                      <a:cubicBezTo>
                        <a:pt x="4975" y="99654"/>
                        <a:pt x="-1756" y="76477"/>
                        <a:pt x="403" y="48791"/>
                      </a:cubicBezTo>
                      <a:cubicBezTo>
                        <a:pt x="2562" y="21041"/>
                        <a:pt x="12849" y="-803"/>
                        <a:pt x="23263" y="23"/>
                      </a:cubicBezTo>
                      <a:cubicBezTo>
                        <a:pt x="33677" y="848"/>
                        <a:pt x="40408" y="23962"/>
                        <a:pt x="38249" y="51712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783" name="Google Shape;783;p31"/>
          <p:cNvSpPr/>
          <p:nvPr/>
        </p:nvSpPr>
        <p:spPr>
          <a:xfrm flipH="1" rot="8826614">
            <a:off x="-185480" y="195686"/>
            <a:ext cx="2818392" cy="988702"/>
          </a:xfrm>
          <a:custGeom>
            <a:rect b="b" l="l" r="r" t="t"/>
            <a:pathLst>
              <a:path extrusionOk="0" h="113808" w="324421">
                <a:moveTo>
                  <a:pt x="324422" y="80090"/>
                </a:moveTo>
                <a:cubicBezTo>
                  <a:pt x="324422" y="80090"/>
                  <a:pt x="311912" y="40720"/>
                  <a:pt x="235458" y="50309"/>
                </a:cubicBezTo>
                <a:cubicBezTo>
                  <a:pt x="157607" y="60088"/>
                  <a:pt x="168783" y="-4682"/>
                  <a:pt x="187135" y="271"/>
                </a:cubicBezTo>
                <a:cubicBezTo>
                  <a:pt x="205486" y="5224"/>
                  <a:pt x="199898" y="32592"/>
                  <a:pt x="172974" y="39450"/>
                </a:cubicBezTo>
                <a:cubicBezTo>
                  <a:pt x="130492" y="50309"/>
                  <a:pt x="114617" y="12971"/>
                  <a:pt x="70676" y="32592"/>
                </a:cubicBezTo>
                <a:cubicBezTo>
                  <a:pt x="41275" y="45737"/>
                  <a:pt x="30035" y="78820"/>
                  <a:pt x="30035" y="78820"/>
                </a:cubicBezTo>
                <a:cubicBezTo>
                  <a:pt x="30035" y="78820"/>
                  <a:pt x="13779" y="109427"/>
                  <a:pt x="0" y="113809"/>
                </a:cubicBezTo>
              </a:path>
            </a:pathLst>
          </a:custGeom>
          <a:noFill/>
          <a:ln cap="rnd" cmpd="sng" w="1270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84" name="Google Shape;784;p31"/>
          <p:cNvGrpSpPr/>
          <p:nvPr/>
        </p:nvGrpSpPr>
        <p:grpSpPr>
          <a:xfrm>
            <a:off x="6546829" y="-738175"/>
            <a:ext cx="2751686" cy="3512298"/>
            <a:chOff x="6546829" y="-738175"/>
            <a:chExt cx="2751686" cy="3512298"/>
          </a:xfrm>
        </p:grpSpPr>
        <p:grpSp>
          <p:nvGrpSpPr>
            <p:cNvPr id="785" name="Google Shape;785;p31"/>
            <p:cNvGrpSpPr/>
            <p:nvPr/>
          </p:nvGrpSpPr>
          <p:grpSpPr>
            <a:xfrm>
              <a:off x="6675562" y="684449"/>
              <a:ext cx="603250" cy="273050"/>
              <a:chOff x="8640762" y="3990149"/>
              <a:chExt cx="603250" cy="273050"/>
            </a:xfrm>
          </p:grpSpPr>
          <p:sp>
            <p:nvSpPr>
              <p:cNvPr id="786" name="Google Shape;786;p31"/>
              <p:cNvSpPr/>
              <p:nvPr/>
            </p:nvSpPr>
            <p:spPr>
              <a:xfrm>
                <a:off x="8640762" y="4152074"/>
                <a:ext cx="222250" cy="111125"/>
              </a:xfrm>
              <a:custGeom>
                <a:rect b="b" l="l" r="r" t="t"/>
                <a:pathLst>
                  <a:path extrusionOk="0" h="111125" w="222250">
                    <a:moveTo>
                      <a:pt x="0" y="111125"/>
                    </a:moveTo>
                    <a:cubicBezTo>
                      <a:pt x="0" y="49784"/>
                      <a:pt x="49784" y="0"/>
                      <a:pt x="111125" y="0"/>
                    </a:cubicBezTo>
                    <a:cubicBezTo>
                      <a:pt x="172466" y="0"/>
                      <a:pt x="222250" y="49784"/>
                      <a:pt x="222250" y="111125"/>
                    </a:cubicBezTo>
                    <a:lnTo>
                      <a:pt x="0" y="111125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7" name="Google Shape;787;p31"/>
              <p:cNvSpPr/>
              <p:nvPr/>
            </p:nvSpPr>
            <p:spPr>
              <a:xfrm>
                <a:off x="8863012" y="3990149"/>
                <a:ext cx="381000" cy="19050"/>
              </a:xfrm>
              <a:custGeom>
                <a:rect b="b" l="l" r="r" t="t"/>
                <a:pathLst>
                  <a:path extrusionOk="0" h="19050" w="381000">
                    <a:moveTo>
                      <a:pt x="0" y="0"/>
                    </a:moveTo>
                    <a:lnTo>
                      <a:pt x="381000" y="0"/>
                    </a:lnTo>
                    <a:lnTo>
                      <a:pt x="381000" y="19050"/>
                    </a:lnTo>
                    <a:lnTo>
                      <a:pt x="0" y="1905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88" name="Google Shape;788;p31"/>
            <p:cNvSpPr/>
            <p:nvPr/>
          </p:nvSpPr>
          <p:spPr>
            <a:xfrm rot="4069960">
              <a:off x="6423020" y="106058"/>
              <a:ext cx="2999303" cy="1749386"/>
            </a:xfrm>
            <a:custGeom>
              <a:rect b="b" l="l" r="r" t="t"/>
              <a:pathLst>
                <a:path extrusionOk="0" h="254919" w="597979">
                  <a:moveTo>
                    <a:pt x="0" y="254762"/>
                  </a:moveTo>
                  <a:cubicBezTo>
                    <a:pt x="29654" y="256731"/>
                    <a:pt x="57658" y="239967"/>
                    <a:pt x="78549" y="218821"/>
                  </a:cubicBezTo>
                  <a:cubicBezTo>
                    <a:pt x="99378" y="197676"/>
                    <a:pt x="115062" y="172021"/>
                    <a:pt x="134429" y="149416"/>
                  </a:cubicBezTo>
                  <a:cubicBezTo>
                    <a:pt x="153797" y="126873"/>
                    <a:pt x="178498" y="106680"/>
                    <a:pt x="207899" y="102489"/>
                  </a:cubicBezTo>
                  <a:cubicBezTo>
                    <a:pt x="229870" y="99378"/>
                    <a:pt x="253936" y="106490"/>
                    <a:pt x="267970" y="123635"/>
                  </a:cubicBezTo>
                  <a:cubicBezTo>
                    <a:pt x="282004" y="140779"/>
                    <a:pt x="283464" y="168212"/>
                    <a:pt x="268669" y="184785"/>
                  </a:cubicBezTo>
                  <a:cubicBezTo>
                    <a:pt x="258635" y="196024"/>
                    <a:pt x="237617" y="199390"/>
                    <a:pt x="229870" y="186436"/>
                  </a:cubicBezTo>
                  <a:cubicBezTo>
                    <a:pt x="223457" y="175641"/>
                    <a:pt x="231267" y="160909"/>
                    <a:pt x="242507" y="155257"/>
                  </a:cubicBezTo>
                  <a:cubicBezTo>
                    <a:pt x="253746" y="149606"/>
                    <a:pt x="266954" y="150304"/>
                    <a:pt x="279591" y="150559"/>
                  </a:cubicBezTo>
                  <a:cubicBezTo>
                    <a:pt x="401193" y="152845"/>
                    <a:pt x="522605" y="95504"/>
                    <a:pt x="597979" y="0"/>
                  </a:cubicBezTo>
                </a:path>
              </a:pathLst>
            </a:custGeom>
            <a:noFill/>
            <a:ln cap="rnd" cmpd="sng" w="12700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89" name="Google Shape;789;p31"/>
            <p:cNvGrpSpPr/>
            <p:nvPr/>
          </p:nvGrpSpPr>
          <p:grpSpPr>
            <a:xfrm rot="-261523">
              <a:off x="8092898" y="326525"/>
              <a:ext cx="675760" cy="2425426"/>
              <a:chOff x="10484452" y="-4336775"/>
              <a:chExt cx="675765" cy="2425445"/>
            </a:xfrm>
          </p:grpSpPr>
          <p:sp>
            <p:nvSpPr>
              <p:cNvPr id="790" name="Google Shape;790;p31"/>
              <p:cNvSpPr/>
              <p:nvPr/>
            </p:nvSpPr>
            <p:spPr>
              <a:xfrm>
                <a:off x="10505661" y="-4336775"/>
                <a:ext cx="633348" cy="2425445"/>
              </a:xfrm>
              <a:custGeom>
                <a:rect b="b" l="l" r="r" t="t"/>
                <a:pathLst>
                  <a:path extrusionOk="0" h="2425445" w="633348">
                    <a:moveTo>
                      <a:pt x="493078" y="402654"/>
                    </a:moveTo>
                    <a:lnTo>
                      <a:pt x="493078" y="141351"/>
                    </a:lnTo>
                    <a:cubicBezTo>
                      <a:pt x="493078" y="63310"/>
                      <a:pt x="414084" y="0"/>
                      <a:pt x="316674" y="0"/>
                    </a:cubicBezTo>
                    <a:cubicBezTo>
                      <a:pt x="219266" y="0"/>
                      <a:pt x="140272" y="63310"/>
                      <a:pt x="140272" y="141351"/>
                    </a:cubicBezTo>
                    <a:lnTo>
                      <a:pt x="140272" y="402654"/>
                    </a:lnTo>
                    <a:cubicBezTo>
                      <a:pt x="98298" y="434721"/>
                      <a:pt x="50800" y="465074"/>
                      <a:pt x="0" y="487299"/>
                    </a:cubicBezTo>
                    <a:lnTo>
                      <a:pt x="0" y="1837690"/>
                    </a:lnTo>
                    <a:cubicBezTo>
                      <a:pt x="0" y="1837690"/>
                      <a:pt x="140272" y="1977200"/>
                      <a:pt x="140272" y="2099945"/>
                    </a:cubicBezTo>
                    <a:lnTo>
                      <a:pt x="140272" y="2284095"/>
                    </a:lnTo>
                    <a:cubicBezTo>
                      <a:pt x="140272" y="2362200"/>
                      <a:pt x="219266" y="2425446"/>
                      <a:pt x="316674" y="2425446"/>
                    </a:cubicBezTo>
                    <a:cubicBezTo>
                      <a:pt x="414084" y="2425446"/>
                      <a:pt x="493078" y="2362137"/>
                      <a:pt x="493078" y="2284095"/>
                    </a:cubicBezTo>
                    <a:lnTo>
                      <a:pt x="493078" y="2099945"/>
                    </a:lnTo>
                    <a:cubicBezTo>
                      <a:pt x="493078" y="1977200"/>
                      <a:pt x="633349" y="1837690"/>
                      <a:pt x="633349" y="1837690"/>
                    </a:cubicBezTo>
                    <a:lnTo>
                      <a:pt x="633349" y="487299"/>
                    </a:lnTo>
                    <a:cubicBezTo>
                      <a:pt x="582549" y="465074"/>
                      <a:pt x="535051" y="434721"/>
                      <a:pt x="493078" y="40265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1" name="Google Shape;791;p31"/>
              <p:cNvSpPr/>
              <p:nvPr/>
            </p:nvSpPr>
            <p:spPr>
              <a:xfrm>
                <a:off x="10620786" y="-4086711"/>
                <a:ext cx="423100" cy="49085"/>
              </a:xfrm>
              <a:custGeom>
                <a:rect b="b" l="l" r="r" t="t"/>
                <a:pathLst>
                  <a:path extrusionOk="0" h="49085" w="423100">
                    <a:moveTo>
                      <a:pt x="0" y="0"/>
                    </a:moveTo>
                    <a:lnTo>
                      <a:pt x="423100" y="0"/>
                    </a:lnTo>
                    <a:lnTo>
                      <a:pt x="423100" y="49086"/>
                    </a:lnTo>
                    <a:lnTo>
                      <a:pt x="0" y="49086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2" name="Google Shape;792;p31"/>
              <p:cNvSpPr/>
              <p:nvPr/>
            </p:nvSpPr>
            <p:spPr>
              <a:xfrm>
                <a:off x="10620786" y="-2216509"/>
                <a:ext cx="423100" cy="49085"/>
              </a:xfrm>
              <a:custGeom>
                <a:rect b="b" l="l" r="r" t="t"/>
                <a:pathLst>
                  <a:path extrusionOk="0" h="49085" w="423100">
                    <a:moveTo>
                      <a:pt x="0" y="0"/>
                    </a:moveTo>
                    <a:lnTo>
                      <a:pt x="423100" y="0"/>
                    </a:lnTo>
                    <a:lnTo>
                      <a:pt x="423100" y="49085"/>
                    </a:lnTo>
                    <a:lnTo>
                      <a:pt x="0" y="49085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3" name="Google Shape;793;p31"/>
              <p:cNvSpPr/>
              <p:nvPr/>
            </p:nvSpPr>
            <p:spPr>
              <a:xfrm>
                <a:off x="10694192" y="-2359140"/>
                <a:ext cx="256413" cy="191652"/>
              </a:xfrm>
              <a:custGeom>
                <a:rect b="b" l="l" r="r" t="t"/>
                <a:pathLst>
                  <a:path extrusionOk="0" h="191652" w="256413">
                    <a:moveTo>
                      <a:pt x="0" y="191652"/>
                    </a:moveTo>
                    <a:lnTo>
                      <a:pt x="55626" y="191652"/>
                    </a:lnTo>
                    <a:lnTo>
                      <a:pt x="200787" y="191652"/>
                    </a:lnTo>
                    <a:lnTo>
                      <a:pt x="256413" y="191652"/>
                    </a:lnTo>
                    <a:lnTo>
                      <a:pt x="256413" y="148409"/>
                    </a:lnTo>
                    <a:lnTo>
                      <a:pt x="201168" y="131264"/>
                    </a:lnTo>
                    <a:lnTo>
                      <a:pt x="201168" y="38617"/>
                    </a:lnTo>
                    <a:cubicBezTo>
                      <a:pt x="201168" y="-1642"/>
                      <a:pt x="168529" y="9"/>
                      <a:pt x="128207" y="9"/>
                    </a:cubicBezTo>
                    <a:cubicBezTo>
                      <a:pt x="87948" y="9"/>
                      <a:pt x="55245" y="-1642"/>
                      <a:pt x="55245" y="38617"/>
                    </a:cubicBezTo>
                    <a:lnTo>
                      <a:pt x="55245" y="131200"/>
                    </a:lnTo>
                    <a:lnTo>
                      <a:pt x="0" y="148345"/>
                    </a:lnTo>
                    <a:lnTo>
                      <a:pt x="0" y="191652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4" name="Google Shape;794;p31"/>
              <p:cNvSpPr/>
              <p:nvPr/>
            </p:nvSpPr>
            <p:spPr>
              <a:xfrm>
                <a:off x="10766582" y="-2337667"/>
                <a:ext cx="111569" cy="152653"/>
              </a:xfrm>
              <a:custGeom>
                <a:rect b="b" l="l" r="r" t="t"/>
                <a:pathLst>
                  <a:path extrusionOk="0" h="152653" w="111569">
                    <a:moveTo>
                      <a:pt x="111379" y="152654"/>
                    </a:moveTo>
                    <a:cubicBezTo>
                      <a:pt x="111506" y="151320"/>
                      <a:pt x="111570" y="150051"/>
                      <a:pt x="111570" y="148717"/>
                    </a:cubicBezTo>
                    <a:lnTo>
                      <a:pt x="111570" y="55753"/>
                    </a:lnTo>
                    <a:cubicBezTo>
                      <a:pt x="111570" y="24955"/>
                      <a:pt x="86614" y="0"/>
                      <a:pt x="55753" y="0"/>
                    </a:cubicBezTo>
                    <a:cubicBezTo>
                      <a:pt x="24956" y="0"/>
                      <a:pt x="0" y="24955"/>
                      <a:pt x="0" y="55753"/>
                    </a:cubicBezTo>
                    <a:lnTo>
                      <a:pt x="0" y="148717"/>
                    </a:lnTo>
                    <a:cubicBezTo>
                      <a:pt x="0" y="150051"/>
                      <a:pt x="127" y="151320"/>
                      <a:pt x="190" y="152654"/>
                    </a:cubicBezTo>
                    <a:lnTo>
                      <a:pt x="111379" y="152654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5" name="Google Shape;795;p31"/>
              <p:cNvSpPr/>
              <p:nvPr/>
            </p:nvSpPr>
            <p:spPr>
              <a:xfrm>
                <a:off x="10785950" y="-2312013"/>
                <a:ext cx="72834" cy="63055"/>
              </a:xfrm>
              <a:custGeom>
                <a:rect b="b" l="l" r="r" t="t"/>
                <a:pathLst>
                  <a:path extrusionOk="0" h="63055" w="72834">
                    <a:moveTo>
                      <a:pt x="18225" y="63055"/>
                    </a:moveTo>
                    <a:lnTo>
                      <a:pt x="54610" y="63055"/>
                    </a:lnTo>
                    <a:lnTo>
                      <a:pt x="72835" y="31559"/>
                    </a:lnTo>
                    <a:lnTo>
                      <a:pt x="54610" y="0"/>
                    </a:lnTo>
                    <a:lnTo>
                      <a:pt x="18225" y="0"/>
                    </a:lnTo>
                    <a:lnTo>
                      <a:pt x="0" y="31559"/>
                    </a:lnTo>
                    <a:lnTo>
                      <a:pt x="18225" y="63055"/>
                    </a:lnTo>
                    <a:close/>
                    <a:moveTo>
                      <a:pt x="36385" y="15430"/>
                    </a:moveTo>
                    <a:cubicBezTo>
                      <a:pt x="45275" y="15430"/>
                      <a:pt x="52451" y="22670"/>
                      <a:pt x="52451" y="31559"/>
                    </a:cubicBezTo>
                    <a:cubicBezTo>
                      <a:pt x="52451" y="40449"/>
                      <a:pt x="45275" y="47625"/>
                      <a:pt x="36385" y="47625"/>
                    </a:cubicBezTo>
                    <a:cubicBezTo>
                      <a:pt x="27496" y="47625"/>
                      <a:pt x="20320" y="40449"/>
                      <a:pt x="20320" y="31559"/>
                    </a:cubicBezTo>
                    <a:cubicBezTo>
                      <a:pt x="20320" y="22670"/>
                      <a:pt x="27559" y="15430"/>
                      <a:pt x="36385" y="1543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6" name="Google Shape;796;p31"/>
              <p:cNvSpPr/>
              <p:nvPr/>
            </p:nvSpPr>
            <p:spPr>
              <a:xfrm>
                <a:off x="11023947" y="-2300266"/>
                <a:ext cx="136270" cy="208089"/>
              </a:xfrm>
              <a:custGeom>
                <a:rect b="b" l="l" r="r" t="t"/>
                <a:pathLst>
                  <a:path extrusionOk="0" h="208089" w="136270">
                    <a:moveTo>
                      <a:pt x="116332" y="8382"/>
                    </a:moveTo>
                    <a:lnTo>
                      <a:pt x="116332" y="8382"/>
                    </a:lnTo>
                    <a:cubicBezTo>
                      <a:pt x="104013" y="2159"/>
                      <a:pt x="86995" y="0"/>
                      <a:pt x="68136" y="0"/>
                    </a:cubicBezTo>
                    <a:cubicBezTo>
                      <a:pt x="49340" y="0"/>
                      <a:pt x="32258" y="2159"/>
                      <a:pt x="19939" y="8382"/>
                    </a:cubicBezTo>
                    <a:lnTo>
                      <a:pt x="19939" y="8382"/>
                    </a:lnTo>
                    <a:cubicBezTo>
                      <a:pt x="7620" y="14605"/>
                      <a:pt x="0" y="24765"/>
                      <a:pt x="0" y="40767"/>
                    </a:cubicBezTo>
                    <a:lnTo>
                      <a:pt x="0" y="167323"/>
                    </a:lnTo>
                    <a:cubicBezTo>
                      <a:pt x="0" y="183324"/>
                      <a:pt x="7620" y="193485"/>
                      <a:pt x="19939" y="199708"/>
                    </a:cubicBezTo>
                    <a:lnTo>
                      <a:pt x="19939" y="199708"/>
                    </a:lnTo>
                    <a:cubicBezTo>
                      <a:pt x="21019" y="200216"/>
                      <a:pt x="22162" y="200724"/>
                      <a:pt x="23305" y="201168"/>
                    </a:cubicBezTo>
                    <a:cubicBezTo>
                      <a:pt x="35306" y="206185"/>
                      <a:pt x="50927" y="208090"/>
                      <a:pt x="68136" y="208090"/>
                    </a:cubicBezTo>
                    <a:cubicBezTo>
                      <a:pt x="105791" y="208090"/>
                      <a:pt x="136271" y="199327"/>
                      <a:pt x="136271" y="167323"/>
                    </a:cubicBezTo>
                    <a:lnTo>
                      <a:pt x="136271" y="40704"/>
                    </a:lnTo>
                    <a:cubicBezTo>
                      <a:pt x="136271" y="24765"/>
                      <a:pt x="128651" y="14542"/>
                      <a:pt x="116332" y="838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7" name="Google Shape;797;p31"/>
              <p:cNvSpPr/>
              <p:nvPr/>
            </p:nvSpPr>
            <p:spPr>
              <a:xfrm>
                <a:off x="10484452" y="-2300266"/>
                <a:ext cx="136271" cy="208089"/>
              </a:xfrm>
              <a:custGeom>
                <a:rect b="b" l="l" r="r" t="t"/>
                <a:pathLst>
                  <a:path extrusionOk="0" h="208089" w="136271">
                    <a:moveTo>
                      <a:pt x="112077" y="6477"/>
                    </a:moveTo>
                    <a:cubicBezTo>
                      <a:pt x="100203" y="1715"/>
                      <a:pt x="84899" y="0"/>
                      <a:pt x="68136" y="0"/>
                    </a:cubicBezTo>
                    <a:cubicBezTo>
                      <a:pt x="49340" y="0"/>
                      <a:pt x="32258" y="2159"/>
                      <a:pt x="19939" y="8382"/>
                    </a:cubicBezTo>
                    <a:lnTo>
                      <a:pt x="19939" y="8382"/>
                    </a:lnTo>
                    <a:cubicBezTo>
                      <a:pt x="7620" y="14605"/>
                      <a:pt x="0" y="24765"/>
                      <a:pt x="0" y="40767"/>
                    </a:cubicBezTo>
                    <a:lnTo>
                      <a:pt x="0" y="167323"/>
                    </a:lnTo>
                    <a:cubicBezTo>
                      <a:pt x="0" y="199327"/>
                      <a:pt x="30543" y="208090"/>
                      <a:pt x="68136" y="208090"/>
                    </a:cubicBezTo>
                    <a:cubicBezTo>
                      <a:pt x="105791" y="208090"/>
                      <a:pt x="136271" y="199327"/>
                      <a:pt x="136271" y="167323"/>
                    </a:cubicBezTo>
                    <a:lnTo>
                      <a:pt x="136271" y="40704"/>
                    </a:lnTo>
                    <a:cubicBezTo>
                      <a:pt x="136334" y="22987"/>
                      <a:pt x="126936" y="12383"/>
                      <a:pt x="112077" y="647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8" name="Google Shape;798;p31"/>
              <p:cNvSpPr/>
              <p:nvPr/>
            </p:nvSpPr>
            <p:spPr>
              <a:xfrm>
                <a:off x="10694192" y="-4086712"/>
                <a:ext cx="256413" cy="191652"/>
              </a:xfrm>
              <a:custGeom>
                <a:rect b="b" l="l" r="r" t="t"/>
                <a:pathLst>
                  <a:path extrusionOk="0" h="191652" w="256413">
                    <a:moveTo>
                      <a:pt x="256350" y="0"/>
                    </a:moveTo>
                    <a:lnTo>
                      <a:pt x="200724" y="0"/>
                    </a:lnTo>
                    <a:lnTo>
                      <a:pt x="55563" y="0"/>
                    </a:lnTo>
                    <a:lnTo>
                      <a:pt x="0" y="0"/>
                    </a:lnTo>
                    <a:lnTo>
                      <a:pt x="0" y="43243"/>
                    </a:lnTo>
                    <a:lnTo>
                      <a:pt x="55245" y="60389"/>
                    </a:lnTo>
                    <a:lnTo>
                      <a:pt x="55245" y="153035"/>
                    </a:lnTo>
                    <a:cubicBezTo>
                      <a:pt x="55245" y="193294"/>
                      <a:pt x="87884" y="191643"/>
                      <a:pt x="128207" y="191643"/>
                    </a:cubicBezTo>
                    <a:cubicBezTo>
                      <a:pt x="168466" y="191643"/>
                      <a:pt x="201168" y="193294"/>
                      <a:pt x="201168" y="153035"/>
                    </a:cubicBezTo>
                    <a:lnTo>
                      <a:pt x="201168" y="60389"/>
                    </a:lnTo>
                    <a:lnTo>
                      <a:pt x="256413" y="43243"/>
                    </a:lnTo>
                    <a:lnTo>
                      <a:pt x="256413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9" name="Google Shape;799;p31"/>
              <p:cNvSpPr/>
              <p:nvPr/>
            </p:nvSpPr>
            <p:spPr>
              <a:xfrm>
                <a:off x="10766582" y="-4069185"/>
                <a:ext cx="111633" cy="152717"/>
              </a:xfrm>
              <a:custGeom>
                <a:rect b="b" l="l" r="r" t="t"/>
                <a:pathLst>
                  <a:path extrusionOk="0" h="152717" w="111633">
                    <a:moveTo>
                      <a:pt x="190" y="0"/>
                    </a:moveTo>
                    <a:cubicBezTo>
                      <a:pt x="64" y="1333"/>
                      <a:pt x="0" y="2604"/>
                      <a:pt x="0" y="3937"/>
                    </a:cubicBezTo>
                    <a:lnTo>
                      <a:pt x="0" y="96901"/>
                    </a:lnTo>
                    <a:cubicBezTo>
                      <a:pt x="0" y="127698"/>
                      <a:pt x="24956" y="152717"/>
                      <a:pt x="55817" y="152717"/>
                    </a:cubicBezTo>
                    <a:cubicBezTo>
                      <a:pt x="86614" y="152717"/>
                      <a:pt x="111633" y="127762"/>
                      <a:pt x="111633" y="96901"/>
                    </a:cubicBezTo>
                    <a:lnTo>
                      <a:pt x="111633" y="3937"/>
                    </a:lnTo>
                    <a:cubicBezTo>
                      <a:pt x="111633" y="2604"/>
                      <a:pt x="111506" y="1333"/>
                      <a:pt x="111443" y="0"/>
                    </a:cubicBezTo>
                    <a:lnTo>
                      <a:pt x="19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0" name="Google Shape;800;p31"/>
              <p:cNvSpPr/>
              <p:nvPr/>
            </p:nvSpPr>
            <p:spPr>
              <a:xfrm>
                <a:off x="10785950" y="-4005241"/>
                <a:ext cx="72834" cy="63055"/>
              </a:xfrm>
              <a:custGeom>
                <a:rect b="b" l="l" r="r" t="t"/>
                <a:pathLst>
                  <a:path extrusionOk="0" h="63055" w="72834">
                    <a:moveTo>
                      <a:pt x="54610" y="0"/>
                    </a:moveTo>
                    <a:lnTo>
                      <a:pt x="18225" y="0"/>
                    </a:lnTo>
                    <a:lnTo>
                      <a:pt x="0" y="31560"/>
                    </a:lnTo>
                    <a:lnTo>
                      <a:pt x="18225" y="63055"/>
                    </a:lnTo>
                    <a:lnTo>
                      <a:pt x="54610" y="63055"/>
                    </a:lnTo>
                    <a:lnTo>
                      <a:pt x="72835" y="31560"/>
                    </a:lnTo>
                    <a:lnTo>
                      <a:pt x="54610" y="0"/>
                    </a:lnTo>
                    <a:close/>
                    <a:moveTo>
                      <a:pt x="36449" y="47625"/>
                    </a:moveTo>
                    <a:cubicBezTo>
                      <a:pt x="27559" y="47625"/>
                      <a:pt x="20383" y="40386"/>
                      <a:pt x="20383" y="31560"/>
                    </a:cubicBezTo>
                    <a:cubicBezTo>
                      <a:pt x="20383" y="22669"/>
                      <a:pt x="27622" y="15494"/>
                      <a:pt x="36449" y="15494"/>
                    </a:cubicBezTo>
                    <a:cubicBezTo>
                      <a:pt x="45339" y="15494"/>
                      <a:pt x="52514" y="22733"/>
                      <a:pt x="52514" y="31560"/>
                    </a:cubicBezTo>
                    <a:cubicBezTo>
                      <a:pt x="52514" y="40386"/>
                      <a:pt x="45275" y="47625"/>
                      <a:pt x="36449" y="47625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1" name="Google Shape;801;p31"/>
              <p:cNvSpPr/>
              <p:nvPr/>
            </p:nvSpPr>
            <p:spPr>
              <a:xfrm>
                <a:off x="10484515" y="-4167610"/>
                <a:ext cx="136270" cy="208089"/>
              </a:xfrm>
              <a:custGeom>
                <a:rect b="b" l="l" r="r" t="t"/>
                <a:pathLst>
                  <a:path extrusionOk="0" h="208089" w="136270">
                    <a:moveTo>
                      <a:pt x="68136" y="0"/>
                    </a:moveTo>
                    <a:cubicBezTo>
                      <a:pt x="30544" y="0"/>
                      <a:pt x="0" y="8763"/>
                      <a:pt x="0" y="40767"/>
                    </a:cubicBezTo>
                    <a:lnTo>
                      <a:pt x="0" y="167323"/>
                    </a:lnTo>
                    <a:cubicBezTo>
                      <a:pt x="0" y="199326"/>
                      <a:pt x="30544" y="208089"/>
                      <a:pt x="68136" y="208089"/>
                    </a:cubicBezTo>
                    <a:cubicBezTo>
                      <a:pt x="79883" y="208089"/>
                      <a:pt x="90932" y="207264"/>
                      <a:pt x="100647" y="205105"/>
                    </a:cubicBezTo>
                    <a:cubicBezTo>
                      <a:pt x="106426" y="203835"/>
                      <a:pt x="111697" y="202057"/>
                      <a:pt x="116332" y="199708"/>
                    </a:cubicBezTo>
                    <a:lnTo>
                      <a:pt x="116332" y="199708"/>
                    </a:lnTo>
                    <a:cubicBezTo>
                      <a:pt x="128651" y="193548"/>
                      <a:pt x="136271" y="183324"/>
                      <a:pt x="136271" y="167323"/>
                    </a:cubicBezTo>
                    <a:lnTo>
                      <a:pt x="136271" y="40767"/>
                    </a:lnTo>
                    <a:cubicBezTo>
                      <a:pt x="136271" y="8763"/>
                      <a:pt x="105791" y="0"/>
                      <a:pt x="6813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2" name="Google Shape;802;p31"/>
              <p:cNvSpPr/>
              <p:nvPr/>
            </p:nvSpPr>
            <p:spPr>
              <a:xfrm>
                <a:off x="11023947" y="-4167674"/>
                <a:ext cx="136270" cy="208089"/>
              </a:xfrm>
              <a:custGeom>
                <a:rect b="b" l="l" r="r" t="t"/>
                <a:pathLst>
                  <a:path extrusionOk="0" h="208089" w="136270">
                    <a:moveTo>
                      <a:pt x="116332" y="8446"/>
                    </a:moveTo>
                    <a:lnTo>
                      <a:pt x="116332" y="8446"/>
                    </a:lnTo>
                    <a:cubicBezTo>
                      <a:pt x="114554" y="7557"/>
                      <a:pt x="112713" y="6795"/>
                      <a:pt x="110744" y="6033"/>
                    </a:cubicBezTo>
                    <a:cubicBezTo>
                      <a:pt x="99060" y="1651"/>
                      <a:pt x="84264" y="0"/>
                      <a:pt x="68136" y="0"/>
                    </a:cubicBezTo>
                    <a:cubicBezTo>
                      <a:pt x="30480" y="0"/>
                      <a:pt x="0" y="8763"/>
                      <a:pt x="0" y="40767"/>
                    </a:cubicBezTo>
                    <a:lnTo>
                      <a:pt x="0" y="167323"/>
                    </a:lnTo>
                    <a:cubicBezTo>
                      <a:pt x="0" y="199327"/>
                      <a:pt x="30480" y="208090"/>
                      <a:pt x="68136" y="208090"/>
                    </a:cubicBezTo>
                    <a:cubicBezTo>
                      <a:pt x="80645" y="208090"/>
                      <a:pt x="92329" y="207074"/>
                      <a:pt x="102425" y="204597"/>
                    </a:cubicBezTo>
                    <a:cubicBezTo>
                      <a:pt x="107506" y="203327"/>
                      <a:pt x="112205" y="201740"/>
                      <a:pt x="116332" y="199708"/>
                    </a:cubicBezTo>
                    <a:lnTo>
                      <a:pt x="116332" y="199708"/>
                    </a:lnTo>
                    <a:cubicBezTo>
                      <a:pt x="128651" y="193485"/>
                      <a:pt x="136271" y="183324"/>
                      <a:pt x="136271" y="167323"/>
                    </a:cubicBezTo>
                    <a:lnTo>
                      <a:pt x="136271" y="40767"/>
                    </a:lnTo>
                    <a:cubicBezTo>
                      <a:pt x="136271" y="24829"/>
                      <a:pt x="128651" y="14668"/>
                      <a:pt x="116332" y="844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803" name="Google Shape;803;p3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7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p32"/>
          <p:cNvSpPr/>
          <p:nvPr/>
        </p:nvSpPr>
        <p:spPr>
          <a:xfrm>
            <a:off x="1045601" y="2220000"/>
            <a:ext cx="1678500" cy="152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9" name="Google Shape;809;p32"/>
          <p:cNvSpPr/>
          <p:nvPr/>
        </p:nvSpPr>
        <p:spPr>
          <a:xfrm>
            <a:off x="2724148" y="2220000"/>
            <a:ext cx="1678500" cy="152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0" name="Google Shape;810;p32"/>
          <p:cNvSpPr/>
          <p:nvPr/>
        </p:nvSpPr>
        <p:spPr>
          <a:xfrm>
            <a:off x="4402670" y="2220000"/>
            <a:ext cx="1678500" cy="152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1" name="Google Shape;811;p32"/>
          <p:cNvSpPr/>
          <p:nvPr/>
        </p:nvSpPr>
        <p:spPr>
          <a:xfrm>
            <a:off x="6081205" y="2220000"/>
            <a:ext cx="1678500" cy="152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12" name="Google Shape;812;p32"/>
          <p:cNvCxnSpPr>
            <a:stCxn id="808" idx="0"/>
            <a:endCxn id="813" idx="2"/>
          </p:cNvCxnSpPr>
          <p:nvPr/>
        </p:nvCxnSpPr>
        <p:spPr>
          <a:xfrm rot="10800000">
            <a:off x="1884851" y="1989000"/>
            <a:ext cx="0" cy="231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813" name="Google Shape;813;p32"/>
          <p:cNvSpPr txBox="1"/>
          <p:nvPr/>
        </p:nvSpPr>
        <p:spPr>
          <a:xfrm flipH="1">
            <a:off x="560700" y="1496525"/>
            <a:ext cx="2648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n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Numeric Feature Refinement</a:t>
            </a:r>
            <a:endParaRPr sz="2100">
              <a:solidFill>
                <a:schemeClr val="dk1"/>
              </a:solidFill>
              <a:latin typeface="Barlow SemiBold"/>
              <a:ea typeface="Barlow SemiBold"/>
              <a:cs typeface="Barlow SemiBold"/>
              <a:sym typeface="Barlow SemiBold"/>
            </a:endParaRPr>
          </a:p>
        </p:txBody>
      </p:sp>
      <p:sp>
        <p:nvSpPr>
          <p:cNvPr id="814" name="Google Shape;814;p32"/>
          <p:cNvSpPr txBox="1"/>
          <p:nvPr/>
        </p:nvSpPr>
        <p:spPr>
          <a:xfrm flipH="1">
            <a:off x="740700" y="328075"/>
            <a:ext cx="2381400" cy="1351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Cleaned and standardized continuous variables that influence pricing</a:t>
            </a:r>
            <a:endParaRPr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815" name="Google Shape;815;p32"/>
          <p:cNvSpPr txBox="1"/>
          <p:nvPr/>
        </p:nvSpPr>
        <p:spPr>
          <a:xfrm flipH="1">
            <a:off x="2237100" y="2595925"/>
            <a:ext cx="2651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Categorical Feature Encoding</a:t>
            </a:r>
            <a:endParaRPr sz="2000">
              <a:solidFill>
                <a:schemeClr val="dk1"/>
              </a:solidFill>
              <a:latin typeface="Barlow SemiBold"/>
              <a:ea typeface="Barlow SemiBold"/>
              <a:cs typeface="Barlow SemiBold"/>
              <a:sym typeface="Barlow SemiBold"/>
            </a:endParaRPr>
          </a:p>
        </p:txBody>
      </p:sp>
      <p:sp>
        <p:nvSpPr>
          <p:cNvPr id="816" name="Google Shape;816;p32"/>
          <p:cNvSpPr txBox="1"/>
          <p:nvPr/>
        </p:nvSpPr>
        <p:spPr>
          <a:xfrm flipH="1">
            <a:off x="2234234" y="3038425"/>
            <a:ext cx="2651700" cy="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Converted qualitative attributes into model-friendly vectors</a:t>
            </a:r>
            <a:endParaRPr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cxnSp>
        <p:nvCxnSpPr>
          <p:cNvPr id="817" name="Google Shape;817;p32"/>
          <p:cNvCxnSpPr>
            <a:stCxn id="815" idx="0"/>
            <a:endCxn id="809" idx="2"/>
          </p:cNvCxnSpPr>
          <p:nvPr/>
        </p:nvCxnSpPr>
        <p:spPr>
          <a:xfrm flipH="1" rot="10800000">
            <a:off x="3562950" y="2372125"/>
            <a:ext cx="300" cy="22380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818" name="Google Shape;818;p32"/>
          <p:cNvSpPr txBox="1"/>
          <p:nvPr/>
        </p:nvSpPr>
        <p:spPr>
          <a:xfrm flipH="1">
            <a:off x="3917725" y="1496525"/>
            <a:ext cx="2648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Target Variable Transformation</a:t>
            </a:r>
            <a:endParaRPr sz="2000">
              <a:solidFill>
                <a:schemeClr val="dk1"/>
              </a:solidFill>
              <a:latin typeface="Barlow SemiBold"/>
              <a:ea typeface="Barlow SemiBold"/>
              <a:cs typeface="Barlow SemiBold"/>
              <a:sym typeface="Barlow SemiBold"/>
            </a:endParaRPr>
          </a:p>
        </p:txBody>
      </p:sp>
      <p:sp>
        <p:nvSpPr>
          <p:cNvPr id="819" name="Google Shape;819;p32"/>
          <p:cNvSpPr txBox="1"/>
          <p:nvPr/>
        </p:nvSpPr>
        <p:spPr>
          <a:xfrm flipH="1">
            <a:off x="3515458" y="211825"/>
            <a:ext cx="3310800" cy="1351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Applied log(price) to address right-skewed distribution.</a:t>
            </a:r>
            <a:endParaRPr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Stabilizes variance and improves model regression performance.</a:t>
            </a:r>
            <a:endParaRPr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820" name="Google Shape;820;p32"/>
          <p:cNvSpPr txBox="1"/>
          <p:nvPr/>
        </p:nvSpPr>
        <p:spPr>
          <a:xfrm flipH="1">
            <a:off x="5596250" y="2595925"/>
            <a:ext cx="2648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Final Feature Vector Assembly</a:t>
            </a:r>
            <a:endParaRPr sz="2000">
              <a:solidFill>
                <a:schemeClr val="dk1"/>
              </a:solidFill>
              <a:latin typeface="Barlow SemiBold"/>
              <a:ea typeface="Barlow SemiBold"/>
              <a:cs typeface="Barlow SemiBold"/>
              <a:sym typeface="Barlow SemiBold"/>
            </a:endParaRPr>
          </a:p>
        </p:txBody>
      </p:sp>
      <p:sp>
        <p:nvSpPr>
          <p:cNvPr id="821" name="Google Shape;821;p32"/>
          <p:cNvSpPr txBox="1"/>
          <p:nvPr/>
        </p:nvSpPr>
        <p:spPr>
          <a:xfrm flipH="1">
            <a:off x="5596400" y="3038425"/>
            <a:ext cx="3113700" cy="11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All numeric + encoded categorical features were combined using VectorAssembler</a:t>
            </a:r>
            <a:endParaRPr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cxnSp>
        <p:nvCxnSpPr>
          <p:cNvPr id="822" name="Google Shape;822;p32"/>
          <p:cNvCxnSpPr>
            <a:stCxn id="810" idx="0"/>
            <a:endCxn id="818" idx="2"/>
          </p:cNvCxnSpPr>
          <p:nvPr/>
        </p:nvCxnSpPr>
        <p:spPr>
          <a:xfrm rot="10800000">
            <a:off x="5241920" y="1989000"/>
            <a:ext cx="0" cy="2310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823" name="Google Shape;823;p32"/>
          <p:cNvCxnSpPr>
            <a:stCxn id="820" idx="0"/>
            <a:endCxn id="811" idx="2"/>
          </p:cNvCxnSpPr>
          <p:nvPr/>
        </p:nvCxnSpPr>
        <p:spPr>
          <a:xfrm rot="10800000">
            <a:off x="6920450" y="2372125"/>
            <a:ext cx="0" cy="2238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824" name="Google Shape;824;p32"/>
          <p:cNvSpPr txBox="1"/>
          <p:nvPr/>
        </p:nvSpPr>
        <p:spPr>
          <a:xfrm flipH="1">
            <a:off x="967159" y="3857575"/>
            <a:ext cx="7141800" cy="12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Why These Features Matter</a:t>
            </a:r>
            <a:endParaRPr b="1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Captures location, host behavior, demand, and property characteristics.</a:t>
            </a:r>
            <a:endParaRPr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Creates comparable patterns between LA vs NY for modeling and interpretation.</a:t>
            </a:r>
            <a:endParaRPr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Directly supports cross-city feature importance comparison.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825" name="Google Shape;825;p3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33"/>
          <p:cNvSpPr/>
          <p:nvPr/>
        </p:nvSpPr>
        <p:spPr>
          <a:xfrm>
            <a:off x="1533000" y="2331250"/>
            <a:ext cx="6078000" cy="1199100"/>
          </a:xfrm>
          <a:prstGeom prst="roundRect">
            <a:avLst>
              <a:gd fmla="val 5000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831" name="Google Shape;831;p33"/>
          <p:cNvSpPr txBox="1"/>
          <p:nvPr>
            <p:ph type="title"/>
          </p:nvPr>
        </p:nvSpPr>
        <p:spPr>
          <a:xfrm>
            <a:off x="2276400" y="2445562"/>
            <a:ext cx="4591200" cy="97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3800"/>
              <a:t>Modeling </a:t>
            </a:r>
            <a:endParaRPr sz="3800"/>
          </a:p>
        </p:txBody>
      </p:sp>
      <p:grpSp>
        <p:nvGrpSpPr>
          <p:cNvPr id="832" name="Google Shape;832;p33"/>
          <p:cNvGrpSpPr/>
          <p:nvPr/>
        </p:nvGrpSpPr>
        <p:grpSpPr>
          <a:xfrm>
            <a:off x="2364830" y="593114"/>
            <a:ext cx="4893182" cy="1285354"/>
            <a:chOff x="2364830" y="649739"/>
            <a:chExt cx="4893182" cy="1285354"/>
          </a:xfrm>
        </p:grpSpPr>
        <p:grpSp>
          <p:nvGrpSpPr>
            <p:cNvPr id="833" name="Google Shape;833;p33"/>
            <p:cNvGrpSpPr/>
            <p:nvPr/>
          </p:nvGrpSpPr>
          <p:grpSpPr>
            <a:xfrm>
              <a:off x="2994562" y="1641103"/>
              <a:ext cx="730250" cy="206375"/>
              <a:chOff x="8640762" y="5785103"/>
              <a:chExt cx="730250" cy="206375"/>
            </a:xfrm>
          </p:grpSpPr>
          <p:sp>
            <p:nvSpPr>
              <p:cNvPr id="834" name="Google Shape;834;p33"/>
              <p:cNvSpPr/>
              <p:nvPr/>
            </p:nvSpPr>
            <p:spPr>
              <a:xfrm>
                <a:off x="8799512" y="5785103"/>
                <a:ext cx="412750" cy="206375"/>
              </a:xfrm>
              <a:custGeom>
                <a:rect b="b" l="l" r="r" t="t"/>
                <a:pathLst>
                  <a:path extrusionOk="0" h="206375" w="412750">
                    <a:moveTo>
                      <a:pt x="0" y="206375"/>
                    </a:moveTo>
                    <a:cubicBezTo>
                      <a:pt x="0" y="92393"/>
                      <a:pt x="92393" y="0"/>
                      <a:pt x="206375" y="0"/>
                    </a:cubicBezTo>
                    <a:cubicBezTo>
                      <a:pt x="320357" y="0"/>
                      <a:pt x="412750" y="92393"/>
                      <a:pt x="412750" y="206375"/>
                    </a:cubicBezTo>
                    <a:lnTo>
                      <a:pt x="0" y="206375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5" name="Google Shape;835;p33"/>
              <p:cNvSpPr/>
              <p:nvPr/>
            </p:nvSpPr>
            <p:spPr>
              <a:xfrm>
                <a:off x="8640762" y="5880353"/>
                <a:ext cx="222250" cy="111125"/>
              </a:xfrm>
              <a:custGeom>
                <a:rect b="b" l="l" r="r" t="t"/>
                <a:pathLst>
                  <a:path extrusionOk="0" h="111125" w="222250">
                    <a:moveTo>
                      <a:pt x="0" y="111125"/>
                    </a:moveTo>
                    <a:cubicBezTo>
                      <a:pt x="0" y="49784"/>
                      <a:pt x="49784" y="0"/>
                      <a:pt x="111125" y="0"/>
                    </a:cubicBezTo>
                    <a:cubicBezTo>
                      <a:pt x="172466" y="0"/>
                      <a:pt x="222250" y="49784"/>
                      <a:pt x="222250" y="111125"/>
                    </a:cubicBezTo>
                    <a:lnTo>
                      <a:pt x="0" y="111125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6" name="Google Shape;836;p33"/>
              <p:cNvSpPr/>
              <p:nvPr/>
            </p:nvSpPr>
            <p:spPr>
              <a:xfrm>
                <a:off x="9148762" y="5880353"/>
                <a:ext cx="222250" cy="111125"/>
              </a:xfrm>
              <a:custGeom>
                <a:rect b="b" l="l" r="r" t="t"/>
                <a:pathLst>
                  <a:path extrusionOk="0" h="111125" w="222250">
                    <a:moveTo>
                      <a:pt x="0" y="111125"/>
                    </a:moveTo>
                    <a:cubicBezTo>
                      <a:pt x="0" y="49784"/>
                      <a:pt x="49784" y="0"/>
                      <a:pt x="111125" y="0"/>
                    </a:cubicBezTo>
                    <a:cubicBezTo>
                      <a:pt x="172466" y="0"/>
                      <a:pt x="222250" y="49784"/>
                      <a:pt x="222250" y="111125"/>
                    </a:cubicBezTo>
                    <a:lnTo>
                      <a:pt x="0" y="111125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37" name="Google Shape;837;p33"/>
            <p:cNvGrpSpPr/>
            <p:nvPr/>
          </p:nvGrpSpPr>
          <p:grpSpPr>
            <a:xfrm>
              <a:off x="6686512" y="1179542"/>
              <a:ext cx="571500" cy="133350"/>
              <a:chOff x="8990012" y="6086729"/>
              <a:chExt cx="571500" cy="133350"/>
            </a:xfrm>
          </p:grpSpPr>
          <p:sp>
            <p:nvSpPr>
              <p:cNvPr id="838" name="Google Shape;838;p33"/>
              <p:cNvSpPr/>
              <p:nvPr/>
            </p:nvSpPr>
            <p:spPr>
              <a:xfrm>
                <a:off x="8990012" y="6201029"/>
                <a:ext cx="381000" cy="19050"/>
              </a:xfrm>
              <a:custGeom>
                <a:rect b="b" l="l" r="r" t="t"/>
                <a:pathLst>
                  <a:path extrusionOk="0" h="19050" w="381000">
                    <a:moveTo>
                      <a:pt x="0" y="0"/>
                    </a:moveTo>
                    <a:lnTo>
                      <a:pt x="381000" y="0"/>
                    </a:lnTo>
                    <a:lnTo>
                      <a:pt x="381000" y="19050"/>
                    </a:lnTo>
                    <a:lnTo>
                      <a:pt x="0" y="1905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9" name="Google Shape;839;p33"/>
              <p:cNvSpPr/>
              <p:nvPr/>
            </p:nvSpPr>
            <p:spPr>
              <a:xfrm>
                <a:off x="9180512" y="6086729"/>
                <a:ext cx="381000" cy="19050"/>
              </a:xfrm>
              <a:custGeom>
                <a:rect b="b" l="l" r="r" t="t"/>
                <a:pathLst>
                  <a:path extrusionOk="0" h="19050" w="381000">
                    <a:moveTo>
                      <a:pt x="0" y="0"/>
                    </a:moveTo>
                    <a:lnTo>
                      <a:pt x="381000" y="0"/>
                    </a:lnTo>
                    <a:lnTo>
                      <a:pt x="381000" y="19050"/>
                    </a:lnTo>
                    <a:lnTo>
                      <a:pt x="0" y="1905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40" name="Google Shape;840;p33"/>
            <p:cNvGrpSpPr/>
            <p:nvPr/>
          </p:nvGrpSpPr>
          <p:grpSpPr>
            <a:xfrm>
              <a:off x="5527105" y="901386"/>
              <a:ext cx="730250" cy="206375"/>
              <a:chOff x="10448480" y="3783774"/>
              <a:chExt cx="730250" cy="206375"/>
            </a:xfrm>
          </p:grpSpPr>
          <p:sp>
            <p:nvSpPr>
              <p:cNvPr id="841" name="Google Shape;841;p33"/>
              <p:cNvSpPr/>
              <p:nvPr/>
            </p:nvSpPr>
            <p:spPr>
              <a:xfrm>
                <a:off x="10607230" y="3783774"/>
                <a:ext cx="412750" cy="206375"/>
              </a:xfrm>
              <a:custGeom>
                <a:rect b="b" l="l" r="r" t="t"/>
                <a:pathLst>
                  <a:path extrusionOk="0" h="206375" w="412750">
                    <a:moveTo>
                      <a:pt x="0" y="206375"/>
                    </a:moveTo>
                    <a:cubicBezTo>
                      <a:pt x="0" y="92392"/>
                      <a:pt x="92392" y="0"/>
                      <a:pt x="206375" y="0"/>
                    </a:cubicBezTo>
                    <a:cubicBezTo>
                      <a:pt x="320357" y="0"/>
                      <a:pt x="412750" y="92392"/>
                      <a:pt x="412750" y="206375"/>
                    </a:cubicBezTo>
                    <a:lnTo>
                      <a:pt x="0" y="206375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2" name="Google Shape;842;p33"/>
              <p:cNvSpPr/>
              <p:nvPr/>
            </p:nvSpPr>
            <p:spPr>
              <a:xfrm>
                <a:off x="10448480" y="3879024"/>
                <a:ext cx="222250" cy="111125"/>
              </a:xfrm>
              <a:custGeom>
                <a:rect b="b" l="l" r="r" t="t"/>
                <a:pathLst>
                  <a:path extrusionOk="0" h="111125" w="222250">
                    <a:moveTo>
                      <a:pt x="0" y="111125"/>
                    </a:moveTo>
                    <a:cubicBezTo>
                      <a:pt x="0" y="49784"/>
                      <a:pt x="49784" y="0"/>
                      <a:pt x="111125" y="0"/>
                    </a:cubicBezTo>
                    <a:cubicBezTo>
                      <a:pt x="172529" y="0"/>
                      <a:pt x="222250" y="49784"/>
                      <a:pt x="222250" y="111125"/>
                    </a:cubicBezTo>
                    <a:lnTo>
                      <a:pt x="0" y="111125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3" name="Google Shape;843;p33"/>
              <p:cNvSpPr/>
              <p:nvPr/>
            </p:nvSpPr>
            <p:spPr>
              <a:xfrm>
                <a:off x="10956480" y="3879024"/>
                <a:ext cx="222250" cy="111125"/>
              </a:xfrm>
              <a:custGeom>
                <a:rect b="b" l="l" r="r" t="t"/>
                <a:pathLst>
                  <a:path extrusionOk="0" h="111125" w="222250">
                    <a:moveTo>
                      <a:pt x="0" y="111125"/>
                    </a:moveTo>
                    <a:cubicBezTo>
                      <a:pt x="0" y="49784"/>
                      <a:pt x="49784" y="0"/>
                      <a:pt x="111125" y="0"/>
                    </a:cubicBezTo>
                    <a:cubicBezTo>
                      <a:pt x="172529" y="0"/>
                      <a:pt x="222250" y="49784"/>
                      <a:pt x="222250" y="111125"/>
                    </a:cubicBezTo>
                    <a:lnTo>
                      <a:pt x="0" y="111125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44" name="Google Shape;844;p33"/>
            <p:cNvSpPr/>
            <p:nvPr/>
          </p:nvSpPr>
          <p:spPr>
            <a:xfrm>
              <a:off x="2364830" y="1378137"/>
              <a:ext cx="190500" cy="19050"/>
            </a:xfrm>
            <a:custGeom>
              <a:rect b="b" l="l" r="r" t="t"/>
              <a:pathLst>
                <a:path extrusionOk="0" h="19050" w="190500">
                  <a:moveTo>
                    <a:pt x="0" y="0"/>
                  </a:moveTo>
                  <a:lnTo>
                    <a:pt x="190500" y="0"/>
                  </a:lnTo>
                  <a:lnTo>
                    <a:pt x="1905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45" name="Google Shape;845;p33"/>
            <p:cNvGrpSpPr/>
            <p:nvPr/>
          </p:nvGrpSpPr>
          <p:grpSpPr>
            <a:xfrm>
              <a:off x="6359155" y="1563190"/>
              <a:ext cx="381000" cy="111125"/>
              <a:chOff x="10448480" y="5673978"/>
              <a:chExt cx="381000" cy="111125"/>
            </a:xfrm>
          </p:grpSpPr>
          <p:sp>
            <p:nvSpPr>
              <p:cNvPr id="846" name="Google Shape;846;p33"/>
              <p:cNvSpPr/>
              <p:nvPr/>
            </p:nvSpPr>
            <p:spPr>
              <a:xfrm>
                <a:off x="10607230" y="5673978"/>
                <a:ext cx="222250" cy="111125"/>
              </a:xfrm>
              <a:custGeom>
                <a:rect b="b" l="l" r="r" t="t"/>
                <a:pathLst>
                  <a:path extrusionOk="0" h="111125" w="222250">
                    <a:moveTo>
                      <a:pt x="0" y="111125"/>
                    </a:moveTo>
                    <a:cubicBezTo>
                      <a:pt x="0" y="49784"/>
                      <a:pt x="49784" y="0"/>
                      <a:pt x="111125" y="0"/>
                    </a:cubicBezTo>
                    <a:cubicBezTo>
                      <a:pt x="172529" y="0"/>
                      <a:pt x="222250" y="49784"/>
                      <a:pt x="222250" y="111125"/>
                    </a:cubicBezTo>
                    <a:lnTo>
                      <a:pt x="0" y="111125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7" name="Google Shape;847;p33"/>
              <p:cNvSpPr/>
              <p:nvPr/>
            </p:nvSpPr>
            <p:spPr>
              <a:xfrm>
                <a:off x="10448480" y="5673978"/>
                <a:ext cx="222250" cy="111125"/>
              </a:xfrm>
              <a:custGeom>
                <a:rect b="b" l="l" r="r" t="t"/>
                <a:pathLst>
                  <a:path extrusionOk="0" h="111125" w="222250">
                    <a:moveTo>
                      <a:pt x="0" y="111125"/>
                    </a:moveTo>
                    <a:cubicBezTo>
                      <a:pt x="0" y="49784"/>
                      <a:pt x="49784" y="0"/>
                      <a:pt x="111125" y="0"/>
                    </a:cubicBezTo>
                    <a:cubicBezTo>
                      <a:pt x="172529" y="0"/>
                      <a:pt x="222250" y="49784"/>
                      <a:pt x="222250" y="111125"/>
                    </a:cubicBezTo>
                    <a:lnTo>
                      <a:pt x="0" y="111125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48" name="Google Shape;848;p33"/>
            <p:cNvSpPr/>
            <p:nvPr/>
          </p:nvSpPr>
          <p:spPr>
            <a:xfrm>
              <a:off x="2412455" y="1492437"/>
              <a:ext cx="190500" cy="19050"/>
            </a:xfrm>
            <a:custGeom>
              <a:rect b="b" l="l" r="r" t="t"/>
              <a:pathLst>
                <a:path extrusionOk="0" h="19050" w="190500">
                  <a:moveTo>
                    <a:pt x="0" y="0"/>
                  </a:moveTo>
                  <a:lnTo>
                    <a:pt x="190500" y="0"/>
                  </a:lnTo>
                  <a:lnTo>
                    <a:pt x="1905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9" name="Google Shape;849;p33"/>
            <p:cNvSpPr/>
            <p:nvPr/>
          </p:nvSpPr>
          <p:spPr>
            <a:xfrm>
              <a:off x="2637696" y="1131905"/>
              <a:ext cx="190500" cy="19050"/>
            </a:xfrm>
            <a:custGeom>
              <a:rect b="b" l="l" r="r" t="t"/>
              <a:pathLst>
                <a:path extrusionOk="0" h="19050" w="190500">
                  <a:moveTo>
                    <a:pt x="0" y="0"/>
                  </a:moveTo>
                  <a:lnTo>
                    <a:pt x="190500" y="0"/>
                  </a:lnTo>
                  <a:lnTo>
                    <a:pt x="1905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50" name="Google Shape;850;p33"/>
            <p:cNvGrpSpPr/>
            <p:nvPr/>
          </p:nvGrpSpPr>
          <p:grpSpPr>
            <a:xfrm flipH="1">
              <a:off x="3837756" y="649739"/>
              <a:ext cx="1515879" cy="1285354"/>
              <a:chOff x="5024310" y="2167559"/>
              <a:chExt cx="569494" cy="482907"/>
            </a:xfrm>
          </p:grpSpPr>
          <p:grpSp>
            <p:nvGrpSpPr>
              <p:cNvPr id="851" name="Google Shape;851;p33"/>
              <p:cNvGrpSpPr/>
              <p:nvPr/>
            </p:nvGrpSpPr>
            <p:grpSpPr>
              <a:xfrm>
                <a:off x="5024310" y="2167559"/>
                <a:ext cx="569494" cy="482907"/>
                <a:chOff x="5024310" y="2167559"/>
                <a:chExt cx="569494" cy="482907"/>
              </a:xfrm>
            </p:grpSpPr>
            <p:sp>
              <p:nvSpPr>
                <p:cNvPr id="852" name="Google Shape;852;p33"/>
                <p:cNvSpPr/>
                <p:nvPr/>
              </p:nvSpPr>
              <p:spPr>
                <a:xfrm>
                  <a:off x="5024310" y="2410967"/>
                  <a:ext cx="113538" cy="181546"/>
                </a:xfrm>
                <a:custGeom>
                  <a:rect b="b" l="l" r="r" t="t"/>
                  <a:pathLst>
                    <a:path extrusionOk="0" h="181546" w="113538">
                      <a:moveTo>
                        <a:pt x="49340" y="81788"/>
                      </a:moveTo>
                      <a:lnTo>
                        <a:pt x="0" y="9462"/>
                      </a:lnTo>
                      <a:lnTo>
                        <a:pt x="26797" y="0"/>
                      </a:lnTo>
                      <a:lnTo>
                        <a:pt x="113538" y="64770"/>
                      </a:lnTo>
                      <a:lnTo>
                        <a:pt x="106680" y="168846"/>
                      </a:lnTo>
                      <a:lnTo>
                        <a:pt x="78549" y="181546"/>
                      </a:lnTo>
                      <a:close/>
                    </a:path>
                  </a:pathLst>
                </a:custGeom>
                <a:solidFill>
                  <a:srgbClr val="FF9D2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53" name="Google Shape;853;p33"/>
                <p:cNvSpPr/>
                <p:nvPr/>
              </p:nvSpPr>
              <p:spPr>
                <a:xfrm>
                  <a:off x="5024310" y="2410967"/>
                  <a:ext cx="113538" cy="181546"/>
                </a:xfrm>
                <a:custGeom>
                  <a:rect b="b" l="l" r="r" t="t"/>
                  <a:pathLst>
                    <a:path extrusionOk="0" h="181546" w="113538">
                      <a:moveTo>
                        <a:pt x="49340" y="81788"/>
                      </a:moveTo>
                      <a:lnTo>
                        <a:pt x="0" y="9462"/>
                      </a:lnTo>
                      <a:lnTo>
                        <a:pt x="26797" y="0"/>
                      </a:lnTo>
                      <a:lnTo>
                        <a:pt x="113538" y="64770"/>
                      </a:lnTo>
                      <a:lnTo>
                        <a:pt x="106680" y="168846"/>
                      </a:lnTo>
                      <a:lnTo>
                        <a:pt x="78549" y="181546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54" name="Google Shape;854;p33"/>
                <p:cNvSpPr/>
                <p:nvPr/>
              </p:nvSpPr>
              <p:spPr>
                <a:xfrm>
                  <a:off x="5265229" y="2249445"/>
                  <a:ext cx="83099" cy="64938"/>
                </a:xfrm>
                <a:custGeom>
                  <a:rect b="b" l="l" r="r" t="t"/>
                  <a:pathLst>
                    <a:path extrusionOk="0" h="64938" w="83099">
                      <a:moveTo>
                        <a:pt x="81724" y="11408"/>
                      </a:moveTo>
                      <a:lnTo>
                        <a:pt x="77026" y="4042"/>
                      </a:lnTo>
                      <a:cubicBezTo>
                        <a:pt x="74422" y="-22"/>
                        <a:pt x="69024" y="-1229"/>
                        <a:pt x="64961" y="1375"/>
                      </a:cubicBezTo>
                      <a:lnTo>
                        <a:pt x="0" y="42904"/>
                      </a:lnTo>
                      <a:cubicBezTo>
                        <a:pt x="5017" y="50016"/>
                        <a:pt x="9779" y="57382"/>
                        <a:pt x="14161" y="64939"/>
                      </a:cubicBezTo>
                      <a:lnTo>
                        <a:pt x="79058" y="23473"/>
                      </a:lnTo>
                      <a:cubicBezTo>
                        <a:pt x="83122" y="20870"/>
                        <a:pt x="84328" y="15472"/>
                        <a:pt x="81724" y="11408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55" name="Google Shape;855;p33"/>
                <p:cNvSpPr/>
                <p:nvPr/>
              </p:nvSpPr>
              <p:spPr>
                <a:xfrm>
                  <a:off x="5196141" y="2191343"/>
                  <a:ext cx="83099" cy="64938"/>
                </a:xfrm>
                <a:custGeom>
                  <a:rect b="b" l="l" r="r" t="t"/>
                  <a:pathLst>
                    <a:path extrusionOk="0" h="64938" w="83099">
                      <a:moveTo>
                        <a:pt x="81724" y="11408"/>
                      </a:moveTo>
                      <a:lnTo>
                        <a:pt x="77026" y="4042"/>
                      </a:lnTo>
                      <a:cubicBezTo>
                        <a:pt x="74422" y="-22"/>
                        <a:pt x="69024" y="-1229"/>
                        <a:pt x="64961" y="1375"/>
                      </a:cubicBezTo>
                      <a:lnTo>
                        <a:pt x="0" y="42904"/>
                      </a:lnTo>
                      <a:cubicBezTo>
                        <a:pt x="5017" y="50016"/>
                        <a:pt x="9779" y="57382"/>
                        <a:pt x="14161" y="64939"/>
                      </a:cubicBezTo>
                      <a:lnTo>
                        <a:pt x="79058" y="23473"/>
                      </a:lnTo>
                      <a:cubicBezTo>
                        <a:pt x="83122" y="20870"/>
                        <a:pt x="84328" y="15472"/>
                        <a:pt x="81724" y="11408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56" name="Google Shape;856;p33"/>
                <p:cNvSpPr/>
                <p:nvPr/>
              </p:nvSpPr>
              <p:spPr>
                <a:xfrm>
                  <a:off x="5352732" y="2455228"/>
                  <a:ext cx="87344" cy="48956"/>
                </a:xfrm>
                <a:custGeom>
                  <a:rect b="b" l="l" r="r" t="t"/>
                  <a:pathLst>
                    <a:path extrusionOk="0" h="48956" w="87344">
                      <a:moveTo>
                        <a:pt x="84264" y="6031"/>
                      </a:moveTo>
                      <a:lnTo>
                        <a:pt x="86932" y="14350"/>
                      </a:lnTo>
                      <a:cubicBezTo>
                        <a:pt x="88392" y="18922"/>
                        <a:pt x="85852" y="23875"/>
                        <a:pt x="81280" y="25335"/>
                      </a:cubicBezTo>
                      <a:lnTo>
                        <a:pt x="7938" y="48957"/>
                      </a:lnTo>
                      <a:cubicBezTo>
                        <a:pt x="5652" y="40512"/>
                        <a:pt x="2984" y="32193"/>
                        <a:pt x="0" y="24001"/>
                      </a:cubicBezTo>
                      <a:lnTo>
                        <a:pt x="73279" y="443"/>
                      </a:lnTo>
                      <a:cubicBezTo>
                        <a:pt x="77851" y="-1081"/>
                        <a:pt x="82740" y="1459"/>
                        <a:pt x="84264" y="603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57" name="Google Shape;857;p33"/>
                <p:cNvSpPr/>
                <p:nvPr/>
              </p:nvSpPr>
              <p:spPr>
                <a:xfrm>
                  <a:off x="5353494" y="2545462"/>
                  <a:ext cx="87344" cy="48957"/>
                </a:xfrm>
                <a:custGeom>
                  <a:rect b="b" l="l" r="r" t="t"/>
                  <a:pathLst>
                    <a:path extrusionOk="0" h="48957" w="87344">
                      <a:moveTo>
                        <a:pt x="84265" y="6031"/>
                      </a:moveTo>
                      <a:lnTo>
                        <a:pt x="86932" y="14350"/>
                      </a:lnTo>
                      <a:cubicBezTo>
                        <a:pt x="88392" y="18922"/>
                        <a:pt x="85852" y="23875"/>
                        <a:pt x="81280" y="25335"/>
                      </a:cubicBezTo>
                      <a:lnTo>
                        <a:pt x="7938" y="48957"/>
                      </a:lnTo>
                      <a:cubicBezTo>
                        <a:pt x="5652" y="40512"/>
                        <a:pt x="2984" y="32193"/>
                        <a:pt x="0" y="24002"/>
                      </a:cubicBezTo>
                      <a:lnTo>
                        <a:pt x="73279" y="443"/>
                      </a:lnTo>
                      <a:cubicBezTo>
                        <a:pt x="77851" y="-1081"/>
                        <a:pt x="82804" y="1459"/>
                        <a:pt x="84265" y="603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58" name="Google Shape;858;p33"/>
                <p:cNvSpPr/>
                <p:nvPr/>
              </p:nvSpPr>
              <p:spPr>
                <a:xfrm>
                  <a:off x="5159933" y="2167559"/>
                  <a:ext cx="254772" cy="482907"/>
                </a:xfrm>
                <a:custGeom>
                  <a:rect b="b" l="l" r="r" t="t"/>
                  <a:pathLst>
                    <a:path extrusionOk="0" h="482907" w="254772">
                      <a:moveTo>
                        <a:pt x="249505" y="207340"/>
                      </a:moveTo>
                      <a:lnTo>
                        <a:pt x="228867" y="190894"/>
                      </a:lnTo>
                      <a:lnTo>
                        <a:pt x="229757" y="164605"/>
                      </a:lnTo>
                      <a:cubicBezTo>
                        <a:pt x="229757" y="164605"/>
                        <a:pt x="62942" y="838"/>
                        <a:pt x="23381" y="13"/>
                      </a:cubicBezTo>
                      <a:cubicBezTo>
                        <a:pt x="-16242" y="-749"/>
                        <a:pt x="6490" y="32779"/>
                        <a:pt x="6490" y="32779"/>
                      </a:cubicBezTo>
                      <a:lnTo>
                        <a:pt x="124346" y="216992"/>
                      </a:lnTo>
                      <a:lnTo>
                        <a:pt x="133998" y="234328"/>
                      </a:lnTo>
                      <a:lnTo>
                        <a:pt x="141872" y="255410"/>
                      </a:lnTo>
                      <a:lnTo>
                        <a:pt x="204991" y="462801"/>
                      </a:lnTo>
                      <a:cubicBezTo>
                        <a:pt x="204991" y="462801"/>
                        <a:pt x="215786" y="501790"/>
                        <a:pt x="240869" y="471183"/>
                      </a:cubicBezTo>
                      <a:cubicBezTo>
                        <a:pt x="265888" y="440512"/>
                        <a:pt x="249505" y="207340"/>
                        <a:pt x="249505" y="20734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59" name="Google Shape;859;p33"/>
                <p:cNvSpPr/>
                <p:nvPr/>
              </p:nvSpPr>
              <p:spPr>
                <a:xfrm>
                  <a:off x="5033490" y="2264417"/>
                  <a:ext cx="560314" cy="256064"/>
                </a:xfrm>
                <a:custGeom>
                  <a:rect b="b" l="l" r="r" t="t"/>
                  <a:pathLst>
                    <a:path extrusionOk="0" h="256064" w="560314">
                      <a:moveTo>
                        <a:pt x="66258" y="194684"/>
                      </a:moveTo>
                      <a:cubicBezTo>
                        <a:pt x="66258" y="194684"/>
                        <a:pt x="359311" y="54920"/>
                        <a:pt x="420398" y="24821"/>
                      </a:cubicBezTo>
                      <a:cubicBezTo>
                        <a:pt x="481485" y="-5278"/>
                        <a:pt x="543144" y="-9913"/>
                        <a:pt x="558574" y="21519"/>
                      </a:cubicBezTo>
                      <a:cubicBezTo>
                        <a:pt x="574005" y="53015"/>
                        <a:pt x="482564" y="95814"/>
                        <a:pt x="452719" y="107244"/>
                      </a:cubicBezTo>
                      <a:cubicBezTo>
                        <a:pt x="422875" y="118674"/>
                        <a:pt x="86388" y="245356"/>
                        <a:pt x="86388" y="245356"/>
                      </a:cubicBezTo>
                      <a:cubicBezTo>
                        <a:pt x="86388" y="245356"/>
                        <a:pt x="4028" y="269868"/>
                        <a:pt x="155" y="244722"/>
                      </a:cubicBezTo>
                      <a:cubicBezTo>
                        <a:pt x="-3718" y="219575"/>
                        <a:pt x="66258" y="194684"/>
                        <a:pt x="66258" y="194684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860" name="Google Shape;860;p33"/>
              <p:cNvSpPr/>
              <p:nvPr/>
            </p:nvSpPr>
            <p:spPr>
              <a:xfrm>
                <a:off x="5503862" y="2278931"/>
                <a:ext cx="45767" cy="55265"/>
              </a:xfrm>
              <a:custGeom>
                <a:rect b="b" l="l" r="r" t="t"/>
                <a:pathLst>
                  <a:path extrusionOk="0" h="55265" w="45767">
                    <a:moveTo>
                      <a:pt x="0" y="2878"/>
                    </a:moveTo>
                    <a:cubicBezTo>
                      <a:pt x="0" y="2878"/>
                      <a:pt x="20129" y="26817"/>
                      <a:pt x="24193" y="55265"/>
                    </a:cubicBezTo>
                    <a:cubicBezTo>
                      <a:pt x="24193" y="55265"/>
                      <a:pt x="53721" y="48471"/>
                      <a:pt x="43688" y="19197"/>
                    </a:cubicBezTo>
                    <a:cubicBezTo>
                      <a:pt x="33591" y="-10140"/>
                      <a:pt x="0" y="2878"/>
                      <a:pt x="0" y="2878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861" name="Google Shape;861;p3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5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p34"/>
          <p:cNvSpPr txBox="1"/>
          <p:nvPr>
            <p:ph type="title"/>
          </p:nvPr>
        </p:nvSpPr>
        <p:spPr>
          <a:xfrm>
            <a:off x="1023700" y="4287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latin typeface="Barlow"/>
                <a:ea typeface="Barlow"/>
                <a:cs typeface="Barlow"/>
                <a:sym typeface="Barlow"/>
              </a:rPr>
              <a:t>Modeling Approach</a:t>
            </a:r>
            <a:endParaRPr b="1"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867" name="Google Shape;867;p34"/>
          <p:cNvSpPr txBox="1"/>
          <p:nvPr/>
        </p:nvSpPr>
        <p:spPr>
          <a:xfrm>
            <a:off x="720025" y="903975"/>
            <a:ext cx="2994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 End-to-End PySpark ML Pipeline</a:t>
            </a:r>
            <a:endParaRPr sz="21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868" name="Google Shape;868;p34"/>
          <p:cNvSpPr txBox="1"/>
          <p:nvPr/>
        </p:nvSpPr>
        <p:spPr>
          <a:xfrm>
            <a:off x="354775" y="1388550"/>
            <a:ext cx="4270200" cy="17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Constructed a full machine learning workflow in PySpark</a:t>
            </a:r>
            <a:endParaRPr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Data cleaning → feature engineering → VectorAssembler → ML models</a:t>
            </a:r>
            <a:endParaRPr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Ensures consistency and scalability for both LA and NY datasets</a:t>
            </a:r>
            <a:endParaRPr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869" name="Google Shape;869;p34"/>
          <p:cNvSpPr txBox="1"/>
          <p:nvPr/>
        </p:nvSpPr>
        <p:spPr>
          <a:xfrm>
            <a:off x="776441" y="3300323"/>
            <a:ext cx="2576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Train/Test Split</a:t>
            </a:r>
            <a:endParaRPr sz="22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870" name="Google Shape;870;p34"/>
          <p:cNvSpPr txBox="1"/>
          <p:nvPr/>
        </p:nvSpPr>
        <p:spPr>
          <a:xfrm>
            <a:off x="268092" y="3689800"/>
            <a:ext cx="3819900" cy="11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80% training / 20% testing</a:t>
            </a:r>
            <a:endParaRPr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Fixed random seed for reproducibility</a:t>
            </a:r>
            <a:endParaRPr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Same split for both cities → ensures fair comparison</a:t>
            </a:r>
            <a:endParaRPr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871" name="Google Shape;871;p34"/>
          <p:cNvSpPr txBox="1"/>
          <p:nvPr/>
        </p:nvSpPr>
        <p:spPr>
          <a:xfrm>
            <a:off x="5611249" y="1187733"/>
            <a:ext cx="2576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Models Used</a:t>
            </a:r>
            <a:endParaRPr sz="22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872" name="Google Shape;872;p34"/>
          <p:cNvSpPr txBox="1"/>
          <p:nvPr/>
        </p:nvSpPr>
        <p:spPr>
          <a:xfrm>
            <a:off x="4624975" y="1685125"/>
            <a:ext cx="4481700" cy="31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Linear Regression (Baseline)</a:t>
            </a:r>
            <a:endParaRPr b="1" sz="13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3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Evaluates whether a linear relationship can explain pricing</a:t>
            </a:r>
            <a:endParaRPr sz="13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Random Forest Regressor</a:t>
            </a:r>
            <a:endParaRPr b="1" sz="13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3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Handles </a:t>
            </a:r>
            <a:r>
              <a:rPr lang="en" sz="13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nonlinear</a:t>
            </a:r>
            <a:r>
              <a:rPr lang="en" sz="13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interactions</a:t>
            </a:r>
            <a:endParaRPr sz="13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3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More robust to noise and outliers</a:t>
            </a:r>
            <a:endParaRPr sz="13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3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Provides interpretable feature importance</a:t>
            </a:r>
            <a:endParaRPr sz="13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Gradient-Boosted Trees (GBT)</a:t>
            </a:r>
            <a:endParaRPr b="1" sz="13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3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Captures complex feature interactions</a:t>
            </a:r>
            <a:endParaRPr sz="13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3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Works well without extensive tuning</a:t>
            </a:r>
            <a:endParaRPr sz="13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grpSp>
        <p:nvGrpSpPr>
          <p:cNvPr id="873" name="Google Shape;873;p34"/>
          <p:cNvGrpSpPr/>
          <p:nvPr/>
        </p:nvGrpSpPr>
        <p:grpSpPr>
          <a:xfrm>
            <a:off x="78575" y="903963"/>
            <a:ext cx="492600" cy="492600"/>
            <a:chOff x="130325" y="2105025"/>
            <a:chExt cx="492600" cy="492600"/>
          </a:xfrm>
        </p:grpSpPr>
        <p:sp>
          <p:nvSpPr>
            <p:cNvPr id="874" name="Google Shape;874;p34"/>
            <p:cNvSpPr/>
            <p:nvPr/>
          </p:nvSpPr>
          <p:spPr>
            <a:xfrm>
              <a:off x="130325" y="2105025"/>
              <a:ext cx="492600" cy="4926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875" name="Google Shape;875;p34"/>
            <p:cNvSpPr/>
            <p:nvPr/>
          </p:nvSpPr>
          <p:spPr>
            <a:xfrm flipH="1">
              <a:off x="256575" y="2174631"/>
              <a:ext cx="240114" cy="353343"/>
            </a:xfrm>
            <a:custGeom>
              <a:rect b="b" l="l" r="r" t="t"/>
              <a:pathLst>
                <a:path extrusionOk="0" h="195758" w="133027">
                  <a:moveTo>
                    <a:pt x="65846" y="26249"/>
                  </a:moveTo>
                  <a:cubicBezTo>
                    <a:pt x="87201" y="26249"/>
                    <a:pt x="104108" y="43156"/>
                    <a:pt x="104108" y="64511"/>
                  </a:cubicBezTo>
                  <a:cubicBezTo>
                    <a:pt x="104108" y="85422"/>
                    <a:pt x="87201" y="102328"/>
                    <a:pt x="65846" y="102328"/>
                  </a:cubicBezTo>
                  <a:cubicBezTo>
                    <a:pt x="44936" y="102328"/>
                    <a:pt x="28029" y="85422"/>
                    <a:pt x="28029" y="64511"/>
                  </a:cubicBezTo>
                  <a:cubicBezTo>
                    <a:pt x="28029" y="43156"/>
                    <a:pt x="44936" y="26249"/>
                    <a:pt x="65846" y="26249"/>
                  </a:cubicBezTo>
                  <a:close/>
                  <a:moveTo>
                    <a:pt x="66291" y="0"/>
                  </a:moveTo>
                  <a:cubicBezTo>
                    <a:pt x="29809" y="0"/>
                    <a:pt x="0" y="29809"/>
                    <a:pt x="0" y="66291"/>
                  </a:cubicBezTo>
                  <a:cubicBezTo>
                    <a:pt x="0" y="84977"/>
                    <a:pt x="18241" y="118345"/>
                    <a:pt x="18241" y="118345"/>
                  </a:cubicBezTo>
                  <a:lnTo>
                    <a:pt x="64066" y="195758"/>
                  </a:lnTo>
                  <a:lnTo>
                    <a:pt x="111671" y="119234"/>
                  </a:lnTo>
                  <a:cubicBezTo>
                    <a:pt x="111671" y="119234"/>
                    <a:pt x="133027" y="87201"/>
                    <a:pt x="133027" y="66291"/>
                  </a:cubicBezTo>
                  <a:cubicBezTo>
                    <a:pt x="133027" y="29809"/>
                    <a:pt x="103218" y="0"/>
                    <a:pt x="662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76" name="Google Shape;876;p34"/>
          <p:cNvGrpSpPr/>
          <p:nvPr/>
        </p:nvGrpSpPr>
        <p:grpSpPr>
          <a:xfrm>
            <a:off x="134992" y="3300313"/>
            <a:ext cx="492600" cy="492600"/>
            <a:chOff x="130325" y="2105025"/>
            <a:chExt cx="492600" cy="492600"/>
          </a:xfrm>
        </p:grpSpPr>
        <p:sp>
          <p:nvSpPr>
            <p:cNvPr id="877" name="Google Shape;877;p34"/>
            <p:cNvSpPr/>
            <p:nvPr/>
          </p:nvSpPr>
          <p:spPr>
            <a:xfrm>
              <a:off x="130325" y="2105025"/>
              <a:ext cx="492600" cy="4926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878" name="Google Shape;878;p34"/>
            <p:cNvSpPr/>
            <p:nvPr/>
          </p:nvSpPr>
          <p:spPr>
            <a:xfrm flipH="1">
              <a:off x="256575" y="2174631"/>
              <a:ext cx="240114" cy="353343"/>
            </a:xfrm>
            <a:custGeom>
              <a:rect b="b" l="l" r="r" t="t"/>
              <a:pathLst>
                <a:path extrusionOk="0" h="195758" w="133027">
                  <a:moveTo>
                    <a:pt x="65846" y="26249"/>
                  </a:moveTo>
                  <a:cubicBezTo>
                    <a:pt x="87201" y="26249"/>
                    <a:pt x="104108" y="43156"/>
                    <a:pt x="104108" y="64511"/>
                  </a:cubicBezTo>
                  <a:cubicBezTo>
                    <a:pt x="104108" y="85422"/>
                    <a:pt x="87201" y="102328"/>
                    <a:pt x="65846" y="102328"/>
                  </a:cubicBezTo>
                  <a:cubicBezTo>
                    <a:pt x="44936" y="102328"/>
                    <a:pt x="28029" y="85422"/>
                    <a:pt x="28029" y="64511"/>
                  </a:cubicBezTo>
                  <a:cubicBezTo>
                    <a:pt x="28029" y="43156"/>
                    <a:pt x="44936" y="26249"/>
                    <a:pt x="65846" y="26249"/>
                  </a:cubicBezTo>
                  <a:close/>
                  <a:moveTo>
                    <a:pt x="66291" y="0"/>
                  </a:moveTo>
                  <a:cubicBezTo>
                    <a:pt x="29809" y="0"/>
                    <a:pt x="0" y="29809"/>
                    <a:pt x="0" y="66291"/>
                  </a:cubicBezTo>
                  <a:cubicBezTo>
                    <a:pt x="0" y="84977"/>
                    <a:pt x="18241" y="118345"/>
                    <a:pt x="18241" y="118345"/>
                  </a:cubicBezTo>
                  <a:lnTo>
                    <a:pt x="64066" y="195758"/>
                  </a:lnTo>
                  <a:lnTo>
                    <a:pt x="111671" y="119234"/>
                  </a:lnTo>
                  <a:cubicBezTo>
                    <a:pt x="111671" y="119234"/>
                    <a:pt x="133027" y="87201"/>
                    <a:pt x="133027" y="66291"/>
                  </a:cubicBezTo>
                  <a:cubicBezTo>
                    <a:pt x="133027" y="29809"/>
                    <a:pt x="103218" y="0"/>
                    <a:pt x="6629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79" name="Google Shape;879;p34"/>
          <p:cNvGrpSpPr/>
          <p:nvPr/>
        </p:nvGrpSpPr>
        <p:grpSpPr>
          <a:xfrm>
            <a:off x="4969800" y="1204813"/>
            <a:ext cx="492600" cy="492600"/>
            <a:chOff x="130325" y="2105025"/>
            <a:chExt cx="492600" cy="492600"/>
          </a:xfrm>
        </p:grpSpPr>
        <p:sp>
          <p:nvSpPr>
            <p:cNvPr id="880" name="Google Shape;880;p34"/>
            <p:cNvSpPr/>
            <p:nvPr/>
          </p:nvSpPr>
          <p:spPr>
            <a:xfrm>
              <a:off x="130325" y="2105025"/>
              <a:ext cx="492600" cy="4926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881" name="Google Shape;881;p34"/>
            <p:cNvSpPr/>
            <p:nvPr/>
          </p:nvSpPr>
          <p:spPr>
            <a:xfrm flipH="1">
              <a:off x="256575" y="2174631"/>
              <a:ext cx="240114" cy="353343"/>
            </a:xfrm>
            <a:custGeom>
              <a:rect b="b" l="l" r="r" t="t"/>
              <a:pathLst>
                <a:path extrusionOk="0" h="195758" w="133027">
                  <a:moveTo>
                    <a:pt x="65846" y="26249"/>
                  </a:moveTo>
                  <a:cubicBezTo>
                    <a:pt x="87201" y="26249"/>
                    <a:pt x="104108" y="43156"/>
                    <a:pt x="104108" y="64511"/>
                  </a:cubicBezTo>
                  <a:cubicBezTo>
                    <a:pt x="104108" y="85422"/>
                    <a:pt x="87201" y="102328"/>
                    <a:pt x="65846" y="102328"/>
                  </a:cubicBezTo>
                  <a:cubicBezTo>
                    <a:pt x="44936" y="102328"/>
                    <a:pt x="28029" y="85422"/>
                    <a:pt x="28029" y="64511"/>
                  </a:cubicBezTo>
                  <a:cubicBezTo>
                    <a:pt x="28029" y="43156"/>
                    <a:pt x="44936" y="26249"/>
                    <a:pt x="65846" y="26249"/>
                  </a:cubicBezTo>
                  <a:close/>
                  <a:moveTo>
                    <a:pt x="66291" y="0"/>
                  </a:moveTo>
                  <a:cubicBezTo>
                    <a:pt x="29809" y="0"/>
                    <a:pt x="0" y="29809"/>
                    <a:pt x="0" y="66291"/>
                  </a:cubicBezTo>
                  <a:cubicBezTo>
                    <a:pt x="0" y="84977"/>
                    <a:pt x="18241" y="118345"/>
                    <a:pt x="18241" y="118345"/>
                  </a:cubicBezTo>
                  <a:lnTo>
                    <a:pt x="64066" y="195758"/>
                  </a:lnTo>
                  <a:lnTo>
                    <a:pt x="111671" y="119234"/>
                  </a:lnTo>
                  <a:cubicBezTo>
                    <a:pt x="111671" y="119234"/>
                    <a:pt x="133027" y="87201"/>
                    <a:pt x="133027" y="66291"/>
                  </a:cubicBezTo>
                  <a:cubicBezTo>
                    <a:pt x="133027" y="29809"/>
                    <a:pt x="103218" y="0"/>
                    <a:pt x="6629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2" name="Google Shape;882;p3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p35"/>
          <p:cNvSpPr txBox="1"/>
          <p:nvPr>
            <p:ph type="title"/>
          </p:nvPr>
        </p:nvSpPr>
        <p:spPr>
          <a:xfrm>
            <a:off x="720000" y="11695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Performance — LA</a:t>
            </a:r>
            <a:endParaRPr/>
          </a:p>
        </p:txBody>
      </p:sp>
      <p:graphicFrame>
        <p:nvGraphicFramePr>
          <p:cNvPr id="888" name="Google Shape;888;p35"/>
          <p:cNvGraphicFramePr/>
          <p:nvPr/>
        </p:nvGraphicFramePr>
        <p:xfrm>
          <a:off x="720038" y="10863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{1FCD35AA-E56B-4F1B-B40D-3B54DAA2E54A}</a:tableStyleId>
              </a:tblPr>
              <a:tblGrid>
                <a:gridCol w="1423500"/>
                <a:gridCol w="1570100"/>
                <a:gridCol w="1570100"/>
                <a:gridCol w="1421925"/>
                <a:gridCol w="1718275"/>
              </a:tblGrid>
              <a:tr h="3376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Figtree SemiBold"/>
                          <a:ea typeface="Figtree SemiBold"/>
                          <a:cs typeface="Figtree SemiBold"/>
                          <a:sym typeface="Figtree SemiBold"/>
                        </a:rPr>
                        <a:t>Model</a:t>
                      </a:r>
                      <a:endParaRPr>
                        <a:solidFill>
                          <a:schemeClr val="dk1"/>
                        </a:solidFill>
                        <a:latin typeface="Figtree SemiBold"/>
                        <a:ea typeface="Figtree SemiBold"/>
                        <a:cs typeface="Figtree SemiBold"/>
                        <a:sym typeface="Figtree SemiBold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Figtree SemiBold"/>
                          <a:ea typeface="Figtree SemiBold"/>
                          <a:cs typeface="Figtree SemiBold"/>
                          <a:sym typeface="Figtree SemiBold"/>
                        </a:rPr>
                        <a:t>RMSE</a:t>
                      </a:r>
                      <a:endParaRPr>
                        <a:solidFill>
                          <a:schemeClr val="dk1"/>
                        </a:solidFill>
                        <a:latin typeface="Figtree SemiBold"/>
                        <a:ea typeface="Figtree SemiBold"/>
                        <a:cs typeface="Figtree SemiBold"/>
                        <a:sym typeface="Figtree SemiBold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Figtree SemiBold"/>
                          <a:ea typeface="Figtree SemiBold"/>
                          <a:cs typeface="Figtree SemiBold"/>
                          <a:sym typeface="Figtree SemiBold"/>
                        </a:rPr>
                        <a:t>MAE</a:t>
                      </a:r>
                      <a:endParaRPr>
                        <a:solidFill>
                          <a:schemeClr val="dk1"/>
                        </a:solidFill>
                        <a:latin typeface="Figtree SemiBold"/>
                        <a:ea typeface="Figtree SemiBold"/>
                        <a:cs typeface="Figtree SemiBold"/>
                        <a:sym typeface="Figtree SemiBold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Figtree SemiBold"/>
                          <a:ea typeface="Figtree SemiBold"/>
                          <a:cs typeface="Figtree SemiBold"/>
                          <a:sym typeface="Figtree SemiBold"/>
                        </a:rPr>
                        <a:t>R²</a:t>
                      </a:r>
                      <a:endParaRPr>
                        <a:solidFill>
                          <a:schemeClr val="dk1"/>
                        </a:solidFill>
                        <a:latin typeface="Figtree SemiBold"/>
                        <a:ea typeface="Figtree SemiBold"/>
                        <a:cs typeface="Figtree SemiBold"/>
                        <a:sym typeface="Figtree SemiBold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Figtree SemiBold"/>
                          <a:ea typeface="Figtree SemiBold"/>
                          <a:cs typeface="Figtree SemiBold"/>
                          <a:sym typeface="Figtree SemiBold"/>
                        </a:rPr>
                        <a:t>Interpretation</a:t>
                      </a:r>
                      <a:endParaRPr>
                        <a:solidFill>
                          <a:schemeClr val="dk1"/>
                        </a:solidFill>
                        <a:latin typeface="Figtree SemiBold"/>
                        <a:ea typeface="Figtree SemiBold"/>
                        <a:cs typeface="Figtree SemiBold"/>
                        <a:sym typeface="Figtree SemiBold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8894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Barlow Medium"/>
                          <a:ea typeface="Barlow Medium"/>
                          <a:cs typeface="Barlow Medium"/>
                          <a:sym typeface="Barlow Medium"/>
                        </a:rPr>
                        <a:t>Linear Regression</a:t>
                      </a:r>
                      <a:endParaRPr sz="1200">
                        <a:solidFill>
                          <a:schemeClr val="dk1"/>
                        </a:solidFill>
                        <a:latin typeface="Barlow Medium"/>
                        <a:ea typeface="Barlow Medium"/>
                        <a:cs typeface="Barlow Medium"/>
                        <a:sym typeface="Barlow Medium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0.723</a:t>
                      </a:r>
                      <a:endParaRPr/>
                    </a:p>
                  </a:txBody>
                  <a:tcPr marT="27425" marB="27425" marR="45700" marL="457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0.545</a:t>
                      </a:r>
                      <a:endParaRPr/>
                    </a:p>
                  </a:txBody>
                  <a:tcPr marT="27425" marB="27425" marR="45700" marL="457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0.378</a:t>
                      </a:r>
                      <a:endParaRPr/>
                    </a:p>
                  </a:txBody>
                  <a:tcPr marT="27425" marB="27425" marR="45700" marL="457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/>
                        <a:t>Weak linear fit</a:t>
                      </a:r>
                      <a:endParaRPr/>
                    </a:p>
                  </a:txBody>
                  <a:tcPr marT="27425" marB="27425" marR="45700" marL="457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7428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Barlow Medium"/>
                          <a:ea typeface="Barlow Medium"/>
                          <a:cs typeface="Barlow Medium"/>
                          <a:sym typeface="Barlow Medium"/>
                        </a:rPr>
                        <a:t>Random Forest</a:t>
                      </a:r>
                      <a:endParaRPr sz="1200">
                        <a:solidFill>
                          <a:schemeClr val="dk1"/>
                        </a:solidFill>
                        <a:latin typeface="Barlow Medium"/>
                        <a:ea typeface="Barlow Medium"/>
                        <a:cs typeface="Barlow Medium"/>
                        <a:sym typeface="Barlow Medium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0.629</a:t>
                      </a:r>
                      <a:endParaRPr/>
                    </a:p>
                  </a:txBody>
                  <a:tcPr marT="27425" marB="27425" marR="45700" marL="457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0.468</a:t>
                      </a:r>
                      <a:endParaRPr/>
                    </a:p>
                  </a:txBody>
                  <a:tcPr marT="27425" marB="27425" marR="45700" marL="457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0.529</a:t>
                      </a:r>
                      <a:endParaRPr/>
                    </a:p>
                  </a:txBody>
                  <a:tcPr marT="27425" marB="27425" marR="45700" marL="457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/>
                        <a:t>Best overall performance</a:t>
                      </a:r>
                      <a:endParaRPr/>
                    </a:p>
                  </a:txBody>
                  <a:tcPr marT="27425" marB="27425" marR="45700" marL="457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7627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Barlow Medium"/>
                          <a:ea typeface="Barlow Medium"/>
                          <a:cs typeface="Barlow Medium"/>
                          <a:sym typeface="Barlow Medium"/>
                        </a:rPr>
                        <a:t>GBT</a:t>
                      </a:r>
                      <a:endParaRPr sz="1200">
                        <a:solidFill>
                          <a:schemeClr val="dk1"/>
                        </a:solidFill>
                        <a:latin typeface="Barlow Medium"/>
                        <a:ea typeface="Barlow Medium"/>
                        <a:cs typeface="Barlow Medium"/>
                        <a:sym typeface="Barlow Medium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0.677</a:t>
                      </a:r>
                      <a:endParaRPr/>
                    </a:p>
                  </a:txBody>
                  <a:tcPr marT="27425" marB="27425" marR="45700" marL="457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0.492</a:t>
                      </a:r>
                      <a:endParaRPr/>
                    </a:p>
                  </a:txBody>
                  <a:tcPr marT="27425" marB="27425" marR="45700" marL="457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0.455</a:t>
                      </a:r>
                      <a:endParaRPr/>
                    </a:p>
                  </a:txBody>
                  <a:tcPr marT="27425" marB="27425" marR="45700" marL="457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/>
                        <a:t>Moderate improvement vs LR</a:t>
                      </a:r>
                      <a:endParaRPr/>
                    </a:p>
                  </a:txBody>
                  <a:tcPr marT="27425" marB="27425" marR="45700" marL="457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</a:tbl>
          </a:graphicData>
        </a:graphic>
      </p:graphicFrame>
      <p:sp>
        <p:nvSpPr>
          <p:cNvPr id="889" name="Google Shape;889;p3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36"/>
          <p:cNvSpPr txBox="1"/>
          <p:nvPr>
            <p:ph type="title"/>
          </p:nvPr>
        </p:nvSpPr>
        <p:spPr>
          <a:xfrm>
            <a:off x="720000" y="11695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Performance — NY</a:t>
            </a:r>
            <a:endParaRPr/>
          </a:p>
        </p:txBody>
      </p:sp>
      <p:graphicFrame>
        <p:nvGraphicFramePr>
          <p:cNvPr id="895" name="Google Shape;895;p36"/>
          <p:cNvGraphicFramePr/>
          <p:nvPr/>
        </p:nvGraphicFramePr>
        <p:xfrm>
          <a:off x="720038" y="10863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{1FCD35AA-E56B-4F1B-B40D-3B54DAA2E54A}</a:tableStyleId>
              </a:tblPr>
              <a:tblGrid>
                <a:gridCol w="1423500"/>
                <a:gridCol w="1570100"/>
                <a:gridCol w="1570100"/>
                <a:gridCol w="1570100"/>
                <a:gridCol w="1570100"/>
              </a:tblGrid>
              <a:tr h="3376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Figtree SemiBold"/>
                          <a:ea typeface="Figtree SemiBold"/>
                          <a:cs typeface="Figtree SemiBold"/>
                          <a:sym typeface="Figtree SemiBold"/>
                        </a:rPr>
                        <a:t>Model</a:t>
                      </a:r>
                      <a:endParaRPr>
                        <a:solidFill>
                          <a:schemeClr val="dk1"/>
                        </a:solidFill>
                        <a:latin typeface="Figtree SemiBold"/>
                        <a:ea typeface="Figtree SemiBold"/>
                        <a:cs typeface="Figtree SemiBold"/>
                        <a:sym typeface="Figtree SemiBold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Figtree SemiBold"/>
                          <a:ea typeface="Figtree SemiBold"/>
                          <a:cs typeface="Figtree SemiBold"/>
                          <a:sym typeface="Figtree SemiBold"/>
                        </a:rPr>
                        <a:t>RMSE</a:t>
                      </a:r>
                      <a:endParaRPr>
                        <a:solidFill>
                          <a:schemeClr val="dk1"/>
                        </a:solidFill>
                        <a:latin typeface="Figtree SemiBold"/>
                        <a:ea typeface="Figtree SemiBold"/>
                        <a:cs typeface="Figtree SemiBold"/>
                        <a:sym typeface="Figtree SemiBold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Figtree SemiBold"/>
                          <a:ea typeface="Figtree SemiBold"/>
                          <a:cs typeface="Figtree SemiBold"/>
                          <a:sym typeface="Figtree SemiBold"/>
                        </a:rPr>
                        <a:t>MAE</a:t>
                      </a:r>
                      <a:endParaRPr>
                        <a:solidFill>
                          <a:schemeClr val="dk1"/>
                        </a:solidFill>
                        <a:latin typeface="Figtree SemiBold"/>
                        <a:ea typeface="Figtree SemiBold"/>
                        <a:cs typeface="Figtree SemiBold"/>
                        <a:sym typeface="Figtree SemiBold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Figtree SemiBold"/>
                          <a:ea typeface="Figtree SemiBold"/>
                          <a:cs typeface="Figtree SemiBold"/>
                          <a:sym typeface="Figtree SemiBold"/>
                        </a:rPr>
                        <a:t>R²</a:t>
                      </a:r>
                      <a:endParaRPr>
                        <a:solidFill>
                          <a:schemeClr val="dk1"/>
                        </a:solidFill>
                        <a:latin typeface="Figtree SemiBold"/>
                        <a:ea typeface="Figtree SemiBold"/>
                        <a:cs typeface="Figtree SemiBold"/>
                        <a:sym typeface="Figtree SemiBold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Figtree SemiBold"/>
                          <a:ea typeface="Figtree SemiBold"/>
                          <a:cs typeface="Figtree SemiBold"/>
                          <a:sym typeface="Figtree SemiBold"/>
                        </a:rPr>
                        <a:t>Interpretation</a:t>
                      </a:r>
                      <a:endParaRPr>
                        <a:solidFill>
                          <a:schemeClr val="dk1"/>
                        </a:solidFill>
                        <a:latin typeface="Figtree SemiBold"/>
                        <a:ea typeface="Figtree SemiBold"/>
                        <a:cs typeface="Figtree SemiBold"/>
                        <a:sym typeface="Figtree SemiBold"/>
                      </a:endParaRPr>
                    </a:p>
                  </a:txBody>
                  <a:tcPr marT="45700" marB="45700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8894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Barlow Medium"/>
                          <a:ea typeface="Barlow Medium"/>
                          <a:cs typeface="Barlow Medium"/>
                          <a:sym typeface="Barlow Medium"/>
                        </a:rPr>
                        <a:t>Linear Regression</a:t>
                      </a:r>
                      <a:endParaRPr sz="1200">
                        <a:solidFill>
                          <a:schemeClr val="dk1"/>
                        </a:solidFill>
                        <a:latin typeface="Barlow Medium"/>
                        <a:ea typeface="Barlow Medium"/>
                        <a:cs typeface="Barlow Medium"/>
                        <a:sym typeface="Barlow Medium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0.782</a:t>
                      </a:r>
                      <a:endParaRPr/>
                    </a:p>
                  </a:txBody>
                  <a:tcPr marT="27425" marB="27425" marR="45700" marL="457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0.564</a:t>
                      </a:r>
                      <a:endParaRPr/>
                    </a:p>
                  </a:txBody>
                  <a:tcPr marT="27425" marB="27425" marR="45700" marL="457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0.520</a:t>
                      </a:r>
                      <a:endParaRPr/>
                    </a:p>
                  </a:txBody>
                  <a:tcPr marT="27425" marB="27425" marR="45700" marL="457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/>
                        <a:t>baseline</a:t>
                      </a:r>
                      <a:endParaRPr/>
                    </a:p>
                  </a:txBody>
                  <a:tcPr marT="27425" marB="27425" marR="45700" marL="457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7428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Barlow Medium"/>
                          <a:ea typeface="Barlow Medium"/>
                          <a:cs typeface="Barlow Medium"/>
                          <a:sym typeface="Barlow Medium"/>
                        </a:rPr>
                        <a:t>Random Forest</a:t>
                      </a:r>
                      <a:endParaRPr sz="1200">
                        <a:solidFill>
                          <a:schemeClr val="dk1"/>
                        </a:solidFill>
                        <a:latin typeface="Barlow Medium"/>
                        <a:ea typeface="Barlow Medium"/>
                        <a:cs typeface="Barlow Medium"/>
                        <a:sym typeface="Barlow Medium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0.743</a:t>
                      </a:r>
                      <a:endParaRPr/>
                    </a:p>
                  </a:txBody>
                  <a:tcPr marT="27425" marB="27425" marR="45700" marL="457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0.531</a:t>
                      </a:r>
                      <a:endParaRPr/>
                    </a:p>
                  </a:txBody>
                  <a:tcPr marT="27425" marB="27425" marR="45700" marL="457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0.566</a:t>
                      </a:r>
                      <a:endParaRPr/>
                    </a:p>
                  </a:txBody>
                  <a:tcPr marT="27425" marB="27425" marR="45700" marL="457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/>
                        <a:t>Best overall performance</a:t>
                      </a:r>
                      <a:endParaRPr/>
                    </a:p>
                  </a:txBody>
                  <a:tcPr marT="27425" marB="27425" marR="45700" marL="457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7627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Barlow Medium"/>
                          <a:ea typeface="Barlow Medium"/>
                          <a:cs typeface="Barlow Medium"/>
                          <a:sym typeface="Barlow Medium"/>
                        </a:rPr>
                        <a:t>GBT</a:t>
                      </a:r>
                      <a:endParaRPr sz="1200">
                        <a:solidFill>
                          <a:schemeClr val="dk1"/>
                        </a:solidFill>
                        <a:latin typeface="Barlow Medium"/>
                        <a:ea typeface="Barlow Medium"/>
                        <a:cs typeface="Barlow Medium"/>
                        <a:sym typeface="Barlow Medium"/>
                      </a:endParaRPr>
                    </a:p>
                  </a:txBody>
                  <a:tcPr marT="68575" marB="6857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0.854</a:t>
                      </a:r>
                      <a:endParaRPr/>
                    </a:p>
                  </a:txBody>
                  <a:tcPr marT="27425" marB="27425" marR="45700" marL="457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0.551</a:t>
                      </a:r>
                      <a:endParaRPr/>
                    </a:p>
                  </a:txBody>
                  <a:tcPr marT="27425" marB="27425" marR="45700" marL="457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0.429</a:t>
                      </a:r>
                      <a:endParaRPr/>
                    </a:p>
                  </a:txBody>
                  <a:tcPr marT="27425" marB="27425" marR="45700" marL="457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/>
                        <a:t>Overfits + underperforms</a:t>
                      </a:r>
                      <a:endParaRPr/>
                    </a:p>
                  </a:txBody>
                  <a:tcPr marT="27425" marB="27425" marR="45700" marL="457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</a:tbl>
          </a:graphicData>
        </a:graphic>
      </p:graphicFrame>
      <p:sp>
        <p:nvSpPr>
          <p:cNvPr id="896" name="Google Shape;896;p3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p37"/>
          <p:cNvSpPr txBox="1"/>
          <p:nvPr/>
        </p:nvSpPr>
        <p:spPr>
          <a:xfrm>
            <a:off x="503775" y="2812800"/>
            <a:ext cx="4055400" cy="14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</a:pPr>
            <a:r>
              <a:rPr lang="en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Room type (largest effect)</a:t>
            </a:r>
            <a:endParaRPr sz="12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</a:pPr>
            <a:r>
              <a:rPr lang="en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Latitude &amp; longitude (coastal &amp; high-demand areas priced higher)</a:t>
            </a:r>
            <a:endParaRPr sz="12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</a:pPr>
            <a:r>
              <a:rPr lang="en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Host listing count (multi-unit hosts → higher price)</a:t>
            </a:r>
            <a:endParaRPr sz="12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pic>
        <p:nvPicPr>
          <p:cNvPr id="902" name="Google Shape;902;p37" title="Screenshot 2025-12-05 at 1.56.24 PM.png"/>
          <p:cNvPicPr preferRelativeResize="0"/>
          <p:nvPr/>
        </p:nvPicPr>
        <p:blipFill rotWithShape="1">
          <a:blip r:embed="rId3">
            <a:alphaModFix/>
          </a:blip>
          <a:srcRect b="0" l="6952" r="5266" t="6829"/>
          <a:stretch/>
        </p:blipFill>
        <p:spPr>
          <a:xfrm>
            <a:off x="503775" y="650625"/>
            <a:ext cx="3466223" cy="2243674"/>
          </a:xfrm>
          <a:prstGeom prst="rect">
            <a:avLst/>
          </a:prstGeom>
          <a:noFill/>
          <a:ln>
            <a:noFill/>
          </a:ln>
        </p:spPr>
      </p:pic>
      <p:sp>
        <p:nvSpPr>
          <p:cNvPr id="903" name="Google Shape;903;p37"/>
          <p:cNvSpPr txBox="1"/>
          <p:nvPr/>
        </p:nvSpPr>
        <p:spPr>
          <a:xfrm>
            <a:off x="4919125" y="3007775"/>
            <a:ext cx="4431300" cy="164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048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</a:pPr>
            <a:r>
              <a:rPr lang="en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Distance to city center (strongest driver)</a:t>
            </a:r>
            <a:endParaRPr sz="12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</a:pPr>
            <a:r>
              <a:rPr lang="en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Longitude (Manhattan proximity)</a:t>
            </a:r>
            <a:endParaRPr sz="12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</a:pPr>
            <a:r>
              <a:rPr lang="en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Room type differences</a:t>
            </a:r>
            <a:endParaRPr sz="12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</a:pPr>
            <a:r>
              <a:rPr lang="en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Minimum nights requirement</a:t>
            </a:r>
            <a:endParaRPr sz="12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</a:pPr>
            <a:r>
              <a:rPr lang="en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Host listing count &amp; review activity</a:t>
            </a:r>
            <a:endParaRPr sz="12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pic>
        <p:nvPicPr>
          <p:cNvPr id="904" name="Google Shape;904;p37" title="Screenshot 2025-12-05 at 1.56.31 PM.png"/>
          <p:cNvPicPr preferRelativeResize="0"/>
          <p:nvPr/>
        </p:nvPicPr>
        <p:blipFill rotWithShape="1">
          <a:blip r:embed="rId4">
            <a:alphaModFix/>
          </a:blip>
          <a:srcRect b="0" l="0" r="7851" t="0"/>
          <a:stretch/>
        </p:blipFill>
        <p:spPr>
          <a:xfrm>
            <a:off x="4919125" y="650625"/>
            <a:ext cx="3420527" cy="2243676"/>
          </a:xfrm>
          <a:prstGeom prst="rect">
            <a:avLst/>
          </a:prstGeom>
          <a:noFill/>
          <a:ln>
            <a:noFill/>
          </a:ln>
        </p:spPr>
      </p:pic>
      <p:sp>
        <p:nvSpPr>
          <p:cNvPr id="905" name="Google Shape;905;p37"/>
          <p:cNvSpPr txBox="1"/>
          <p:nvPr/>
        </p:nvSpPr>
        <p:spPr>
          <a:xfrm>
            <a:off x="649800" y="3892500"/>
            <a:ext cx="7509900" cy="140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Cross-City Takeaways</a:t>
            </a:r>
            <a:endParaRPr b="1" sz="12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</a:pPr>
            <a:r>
              <a:rPr lang="en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NY pricing is highly centralized; LA pricing is spatially dispersed.</a:t>
            </a:r>
            <a:endParaRPr sz="12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</a:pPr>
            <a:r>
              <a:rPr lang="en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Review &amp; demand signals matter more in NY.</a:t>
            </a:r>
            <a:endParaRPr sz="12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</a:pPr>
            <a:r>
              <a:rPr lang="en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Room type is consistently influential across both markets.</a:t>
            </a:r>
            <a:endParaRPr sz="12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906" name="Google Shape;906;p37"/>
          <p:cNvSpPr txBox="1"/>
          <p:nvPr>
            <p:ph type="title"/>
          </p:nvPr>
        </p:nvSpPr>
        <p:spPr>
          <a:xfrm>
            <a:off x="455700" y="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 Importance</a:t>
            </a:r>
            <a:r>
              <a:rPr lang="en"/>
              <a:t> — Random Forest</a:t>
            </a:r>
            <a:endParaRPr/>
          </a:p>
        </p:txBody>
      </p:sp>
      <p:sp>
        <p:nvSpPr>
          <p:cNvPr id="907" name="Google Shape;907;p3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p38"/>
          <p:cNvSpPr txBox="1"/>
          <p:nvPr>
            <p:ph type="title"/>
          </p:nvPr>
        </p:nvSpPr>
        <p:spPr>
          <a:xfrm>
            <a:off x="713250" y="225850"/>
            <a:ext cx="77175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Insights &amp; Interpretation</a:t>
            </a:r>
            <a:endParaRPr/>
          </a:p>
        </p:txBody>
      </p:sp>
      <p:sp>
        <p:nvSpPr>
          <p:cNvPr id="913" name="Google Shape;913;p38"/>
          <p:cNvSpPr txBox="1"/>
          <p:nvPr/>
        </p:nvSpPr>
        <p:spPr>
          <a:xfrm>
            <a:off x="1784075" y="962067"/>
            <a:ext cx="2273700" cy="7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New York</a:t>
            </a:r>
            <a:endParaRPr b="1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914" name="Google Shape;914;p38"/>
          <p:cNvSpPr txBox="1"/>
          <p:nvPr/>
        </p:nvSpPr>
        <p:spPr>
          <a:xfrm>
            <a:off x="370850" y="3425675"/>
            <a:ext cx="7704000" cy="12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Cross-City Takeaways</a:t>
            </a:r>
            <a:endParaRPr sz="12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04800" lvl="0" marL="45720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</a:pPr>
            <a:r>
              <a:rPr lang="en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NY: location + demand signals drive price.</a:t>
            </a:r>
            <a:endParaRPr sz="12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0480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</a:pPr>
            <a:r>
              <a:rPr lang="en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LA: location + property attributes drive price.</a:t>
            </a:r>
            <a:endParaRPr sz="12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0480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</a:pPr>
            <a:r>
              <a:rPr lang="en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Feature importance aligns with EDA findings.</a:t>
            </a:r>
            <a:endParaRPr sz="12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915" name="Google Shape;915;p38"/>
          <p:cNvSpPr txBox="1"/>
          <p:nvPr/>
        </p:nvSpPr>
        <p:spPr>
          <a:xfrm>
            <a:off x="5290475" y="872830"/>
            <a:ext cx="2273700" cy="7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Los Angeles</a:t>
            </a:r>
            <a:endParaRPr b="1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916" name="Google Shape;916;p38"/>
          <p:cNvSpPr txBox="1"/>
          <p:nvPr/>
        </p:nvSpPr>
        <p:spPr>
          <a:xfrm>
            <a:off x="851975" y="1547825"/>
            <a:ext cx="3100500" cy="17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Price is location-driven, with clear premiums near Manhattan.</a:t>
            </a:r>
            <a:endParaRPr sz="12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Distance to center, availability, and review volume are major predictors.</a:t>
            </a:r>
            <a:endParaRPr sz="12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Reflects a high-competition, demand-sensitive market</a:t>
            </a:r>
            <a:endParaRPr sz="15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917" name="Google Shape;917;p38"/>
          <p:cNvSpPr txBox="1"/>
          <p:nvPr/>
        </p:nvSpPr>
        <p:spPr>
          <a:xfrm>
            <a:off x="4781150" y="1569263"/>
            <a:ext cx="3000000" cy="18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Pricing is more spread out across neighborhoods.</a:t>
            </a:r>
            <a:endParaRPr sz="12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Lat/long (neighborhood differences) and room type are stronger drivers.</a:t>
            </a:r>
            <a:endParaRPr sz="12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Market responds more to property characteristics than demand signals.</a:t>
            </a:r>
            <a:endParaRPr sz="12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918" name="Google Shape;918;p3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p3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p40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Conclusions</a:t>
            </a:r>
            <a:endParaRPr/>
          </a:p>
        </p:txBody>
      </p:sp>
      <p:sp>
        <p:nvSpPr>
          <p:cNvPr id="929" name="Google Shape;929;p40"/>
          <p:cNvSpPr txBox="1"/>
          <p:nvPr>
            <p:ph idx="1" type="subTitle"/>
          </p:nvPr>
        </p:nvSpPr>
        <p:spPr>
          <a:xfrm>
            <a:off x="1441900" y="2423950"/>
            <a:ext cx="2480700" cy="139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highly centralized</a:t>
            </a:r>
            <a:endParaRPr b="1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distance </a:t>
            </a:r>
            <a:r>
              <a:rPr lang="en"/>
              <a:t>to Manhattan and demand indicators (reviews, availability) dominate pricing.</a:t>
            </a:r>
            <a:endParaRPr/>
          </a:p>
        </p:txBody>
      </p:sp>
      <p:sp>
        <p:nvSpPr>
          <p:cNvPr id="930" name="Google Shape;930;p40"/>
          <p:cNvSpPr txBox="1"/>
          <p:nvPr>
            <p:ph idx="2" type="subTitle"/>
          </p:nvPr>
        </p:nvSpPr>
        <p:spPr>
          <a:xfrm>
            <a:off x="5103194" y="2424700"/>
            <a:ext cx="2480700" cy="138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spatially distributed</a:t>
            </a:r>
            <a:endParaRPr b="1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with latitude, longitude, and room type playing central roles</a:t>
            </a:r>
            <a:endParaRPr/>
          </a:p>
        </p:txBody>
      </p:sp>
      <p:sp>
        <p:nvSpPr>
          <p:cNvPr id="931" name="Google Shape;931;p40"/>
          <p:cNvSpPr txBox="1"/>
          <p:nvPr>
            <p:ph idx="4" type="subTitle"/>
          </p:nvPr>
        </p:nvSpPr>
        <p:spPr>
          <a:xfrm>
            <a:off x="1441888" y="1814150"/>
            <a:ext cx="2480700" cy="80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NY</a:t>
            </a:r>
            <a:endParaRPr/>
          </a:p>
        </p:txBody>
      </p:sp>
      <p:sp>
        <p:nvSpPr>
          <p:cNvPr id="932" name="Google Shape;932;p40"/>
          <p:cNvSpPr txBox="1"/>
          <p:nvPr>
            <p:ph idx="6" type="subTitle"/>
          </p:nvPr>
        </p:nvSpPr>
        <p:spPr>
          <a:xfrm>
            <a:off x="5034581" y="1813775"/>
            <a:ext cx="2480700" cy="80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</a:t>
            </a:r>
            <a:endParaRPr/>
          </a:p>
        </p:txBody>
      </p:sp>
      <p:sp>
        <p:nvSpPr>
          <p:cNvPr id="933" name="Google Shape;933;p40"/>
          <p:cNvSpPr txBox="1"/>
          <p:nvPr/>
        </p:nvSpPr>
        <p:spPr>
          <a:xfrm>
            <a:off x="848675" y="1200150"/>
            <a:ext cx="6840900" cy="8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-"/>
            </a:pPr>
            <a:r>
              <a:rPr lang="en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Airbnb pricing is shaped by different forces in LA and NY</a:t>
            </a:r>
            <a:endParaRPr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17500" lvl="0" marL="4572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-"/>
            </a:pPr>
            <a:r>
              <a:rPr lang="en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Random Forest models performed best</a:t>
            </a:r>
            <a:endParaRPr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934" name="Google Shape;934;p40"/>
          <p:cNvSpPr txBox="1"/>
          <p:nvPr/>
        </p:nvSpPr>
        <p:spPr>
          <a:xfrm>
            <a:off x="1911675" y="3677600"/>
            <a:ext cx="5417700" cy="10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These results highlight how urban structure and market patterns shape Airbnb prices differently across cities, and demonstrate the value of scalable PySpark pipelines for building interpretable, city-level pricing insights.</a:t>
            </a:r>
            <a:endParaRPr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935" name="Google Shape;935;p40"/>
          <p:cNvSpPr/>
          <p:nvPr/>
        </p:nvSpPr>
        <p:spPr>
          <a:xfrm flipH="1">
            <a:off x="2181491" y="2037681"/>
            <a:ext cx="240114" cy="353343"/>
          </a:xfrm>
          <a:custGeom>
            <a:rect b="b" l="l" r="r" t="t"/>
            <a:pathLst>
              <a:path extrusionOk="0" h="195758" w="133027">
                <a:moveTo>
                  <a:pt x="65846" y="26249"/>
                </a:moveTo>
                <a:cubicBezTo>
                  <a:pt x="87201" y="26249"/>
                  <a:pt x="104108" y="43156"/>
                  <a:pt x="104108" y="64511"/>
                </a:cubicBezTo>
                <a:cubicBezTo>
                  <a:pt x="104108" y="85422"/>
                  <a:pt x="87201" y="102328"/>
                  <a:pt x="65846" y="102328"/>
                </a:cubicBezTo>
                <a:cubicBezTo>
                  <a:pt x="44936" y="102328"/>
                  <a:pt x="28029" y="85422"/>
                  <a:pt x="28029" y="64511"/>
                </a:cubicBezTo>
                <a:cubicBezTo>
                  <a:pt x="28029" y="43156"/>
                  <a:pt x="44936" y="26249"/>
                  <a:pt x="65846" y="26249"/>
                </a:cubicBezTo>
                <a:close/>
                <a:moveTo>
                  <a:pt x="66291" y="0"/>
                </a:moveTo>
                <a:cubicBezTo>
                  <a:pt x="29809" y="0"/>
                  <a:pt x="0" y="29809"/>
                  <a:pt x="0" y="66291"/>
                </a:cubicBezTo>
                <a:cubicBezTo>
                  <a:pt x="0" y="84977"/>
                  <a:pt x="18241" y="118345"/>
                  <a:pt x="18241" y="118345"/>
                </a:cubicBezTo>
                <a:lnTo>
                  <a:pt x="64066" y="195758"/>
                </a:lnTo>
                <a:lnTo>
                  <a:pt x="111671" y="119234"/>
                </a:lnTo>
                <a:cubicBezTo>
                  <a:pt x="111671" y="119234"/>
                  <a:pt x="133027" y="87201"/>
                  <a:pt x="133027" y="66291"/>
                </a:cubicBezTo>
                <a:cubicBezTo>
                  <a:pt x="133027" y="29809"/>
                  <a:pt x="103218" y="0"/>
                  <a:pt x="6629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6" name="Google Shape;936;p40"/>
          <p:cNvSpPr/>
          <p:nvPr/>
        </p:nvSpPr>
        <p:spPr>
          <a:xfrm flipH="1">
            <a:off x="5785525" y="2038056"/>
            <a:ext cx="240114" cy="353343"/>
          </a:xfrm>
          <a:custGeom>
            <a:rect b="b" l="l" r="r" t="t"/>
            <a:pathLst>
              <a:path extrusionOk="0" h="195758" w="133027">
                <a:moveTo>
                  <a:pt x="65846" y="26249"/>
                </a:moveTo>
                <a:cubicBezTo>
                  <a:pt x="87201" y="26249"/>
                  <a:pt x="104108" y="43156"/>
                  <a:pt x="104108" y="64511"/>
                </a:cubicBezTo>
                <a:cubicBezTo>
                  <a:pt x="104108" y="85422"/>
                  <a:pt x="87201" y="102328"/>
                  <a:pt x="65846" y="102328"/>
                </a:cubicBezTo>
                <a:cubicBezTo>
                  <a:pt x="44936" y="102328"/>
                  <a:pt x="28029" y="85422"/>
                  <a:pt x="28029" y="64511"/>
                </a:cubicBezTo>
                <a:cubicBezTo>
                  <a:pt x="28029" y="43156"/>
                  <a:pt x="44936" y="26249"/>
                  <a:pt x="65846" y="26249"/>
                </a:cubicBezTo>
                <a:close/>
                <a:moveTo>
                  <a:pt x="66291" y="0"/>
                </a:moveTo>
                <a:cubicBezTo>
                  <a:pt x="29809" y="0"/>
                  <a:pt x="0" y="29809"/>
                  <a:pt x="0" y="66291"/>
                </a:cubicBezTo>
                <a:cubicBezTo>
                  <a:pt x="0" y="84977"/>
                  <a:pt x="18241" y="118345"/>
                  <a:pt x="18241" y="118345"/>
                </a:cubicBezTo>
                <a:lnTo>
                  <a:pt x="64066" y="195758"/>
                </a:lnTo>
                <a:lnTo>
                  <a:pt x="111671" y="119234"/>
                </a:lnTo>
                <a:cubicBezTo>
                  <a:pt x="111671" y="119234"/>
                  <a:pt x="133027" y="87201"/>
                  <a:pt x="133027" y="66291"/>
                </a:cubicBezTo>
                <a:cubicBezTo>
                  <a:pt x="133027" y="29809"/>
                  <a:pt x="103218" y="0"/>
                  <a:pt x="6629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7" name="Google Shape;937;p4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p4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</a:t>
            </a:r>
            <a:r>
              <a:rPr lang="en"/>
              <a:t>eference</a:t>
            </a:r>
            <a:endParaRPr/>
          </a:p>
        </p:txBody>
      </p:sp>
      <p:sp>
        <p:nvSpPr>
          <p:cNvPr id="943" name="Google Shape;943;p41"/>
          <p:cNvSpPr txBox="1"/>
          <p:nvPr>
            <p:ph idx="1" type="body"/>
          </p:nvPr>
        </p:nvSpPr>
        <p:spPr>
          <a:xfrm>
            <a:off x="720000" y="1152475"/>
            <a:ext cx="7704000" cy="390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lang="en" sz="1150">
                <a:latin typeface="Arial"/>
                <a:ea typeface="Arial"/>
                <a:cs typeface="Arial"/>
                <a:sym typeface="Arial"/>
              </a:rPr>
              <a:t>“How is Airbnb really being used in and affecting the neighbourhoods of your city?” </a:t>
            </a:r>
            <a:r>
              <a:rPr i="1" lang="en" sz="1150">
                <a:latin typeface="Arial"/>
                <a:ea typeface="Arial"/>
                <a:cs typeface="Arial"/>
                <a:sym typeface="Arial"/>
              </a:rPr>
              <a:t>Insideairbnb.com</a:t>
            </a:r>
            <a:r>
              <a:rPr lang="en" sz="1150">
                <a:latin typeface="Arial"/>
                <a:ea typeface="Arial"/>
                <a:cs typeface="Arial"/>
                <a:sym typeface="Arial"/>
              </a:rPr>
              <a:t>, insideairbnb.com/.</a:t>
            </a:r>
            <a:endParaRPr b="1" sz="1000"/>
          </a:p>
          <a:p>
            <a:pPr indent="-2921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lang="en" sz="1150">
                <a:latin typeface="Arial"/>
                <a:ea typeface="Arial"/>
                <a:cs typeface="Arial"/>
                <a:sym typeface="Arial"/>
              </a:rPr>
              <a:t>“Airbnb Open Data.” </a:t>
            </a:r>
            <a:r>
              <a:rPr i="1" lang="en" sz="1150">
                <a:latin typeface="Arial"/>
                <a:ea typeface="Arial"/>
                <a:cs typeface="Arial"/>
                <a:sym typeface="Arial"/>
              </a:rPr>
              <a:t>Www.kaggle.com</a:t>
            </a:r>
            <a:r>
              <a:rPr lang="en" sz="1150">
                <a:latin typeface="Arial"/>
                <a:ea typeface="Arial"/>
                <a:cs typeface="Arial"/>
                <a:sym typeface="Arial"/>
              </a:rPr>
              <a:t>, www.kaggle.com/datasets/arianazmoudeh/airbnbopendata.</a:t>
            </a:r>
            <a:endParaRPr b="1" sz="1000"/>
          </a:p>
          <a:p>
            <a:pPr indent="-2921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lang="en" sz="1150">
                <a:latin typeface="Arial"/>
                <a:ea typeface="Arial"/>
                <a:cs typeface="Arial"/>
                <a:sym typeface="Arial"/>
              </a:rPr>
              <a:t>Pouya Rezazadeh Kalehbasti, et al. </a:t>
            </a:r>
            <a:r>
              <a:rPr i="1" lang="en" sz="1150">
                <a:latin typeface="Arial"/>
                <a:ea typeface="Arial"/>
                <a:cs typeface="Arial"/>
                <a:sym typeface="Arial"/>
              </a:rPr>
              <a:t>Airbnb Price Prediction Using Machine Learning and Sentiment Analysis</a:t>
            </a:r>
            <a:r>
              <a:rPr lang="en" sz="1150">
                <a:latin typeface="Arial"/>
                <a:ea typeface="Arial"/>
                <a:cs typeface="Arial"/>
                <a:sym typeface="Arial"/>
              </a:rPr>
              <a:t>. 29 July 2019, </a:t>
            </a:r>
            <a:r>
              <a:rPr lang="en" sz="115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www.researchgate.net/publication/334783073_Airbnb_Price_Prediction_Using_Machine_Learning_and_Sentiment_Analysis</a:t>
            </a:r>
            <a:r>
              <a:rPr lang="en" sz="1150">
                <a:latin typeface="Arial"/>
                <a:ea typeface="Arial"/>
                <a:cs typeface="Arial"/>
                <a:sym typeface="Arial"/>
              </a:rPr>
              <a:t>.</a:t>
            </a:r>
            <a:endParaRPr b="1" sz="1000"/>
          </a:p>
          <a:p>
            <a:pPr indent="-2921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000"/>
              <a:buChar char="-"/>
            </a:pPr>
            <a:r>
              <a:rPr lang="en" sz="1150">
                <a:latin typeface="Arial"/>
                <a:ea typeface="Arial"/>
                <a:cs typeface="Arial"/>
                <a:sym typeface="Arial"/>
              </a:rPr>
              <a:t>Camatti, Nicola, et al. “Predicting Airbnb Pricing: A Comparative Analysis of Artificial Intelligence and Traditional Approaches.” </a:t>
            </a:r>
            <a:r>
              <a:rPr i="1" lang="en" sz="1150">
                <a:latin typeface="Arial"/>
                <a:ea typeface="Arial"/>
                <a:cs typeface="Arial"/>
                <a:sym typeface="Arial"/>
              </a:rPr>
              <a:t>Computational Management Science</a:t>
            </a:r>
            <a:r>
              <a:rPr lang="en" sz="1150">
                <a:latin typeface="Arial"/>
                <a:ea typeface="Arial"/>
                <a:cs typeface="Arial"/>
                <a:sym typeface="Arial"/>
              </a:rPr>
              <a:t>, vol. 21, no. 1, 6 May 2024, https://doi.org/10.1007/s10287-024-00511-4.</a:t>
            </a:r>
            <a:endParaRPr b="1" sz="1000"/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944" name="Google Shape;944;p4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ravel and Transportation Vocabulary - French - 6th Grade by Slidesgo">
  <a:themeElements>
    <a:clrScheme name="Simple Light">
      <a:dk1>
        <a:srgbClr val="000000"/>
      </a:dk1>
      <a:lt1>
        <a:srgbClr val="DEEFFA"/>
      </a:lt1>
      <a:dk2>
        <a:srgbClr val="24807B"/>
      </a:dk2>
      <a:lt2>
        <a:srgbClr val="FF6B4B"/>
      </a:lt2>
      <a:accent1>
        <a:srgbClr val="3CA9EC"/>
      </a:accent1>
      <a:accent2>
        <a:srgbClr val="F2AD2B"/>
      </a:accent2>
      <a:accent3>
        <a:srgbClr val="8C6546"/>
      </a:accent3>
      <a:accent4>
        <a:srgbClr val="B0A996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